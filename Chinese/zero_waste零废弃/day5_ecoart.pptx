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(1 分钟):</a:t>
            </a:r>
          </a:p>
          <a:p>
            <a:r>
              <a:t>• 「小艺术家们! 今天我们把废物变成宝贝, 办一场环保艺术展!」</a:t>
            </a:r>
          </a:p>
          <a:p>
            <a:r>
              <a:t>• 收一收上次请学生带的干净废物 (瓶子/纸箱/瓶盖/旧杂志)。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 (1 分钟):</a:t>
            </a:r>
          </a:p>
          <a:p>
            <a:r>
              <a:t>• 一起读 4 个目标。</a:t>
            </a:r>
          </a:p>
          <a:p>
            <a:r>
              <a:t>• 重点: 不只是做手工 — 要能说出用了哪个 R + 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复习 (2 分钟):</a:t>
            </a:r>
          </a:p>
          <a:p>
            <a:r>
              <a:t>• 快速回顾上次学的 3R。</a:t>
            </a:r>
          </a:p>
          <a:p>
            <a:r>
              <a:t>• 点明今天「变废为宝」主要是 Reuse (也可 Recycle 的材料再创作)。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视频 + 启动 (5 分钟):</a:t>
            </a:r>
          </a:p>
          <a:p>
            <a:r>
              <a:t>• 找 1 个 K-5 友好的「变废为宝 / trash to art / recycled crafts」视频 (2-3 分钟)。</a:t>
            </a:r>
          </a:p>
          <a:p>
            <a:r>
              <a:t>• 看前布置任务: 数一数用了哪些废物材料? 哪些可以 Reuse?</a:t>
            </a:r>
          </a:p>
          <a:p>
            <a:r>
              <a:t>• 看完引出今天的项目: 每人用废物做一件作品 → 环保艺术展。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项目总览 (2 分钟):</a:t>
            </a:r>
          </a:p>
          <a:p>
            <a:r>
              <a:t>• 3 个项目难度不同, 都低 prep, 都用「干净的废物」。</a:t>
            </a:r>
          </a:p>
          <a:p>
            <a:r>
              <a:t>• 可以按年级分, 也可让学生自选。</a:t>
            </a:r>
          </a:p>
          <a:p>
            <a:r>
              <a:t>• 全部作品用于今天的「环保艺术展」。</a:t>
            </a:r>
          </a:p>
          <a:p>
            <a:r>
              <a:t>• 材料: 上次请学生带的 干净塑料瓶 / 纸箱 / 瓶盖 / 旧杂志 (老师另备胶水/彩笔/剪刀)。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 (低 prep, 15 分钟):</a:t>
            </a:r>
          </a:p>
          <a:p>
            <a:r>
              <a:t>• 最适合 K-1: 只需废纸/胶水, 不用剪刀也行 (撕纸)。</a:t>
            </a:r>
          </a:p>
          <a:p>
            <a:r>
              <a:t>• 图案给参考: 地球、树、花、小动物。</a:t>
            </a:r>
          </a:p>
          <a:p>
            <a:r>
              <a:t>• 完成后每人说一句「我用 ___ 做了 ___ 」。</a:t>
            </a:r>
          </a:p>
          <a:p>
            <a:r>
              <a:t>• 作品放进艺术展。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2 (中等 prep, 20 分钟):</a:t>
            </a:r>
          </a:p>
          <a:p>
            <a:r>
              <a:t>• 提前请学生带 1 个洗净的塑料瓶。</a:t>
            </a:r>
          </a:p>
          <a:p>
            <a:r>
              <a:t>• 安全: 剪瓶口由老师用剪刀 / 美工刀完成, 边缘可贴胶带。</a:t>
            </a:r>
          </a:p>
          <a:p>
            <a:r>
              <a:t>• 3 个方向: 笔筒 (剪一半) / 花盆 (装土种豆) / 存钱罐 (剪小口)。</a:t>
            </a:r>
          </a:p>
          <a:p>
            <a:r>
              <a:t>• 花盆版可当「班级绿植」延续观察。</a:t>
            </a:r>
          </a:p>
          <a:p>
            <a:r>
              <a:t>• 完成后说「我把瓶子变成了 ___」。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3 (低 prep, 20-25 分钟):</a:t>
            </a:r>
          </a:p>
          <a:p>
            <a:r>
              <a:t>• 给 G4-5 更多思考挑战 — 二选一。</a:t>
            </a:r>
          </a:p>
          <a:p>
            <a:r>
              <a:t>• A 海报: 只要纸+笔; 重点是口号要短、有力。</a:t>
            </a:r>
          </a:p>
          <a:p>
            <a:r>
              <a:t>• B 发明: 用废物做出真正「有用」的东西, 并解释用哪个 R + 为什么。</a:t>
            </a:r>
          </a:p>
          <a:p>
            <a:r>
              <a:t>• 都要口头 present (1-2 句), 用词: 环保 / 减少 / 回收。</a:t>
            </a:r>
          </a:p>
          <a:p>
            <a:r>
              <a:t>• 成品进环保艺术展。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环保艺术展 (10-15 分钟):</a:t>
            </a:r>
          </a:p>
          <a:p>
            <a:r>
              <a:t>• 学生把作品摆在桌上, 配一张小标签 (名字 + 用了哪个 R)。</a:t>
            </a:r>
          </a:p>
          <a:p>
            <a:r>
              <a:t>• Gallery walk: 全班安静走一圈看作品。</a:t>
            </a:r>
          </a:p>
          <a:p>
            <a:r>
              <a:t>• 每人用句型介绍 1-2 句 (练 Session 2 词: 环保/减少/回收)。</a:t>
            </a:r>
          </a:p>
          <a:p>
            <a:r>
              <a:t>• 每人得 1-2 颗 ⭐ 贴纸, 贴给喜欢的作品 (不能贴自己)。</a:t>
            </a:r>
          </a:p>
          <a:p>
            <a:r>
              <a:t>• 可拍照做班级「环保艺术展」留念 / 发给家长。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9144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KaiTi"/>
              </a:rPr>
              <a:t>🎨 环保艺术展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1F8E9"/>
                </a:solidFill>
                <a:latin typeface="KaiTi"/>
              </a:rPr>
              <a:t>Eco Art Show  ·  变废为宝 Trash → Treasure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7D32"/>
                </a:solidFill>
                <a:latin typeface="KaiTi"/>
              </a:rPr>
              <a:t>♻️ 环保小艺术家任务  Eco Artist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4423"/>
                </a:solidFill>
                <a:latin typeface="KaiTi"/>
              </a:rPr>
              <a:t>看视频 · 做作品 · 说 3R · 办展览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4423"/>
                </a:solidFill>
                <a:latin typeface="KaiTi"/>
              </a:rPr>
              <a:t>Watch · Create · Explain · Exhibit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零废弃 · Zero Waste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今天的目标  Today's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KaiTi"/>
              </a:rPr>
              <a:t>上完今天, 你可以…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841248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904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3A047"/>
                </a:solidFill>
                <a:latin typeface="KaiTi"/>
              </a:rPr>
              <a:t>复习 3R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453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Review Reduce · Reuse · Recycle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48840"/>
            <a:ext cx="841248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67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219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B8C00"/>
                </a:solidFill>
                <a:latin typeface="KaiTi"/>
              </a:rPr>
              <a:t>用废物做一件作品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76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Make one thing from clean trash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880360"/>
            <a:ext cx="841248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535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88E5"/>
                </a:solidFill>
                <a:latin typeface="KaiTi"/>
              </a:rPr>
              <a:t>说出作品用了哪个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0083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Say which R your work uses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11880"/>
            <a:ext cx="841248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4️⃣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850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KaiTi"/>
              </a:rPr>
              <a:t>在艺术展介绍你的作品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398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Present it at the Eco Art Show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🔁 还记得 3R 吗?  Remember the 3R?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2C2C"/>
                </a:solidFill>
                <a:latin typeface="KaiTi"/>
              </a:rPr>
              <a:t>今天我们主要用 Reuse — 让废物再活一次!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743200" cy="2651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⬇️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8E5"/>
                </a:solidFill>
                <a:latin typeface="KaiTi"/>
              </a:rPr>
              <a:t>Reduce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减少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KaiTi"/>
              </a:rPr>
              <a:t>用得少一点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280160"/>
            <a:ext cx="2743200" cy="2651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8C00"/>
                </a:solidFill>
                <a:latin typeface="KaiTi"/>
              </a:rPr>
              <a:t>Reuse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重复使用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KaiTi"/>
              </a:rPr>
              <a:t>再用一次 ⭐今天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280160"/>
            <a:ext cx="2743200" cy="26517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3A047"/>
                </a:solidFill>
                <a:latin typeface="KaiTi"/>
              </a:rPr>
              <a:t>Recycle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2C2C"/>
                </a:solidFill>
                <a:latin typeface="KaiTi"/>
              </a:rPr>
              <a:t>回收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KaiTi"/>
              </a:rPr>
              <a:t>变成新东西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06908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105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3159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3R 是哪 3 个? 今天用哪个最多?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0565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159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Reduce! Reuse ⭐! Recycle! — 今天多用 Reuse!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KaiTi"/>
              </a:rPr>
              <a:t>🎬 变废为宝  From Trash to Treasure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1F8E9"/>
                </a:solidFill>
                <a:latin typeface="KaiTi"/>
              </a:rPr>
              <a:t>看看别人用废物做出了什么! / What can old things become?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8229600" cy="2286000"/>
          </a:xfrm>
          <a:prstGeom prst="roundRect">
            <a:avLst/>
          </a:prstGeom>
          <a:solidFill>
            <a:srgbClr val="2C2C2C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>
                <a:solidFill>
                  <a:srgbClr val="FFFFFF"/>
                </a:solidFill>
                <a:latin typeface="KaiTi"/>
              </a:rPr>
              <a:t>▶️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🔗 老师在这里插入「变废为宝」视频 / Teacher: paste video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8229600" cy="9601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76472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32"/>
                </a:solidFill>
                <a:latin typeface="KaiTi"/>
              </a:rPr>
              <a:t>👂 看的时候想: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507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1. 他们用了哪些废物材料?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0507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KaiTi"/>
              </a:rPr>
              <a:t>2. 哪些材料可以 Reuse?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32"/>
                </a:solidFill>
                <a:latin typeface="KaiTi"/>
              </a:rPr>
              <a:t>➜ 今天我们也来做! 每人一件作品, 办一场「环保艺术展」🎨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4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🛠️ 动手时间! 变废为宝  Hands-On — 3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选一个适合你的项目 — 都为「环保艺术展」做准备!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2834640" cy="3566160"/>
          </a:xfrm>
          <a:prstGeom prst="roundRect">
            <a:avLst/>
          </a:prstGeom>
          <a:solidFill>
            <a:srgbClr val="F1F8E9"/>
          </a:solidFill>
          <a:ln w="317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KaiTi"/>
              </a:rPr>
              <a:t>PROJECT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3A047"/>
                </a:solidFill>
                <a:latin typeface="KaiTi"/>
              </a:rPr>
              <a:t>🖼️ 环保拼贴画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Eco Collage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423160"/>
            <a:ext cx="1463040" cy="32004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0029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基础 K-1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246888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  <a:latin typeface="KaiTi"/>
              </a:rPr>
              <a:t>📷 示范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97763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废料贴出图案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2976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Glue scraps → picture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097280"/>
            <a:ext cx="2834640" cy="3566160"/>
          </a:xfrm>
          <a:prstGeom prst="roundRect">
            <a:avLst/>
          </a:prstGeom>
          <a:solidFill>
            <a:srgbClr val="FFE0B2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188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KaiTi"/>
              </a:rPr>
              <a:t>PROJECT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508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B8C00"/>
                </a:solidFill>
                <a:latin typeface="KaiTi"/>
              </a:rPr>
              <a:t>🍶 瓶子变变变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57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Bottle Makeover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2423160"/>
            <a:ext cx="1463040" cy="3200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240029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中级 G2-3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2880360"/>
            <a:ext cx="246888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  <a:latin typeface="KaiTi"/>
              </a:rPr>
              <a:t>📷 示范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97763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1 个瓶子变有用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976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1 bottle → useful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097280"/>
            <a:ext cx="2834640" cy="3566160"/>
          </a:xfrm>
          <a:prstGeom prst="roundRect">
            <a:avLst/>
          </a:prstGeom>
          <a:solidFill>
            <a:srgbClr val="BBDEFB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188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88888"/>
                </a:solidFill>
                <a:latin typeface="KaiTi"/>
              </a:rPr>
              <a:t>PROJECT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508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88E5"/>
                </a:solidFill>
                <a:latin typeface="KaiTi"/>
              </a:rPr>
              <a:t>📢 环保海报/发明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0574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Poster / Invention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423160"/>
            <a:ext cx="146304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240029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KaiTi"/>
              </a:rPr>
              <a:t>进阶 G4-5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880360"/>
            <a:ext cx="2468880" cy="1005840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BBBB"/>
                </a:solidFill>
                <a:latin typeface="KaiTi"/>
              </a:rPr>
              <a:t>📷 示范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97763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设计 + 口号 + 说 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2976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Design + slogan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🖼️ Project 1: 环保拼贴画  Eco Collage  (基础 K-1)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4023360" cy="3657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KaiTi"/>
              </a:rPr>
              <a:t>🧺 材料 (低 prep) 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🗞️ 旧杂志 / 废纸 / 纸板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🔵 干净瓶盖 · 碎纸片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📄 一张底纸  Base paper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🖇️ 胶水  Glue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868680"/>
            <a:ext cx="4389120" cy="36576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KaiTi"/>
              </a:rPr>
              <a:t>👉 做法 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2588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想一个图案 (地球/花/动物)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2️⃣ 撕 / 剪废料成小块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3️⃣ 拼 + 贴出图案</a:t>
            </a:r>
          </a:p>
          <a:p>
            <a:r>
              <a:rPr sz="1300" b="1">
                <a:solidFill>
                  <a:srgbClr val="43A047"/>
                </a:solidFill>
                <a:latin typeface="KaiTi"/>
              </a:rPr>
              <a:t>4️⃣ 说说你用了什么废料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520440"/>
            <a:ext cx="8595360" cy="12344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3A047"/>
                </a:solidFill>
                <a:latin typeface="KaiTi"/>
              </a:rPr>
              <a:t>🗣️ 展示句型  Say These: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我用 ___ 做了 ___ 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这是 Reuse! 重复使用!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I made a ___ from ___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It saves the Earth! 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🍶 Project 2: 瓶子变变变  Bottle Makeover  (中级 G2-3)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4023360" cy="36576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KaiTi"/>
              </a:rPr>
              <a:t>🧺 材料 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🍶 1 个干净塑料瓶 / 罐子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✂️ 剪刀 (老师帮忙剪)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🖍️ 彩笔 / 贴纸 装饰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🌱 泥土 + 种子 (花盆版, 可选)</a:t>
            </a:r>
          </a:p>
          <a:p>
            <a:r>
              <a:rPr sz="1200" b="1">
                <a:solidFill>
                  <a:srgbClr val="D04A3C"/>
                </a:solidFill>
                <a:latin typeface="KaiTi"/>
              </a:rPr>
              <a:t>⚠️ 剪瓶子由老师做!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868680"/>
            <a:ext cx="4389120" cy="365760"/>
          </a:xfrm>
          <a:prstGeom prst="round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KaiTi"/>
              </a:rPr>
              <a:t>👉 做法 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2588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洗干净瓶子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2️⃣ 选变成什么: 笔筒 / 花盆 / 存钱罐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3️⃣ 老师帮剪出形状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4️⃣ 装饰它 — 画画 / 贴纸</a:t>
            </a:r>
          </a:p>
          <a:p>
            <a:r>
              <a:rPr sz="1300" b="1">
                <a:solidFill>
                  <a:srgbClr val="FB8C00"/>
                </a:solidFill>
                <a:latin typeface="KaiTi"/>
              </a:rPr>
              <a:t>5️⃣ 完成! 旧瓶子有新工作了 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520440"/>
            <a:ext cx="8595360" cy="12344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B8C00"/>
                </a:solidFill>
                <a:latin typeface="KaiTi"/>
              </a:rPr>
              <a:t>🗣️ 展示句型  Say These: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我把瓶子变成了 ___ 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旧瓶子, 重复使用!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My bottle became a ___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297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That's Reuse! ♻️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📢 Project 3: 环保海报 / 小发明  Poster / Invention  (进阶 G4-5)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4206240" cy="2606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88E5"/>
                </a:solidFill>
                <a:latin typeface="KaiTi"/>
              </a:rPr>
              <a:t>🅰️ 环保海报  Eco Poster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• 画一张 Zero Waste 海报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• 写一句口号 (Slogan)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• 画上 3R 图标</a:t>
            </a:r>
          </a:p>
          <a:p>
            <a:r>
              <a:rPr sz="1200" b="1">
                <a:solidFill>
                  <a:srgbClr val="2E7D32"/>
                </a:solidFill>
                <a:latin typeface="KaiTi"/>
              </a:rPr>
              <a:t>• 例: 「少一点垃圾, 多一点绿!」</a:t>
            </a:r>
          </a:p>
          <a:p>
            <a:r>
              <a:rPr sz="1200" b="0">
                <a:solidFill>
                  <a:srgbClr val="888888"/>
                </a:solidFill>
                <a:latin typeface="KaiTi"/>
              </a:rPr>
              <a:t>🧺 材料: 纸 + 彩笔 (超低 prep)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868680"/>
            <a:ext cx="4206240" cy="2606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960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B8C00"/>
                </a:solidFill>
                <a:latin typeface="KaiTi"/>
              </a:rPr>
              <a:t>🅱️ 环保小发明  Eco Invention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17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• 用废物做一个「有用的东西」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• 给它起名字 + 说功能</a:t>
            </a:r>
          </a:p>
          <a:p>
            <a:r>
              <a:rPr sz="1300" b="0">
                <a:solidFill>
                  <a:srgbClr val="2C2C2C"/>
                </a:solidFill>
                <a:latin typeface="KaiTi"/>
              </a:rPr>
              <a:t>• 说它用了哪个 R</a:t>
            </a:r>
          </a:p>
          <a:p>
            <a:r>
              <a:rPr sz="1200" b="1">
                <a:solidFill>
                  <a:srgbClr val="2E7D32"/>
                </a:solidFill>
                <a:latin typeface="KaiTi"/>
              </a:rPr>
              <a:t>• 例: 牛奶盒 → 手机架 (Reuse)</a:t>
            </a:r>
          </a:p>
          <a:p>
            <a:r>
              <a:rPr sz="1200" b="0">
                <a:solidFill>
                  <a:srgbClr val="888888"/>
                </a:solidFill>
                <a:latin typeface="KaiTi"/>
              </a:rPr>
              <a:t>🧺 材料: 各种干净废物 + 胶带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566160"/>
            <a:ext cx="8595360" cy="11887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88E5"/>
                </a:solidFill>
                <a:latin typeface="KaiTi"/>
              </a:rPr>
              <a:t>🗣️ 展示句型  Present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我的口号是 ___ 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我的发明用了 ___ (R)。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My slogan is ___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KaiTi"/>
              </a:rPr>
              <a:t>·  It uses Reduce / Reuse / Recycle.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🖼️ 环保艺术展开幕!  The Eco Art Show Opens!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2C2C"/>
                </a:solidFill>
                <a:latin typeface="KaiTi"/>
              </a:rPr>
              <a:t>把作品摆出来 — 一起逛展、介绍、点赞!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2011680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KaiTi"/>
              </a:rPr>
              <a:t>摆展台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Set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把作品摆在桌上</a:t>
            </a:r>
          </a:p>
          <a:p>
            <a:pPr algn="ctr"/>
            <a:r>
              <a:rPr sz="1400" b="0">
                <a:solidFill>
                  <a:srgbClr val="2C2C2C"/>
                </a:solidFill>
                <a:latin typeface="KaiTi"/>
              </a:rPr>
              <a:t>+ 写小标签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325880"/>
            <a:ext cx="2011680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8C00"/>
                </a:solidFill>
                <a:latin typeface="KaiTi"/>
              </a:rPr>
              <a:t>逛一逛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Gallery walk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安静地看每件作品</a:t>
            </a:r>
          </a:p>
          <a:p>
            <a:pPr algn="ctr"/>
            <a:r>
              <a:rPr sz="1400" b="0">
                <a:solidFill>
                  <a:srgbClr val="2C2C2C"/>
                </a:solidFill>
                <a:latin typeface="KaiTi"/>
              </a:rPr>
              <a:t>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325880"/>
            <a:ext cx="2011680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88E5"/>
                </a:solidFill>
                <a:latin typeface="KaiTi"/>
              </a:rPr>
              <a:t>做介绍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轮流介绍自己的作品</a:t>
            </a:r>
          </a:p>
          <a:p>
            <a:pPr algn="ctr"/>
            <a:r>
              <a:rPr sz="1400" b="0">
                <a:solidFill>
                  <a:srgbClr val="2C2C2C"/>
                </a:solidFill>
                <a:latin typeface="KaiTi"/>
              </a:rPr>
              <a:t>🗣️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1325880"/>
            <a:ext cx="2011680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C2C2C"/>
                </a:solidFill>
                <a:latin typeface="KaiTi"/>
              </a:rPr>
              <a:t>4️⃣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9A825"/>
                </a:solidFill>
                <a:latin typeface="KaiTi"/>
              </a:rPr>
              <a:t>点个赞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Vote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给喜欢的作品</a:t>
            </a:r>
          </a:p>
          <a:p>
            <a:pPr algn="ctr"/>
            <a:r>
              <a:rPr sz="1400" b="0">
                <a:solidFill>
                  <a:srgbClr val="2C2C2C"/>
                </a:solidFill>
                <a:latin typeface="KaiTi"/>
              </a:rPr>
              <a:t>贴一颗 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840480"/>
            <a:ext cx="8595360" cy="50292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8770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32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0873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介绍一下你的作品 — 它用了哪个 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77056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B8C00"/>
                </a:solidFill>
                <a:latin typeface="KaiTi"/>
              </a:rPr>
              <a:t>🧒 学生 Student does: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0873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「这是我的 ___ 。我用 ___ 做的, 它用了 ___ (R)。」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💬 This is my ___ . I made it from ___ . It uses Reduce / Reuse / Recycle.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🏆 展览成功!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1F8E9"/>
                </a:solidFill>
                <a:latin typeface="KaiTi"/>
              </a:rPr>
              <a:t>A Great Show!</a:t>
            </a:r>
          </a:p>
        </p:txBody>
      </p:sp>
      <p:sp>
        <p:nvSpPr>
          <p:cNvPr id="5" name="Oval 4"/>
          <p:cNvSpPr/>
          <p:nvPr/>
        </p:nvSpPr>
        <p:spPr>
          <a:xfrm>
            <a:off x="3200400" y="1828800"/>
            <a:ext cx="2743200" cy="2743200"/>
          </a:xfrm>
          <a:prstGeom prst="ellipse">
            <a:avLst/>
          </a:prstGeom>
          <a:solidFill>
            <a:srgbClr val="F9A825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2C2C2C"/>
                </a:solidFill>
                <a:latin typeface="KaiTi"/>
              </a:rPr>
              <a:t>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5E20"/>
                </a:solidFill>
                <a:latin typeface="KaiTi"/>
              </a:rPr>
              <a:t>环保小艺术家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4423"/>
                </a:solidFill>
                <a:latin typeface="KaiTi"/>
              </a:rPr>
              <a:t>Eco Artist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8E9"/>
                </a:solidFill>
                <a:latin typeface="KaiTi"/>
              </a:rPr>
              <a:t>记住: 少一点垃圾, 多一点绿!  Reduce · Reuse · Recycle ♻️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KaiT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