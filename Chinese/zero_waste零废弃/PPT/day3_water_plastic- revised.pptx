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68"/>
  </p:notesMasterIdLst>
  <p:sldIdLst>
    <p:sldId id="256" r:id="rId3"/>
    <p:sldId id="257" r:id="rId4"/>
    <p:sldId id="258" r:id="rId5"/>
    <p:sldId id="259" r:id="rId6"/>
    <p:sldId id="507" r:id="rId7"/>
    <p:sldId id="964" r:id="rId8"/>
    <p:sldId id="840" r:id="rId9"/>
    <p:sldId id="947" r:id="rId10"/>
    <p:sldId id="842" r:id="rId11"/>
    <p:sldId id="948" r:id="rId12"/>
    <p:sldId id="949" r:id="rId13"/>
    <p:sldId id="950" r:id="rId14"/>
    <p:sldId id="844" r:id="rId15"/>
    <p:sldId id="916" r:id="rId16"/>
    <p:sldId id="946" r:id="rId17"/>
    <p:sldId id="263" r:id="rId18"/>
    <p:sldId id="264" r:id="rId19"/>
    <p:sldId id="965" r:id="rId20"/>
    <p:sldId id="265" r:id="rId21"/>
    <p:sldId id="266" r:id="rId22"/>
    <p:sldId id="966" r:id="rId23"/>
    <p:sldId id="845" r:id="rId24"/>
    <p:sldId id="846" r:id="rId25"/>
    <p:sldId id="290" r:id="rId26"/>
    <p:sldId id="291" r:id="rId27"/>
    <p:sldId id="292" r:id="rId28"/>
    <p:sldId id="293" r:id="rId29"/>
    <p:sldId id="294" r:id="rId30"/>
    <p:sldId id="295" r:id="rId31"/>
    <p:sldId id="296" r:id="rId32"/>
    <p:sldId id="297" r:id="rId33"/>
    <p:sldId id="298" r:id="rId34"/>
    <p:sldId id="299" r:id="rId35"/>
    <p:sldId id="300" r:id="rId36"/>
    <p:sldId id="301" r:id="rId37"/>
    <p:sldId id="302" r:id="rId38"/>
    <p:sldId id="303" r:id="rId39"/>
    <p:sldId id="952" r:id="rId40"/>
    <p:sldId id="953" r:id="rId41"/>
    <p:sldId id="954" r:id="rId42"/>
    <p:sldId id="816" r:id="rId43"/>
    <p:sldId id="697" r:id="rId44"/>
    <p:sldId id="955" r:id="rId45"/>
    <p:sldId id="956" r:id="rId46"/>
    <p:sldId id="698" r:id="rId47"/>
    <p:sldId id="957" r:id="rId48"/>
    <p:sldId id="699" r:id="rId49"/>
    <p:sldId id="958" r:id="rId50"/>
    <p:sldId id="700" r:id="rId51"/>
    <p:sldId id="726" r:id="rId52"/>
    <p:sldId id="959" r:id="rId53"/>
    <p:sldId id="960" r:id="rId54"/>
    <p:sldId id="961" r:id="rId55"/>
    <p:sldId id="701" r:id="rId56"/>
    <p:sldId id="798" r:id="rId57"/>
    <p:sldId id="962" r:id="rId58"/>
    <p:sldId id="707" r:id="rId59"/>
    <p:sldId id="709" r:id="rId60"/>
    <p:sldId id="963" r:id="rId61"/>
    <p:sldId id="304" r:id="rId62"/>
    <p:sldId id="305" r:id="rId63"/>
    <p:sldId id="306" r:id="rId64"/>
    <p:sldId id="307" r:id="rId65"/>
    <p:sldId id="308" r:id="rId66"/>
    <p:sldId id="309" r:id="rId67"/>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76986"/>
  </p:normalViewPr>
  <p:slideViewPr>
    <p:cSldViewPr snapToGrid="0" snapToObjects="1">
      <p:cViewPr varScale="1">
        <p:scale>
          <a:sx n="122" d="100"/>
          <a:sy n="122" d="100"/>
        </p:scale>
        <p:origin x="600" y="20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notesMaster" Target="notesMasters/notesMaster1.xml"/><Relationship Id="rId7" Type="http://schemas.openxmlformats.org/officeDocument/2006/relationships/slide" Target="slides/slide5.xml"/><Relationship Id="rId71"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50F996-5810-9F46-85FD-66BCB3961551}" type="datetimeFigureOut">
              <a:rPr kumimoji="1" lang="zh-CN" altLang="en-US" smtClean="0"/>
              <a:t>2026/6/30</a:t>
            </a:fld>
            <a:endParaRPr kumimoji="1" lang="zh-CN"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en-US" altLang="zh-CN"/>
              <a:t>Click to edit Master text styles</a:t>
            </a:r>
          </a:p>
          <a:p>
            <a:pPr lvl="1"/>
            <a:r>
              <a:rPr kumimoji="1" lang="en-US" altLang="zh-CN"/>
              <a:t>Second level</a:t>
            </a:r>
          </a:p>
          <a:p>
            <a:pPr lvl="2"/>
            <a:r>
              <a:rPr kumimoji="1" lang="en-US" altLang="zh-CN"/>
              <a:t>Third level</a:t>
            </a:r>
          </a:p>
          <a:p>
            <a:pPr lvl="3"/>
            <a:r>
              <a:rPr kumimoji="1" lang="en-US" altLang="zh-CN"/>
              <a:t>Fourth level</a:t>
            </a:r>
          </a:p>
          <a:p>
            <a:pPr lvl="4"/>
            <a:r>
              <a:rPr kumimoji="1" lang="en-US" altLang="zh-CN"/>
              <a:t>Fifth level</a:t>
            </a:r>
            <a:endParaRPr kumimoji="1" lang="zh-CN"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FEF412-0F2C-D342-B3EC-0C435771396D}" type="slidenum">
              <a:rPr kumimoji="1" lang="zh-CN" altLang="en-US" smtClean="0"/>
              <a:t>‹#›</a:t>
            </a:fld>
            <a:endParaRPr kumimoji="1" lang="zh-CN" altLang="en-US"/>
          </a:p>
        </p:txBody>
      </p:sp>
    </p:spTree>
    <p:extLst>
      <p:ext uri="{BB962C8B-B14F-4D97-AF65-F5344CB8AC3E}">
        <p14:creationId xmlns:p14="http://schemas.microsoft.com/office/powerpoint/2010/main" val="33760499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ko-KR" altLang="en-US" sz="1200" dirty="0">
                <a:solidFill>
                  <a:srgbClr val="2E867C"/>
                </a:solidFill>
                <a:latin typeface="黑体" panose="02010609060101010101" charset="-122"/>
                <a:ea typeface="黑体" panose="02010609060101010101" charset="-122"/>
                <a:cs typeface="宋体" panose="02010600030101010101" pitchFamily="2" charset="-122"/>
                <a:sym typeface="+mn-ea"/>
              </a:rPr>
              <a:t>小结：每天，我们洗脸、刷牙、洗手、喝茶都会用到水，除了日常生活用水外，水还可以用在灌溉、养殖、救火、水力发电中。水的用处可真大，我们的生活、生产都离不开水。（</a:t>
            </a:r>
            <a:r>
              <a:rPr lang="ko-KR" altLang="en-US" sz="1200" dirty="0" err="1">
                <a:solidFill>
                  <a:srgbClr val="2E867C"/>
                </a:solidFill>
                <a:latin typeface="黑体" panose="02010609060101010101" charset="-122"/>
                <a:ea typeface="黑体" panose="02010609060101010101" charset="-122"/>
                <a:cs typeface="宋体" panose="02010600030101010101" pitchFamily="2" charset="-122"/>
                <a:sym typeface="+mn-ea"/>
              </a:rPr>
              <a:t>根据幼儿回答总结</a:t>
            </a:r>
            <a:r>
              <a:rPr lang="ko-KR" altLang="en-US" sz="1200" dirty="0">
                <a:solidFill>
                  <a:srgbClr val="2E867C"/>
                </a:solidFill>
                <a:latin typeface="黑体" panose="02010609060101010101" charset="-122"/>
                <a:ea typeface="黑体" panose="02010609060101010101" charset="-122"/>
                <a:cs typeface="宋体" panose="02010600030101010101" pitchFamily="2" charset="-122"/>
                <a:sym typeface="+mn-ea"/>
              </a:rPr>
              <a:t>）</a:t>
            </a:r>
          </a:p>
          <a:p>
            <a:endParaRPr lang="zh-CN"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18B25-DFD2-7881-1984-29AD23EB0A4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32DC2B3-B423-1807-EF98-8F790F9E5C44}"/>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069BE9B2-C0B6-FF92-3CCE-3B2C9835B795}"/>
              </a:ext>
            </a:extLst>
          </p:cNvPr>
          <p:cNvSpPr>
            <a:spLocks noGrp="1"/>
          </p:cNvSpPr>
          <p:nvPr>
            <p:ph type="body"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ko-KR" altLang="en-US" sz="1200" dirty="0">
                <a:solidFill>
                  <a:srgbClr val="2E867C"/>
                </a:solidFill>
                <a:latin typeface="黑体" panose="02010609060101010101" charset="-122"/>
                <a:ea typeface="黑体" panose="02010609060101010101" charset="-122"/>
                <a:cs typeface="宋体" panose="02010600030101010101" pitchFamily="2" charset="-122"/>
                <a:sym typeface="+mn-ea"/>
              </a:rPr>
              <a:t>小结：每天，我们洗脸、刷牙、洗手、喝茶都会用到水，除了日常生活用水外，水还可以用在灌溉、养殖、救火、水力发电中。水的用处可真大，我们的生活、生产都离不开水。（</a:t>
            </a:r>
            <a:r>
              <a:rPr lang="ko-KR" altLang="en-US" sz="1200" dirty="0" err="1">
                <a:solidFill>
                  <a:srgbClr val="2E867C"/>
                </a:solidFill>
                <a:latin typeface="黑体" panose="02010609060101010101" charset="-122"/>
                <a:ea typeface="黑体" panose="02010609060101010101" charset="-122"/>
                <a:cs typeface="宋体" panose="02010600030101010101" pitchFamily="2" charset="-122"/>
                <a:sym typeface="+mn-ea"/>
              </a:rPr>
              <a:t>根据幼儿回答总结</a:t>
            </a:r>
            <a:r>
              <a:rPr lang="ko-KR" altLang="en-US" sz="1200" dirty="0">
                <a:solidFill>
                  <a:srgbClr val="2E867C"/>
                </a:solidFill>
                <a:latin typeface="黑体" panose="02010609060101010101" charset="-122"/>
                <a:ea typeface="黑体" panose="02010609060101010101" charset="-122"/>
                <a:cs typeface="宋体" panose="02010600030101010101" pitchFamily="2" charset="-122"/>
                <a:sym typeface="+mn-ea"/>
              </a:rPr>
              <a:t>）</a:t>
            </a:r>
          </a:p>
          <a:p>
            <a:endParaRPr lang="zh-CN" altLang="zh-CN" dirty="0"/>
          </a:p>
        </p:txBody>
      </p:sp>
    </p:spTree>
    <p:extLst>
      <p:ext uri="{BB962C8B-B14F-4D97-AF65-F5344CB8AC3E}">
        <p14:creationId xmlns:p14="http://schemas.microsoft.com/office/powerpoint/2010/main" val="25654226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defTabSz="685800" fontAlgn="base">
              <a:lnSpc>
                <a:spcPct val="130000"/>
              </a:lnSpc>
              <a:spcBef>
                <a:spcPct val="0"/>
              </a:spcBef>
              <a:spcAft>
                <a:spcPct val="0"/>
              </a:spcAft>
            </a:pPr>
            <a:r>
              <a:rPr lang="ko-KR" altLang="en-US" sz="1200" dirty="0" err="1">
                <a:solidFill>
                  <a:srgbClr val="3FA74E"/>
                </a:solidFill>
                <a:latin typeface="黑体" panose="02010609060101010101" charset="-122"/>
                <a:ea typeface="黑体" panose="02010609060101010101" charset="-122"/>
                <a:cs typeface="宋体" panose="02010600030101010101" pitchFamily="2" charset="-122"/>
                <a:sym typeface="+mn-ea"/>
              </a:rPr>
              <a:t>珍贵的水资源不仅面临着缺水危机，还有一种危险也在悄悄靠近</a:t>
            </a:r>
            <a:r>
              <a:rPr lang="ko-KR" altLang="en-US" sz="1200" dirty="0">
                <a:solidFill>
                  <a:srgbClr val="3FA74E"/>
                </a:solidFill>
                <a:latin typeface="黑体" panose="02010609060101010101" charset="-122"/>
                <a:ea typeface="黑体" panose="02010609060101010101" charset="-122"/>
                <a:cs typeface="宋体" panose="02010600030101010101" pitchFamily="2" charset="-122"/>
                <a:sym typeface="+mn-ea"/>
              </a:rPr>
              <a:t>。</a:t>
            </a:r>
          </a:p>
          <a:p>
            <a:pPr algn="ctr" defTabSz="685800" fontAlgn="base">
              <a:lnSpc>
                <a:spcPct val="130000"/>
              </a:lnSpc>
              <a:spcBef>
                <a:spcPct val="0"/>
              </a:spcBef>
              <a:spcAft>
                <a:spcPct val="0"/>
              </a:spcAft>
            </a:pPr>
            <a:r>
              <a:rPr lang="ko-KR" altLang="en-US" sz="1200" dirty="0" err="1">
                <a:solidFill>
                  <a:srgbClr val="3FA74E"/>
                </a:solidFill>
                <a:latin typeface="黑体" panose="02010609060101010101" charset="-122"/>
                <a:ea typeface="黑体" panose="02010609060101010101" charset="-122"/>
                <a:cs typeface="宋体" panose="02010600030101010101" pitchFamily="2" charset="-122"/>
                <a:sym typeface="+mn-ea"/>
              </a:rPr>
              <a:t>看，这条河流</a:t>
            </a:r>
            <a:r>
              <a:rPr lang="en-US" altLang="ko-KR" sz="1200" dirty="0">
                <a:solidFill>
                  <a:srgbClr val="3FA74E"/>
                </a:solidFill>
                <a:latin typeface="黑体" panose="02010609060101010101" charset="-122"/>
                <a:ea typeface="黑体" panose="02010609060101010101" charset="-122"/>
                <a:cs typeface="宋体" panose="02010600030101010101" pitchFamily="2" charset="-122"/>
                <a:sym typeface="+mn-ea"/>
              </a:rPr>
              <a:t>/</a:t>
            </a:r>
            <a:r>
              <a:rPr lang="ko-KR" altLang="en-US" sz="1200" dirty="0" err="1">
                <a:solidFill>
                  <a:srgbClr val="3FA74E"/>
                </a:solidFill>
                <a:latin typeface="黑体" panose="02010609060101010101" charset="-122"/>
                <a:ea typeface="黑体" panose="02010609060101010101" charset="-122"/>
                <a:cs typeface="宋体" panose="02010600030101010101" pitchFamily="2" charset="-122"/>
                <a:sym typeface="+mn-ea"/>
              </a:rPr>
              <a:t>这片海洋怎么了</a:t>
            </a:r>
            <a:r>
              <a:rPr lang="ko-KR" altLang="en-US" sz="1200" dirty="0">
                <a:solidFill>
                  <a:srgbClr val="3FA74E"/>
                </a:solidFill>
                <a:latin typeface="黑体" panose="02010609060101010101" charset="-122"/>
                <a:ea typeface="黑体" panose="02010609060101010101" charset="-122"/>
                <a:cs typeface="宋体" panose="02010600030101010101" pitchFamily="2" charset="-122"/>
                <a:sym typeface="+mn-ea"/>
              </a:rPr>
              <a:t>？（</a:t>
            </a:r>
            <a:r>
              <a:rPr lang="ko-KR" altLang="en-US" sz="1200" dirty="0" err="1">
                <a:solidFill>
                  <a:srgbClr val="3FA74E"/>
                </a:solidFill>
                <a:latin typeface="黑体" panose="02010609060101010101" charset="-122"/>
                <a:ea typeface="黑体" panose="02010609060101010101" charset="-122"/>
                <a:cs typeface="宋体" panose="02010600030101010101" pitchFamily="2" charset="-122"/>
                <a:sym typeface="+mn-ea"/>
              </a:rPr>
              <a:t>被污染了</a:t>
            </a:r>
            <a:r>
              <a:rPr lang="ko-KR" altLang="en-US" sz="1200" dirty="0">
                <a:solidFill>
                  <a:srgbClr val="3FA74E"/>
                </a:solidFill>
                <a:latin typeface="黑体" panose="02010609060101010101" charset="-122"/>
                <a:ea typeface="黑体" panose="02010609060101010101" charset="-122"/>
                <a:cs typeface="宋体" panose="02010600030101010101" pitchFamily="2" charset="-122"/>
                <a:sym typeface="+mn-ea"/>
              </a:rPr>
              <a:t>）</a:t>
            </a:r>
          </a:p>
          <a:p>
            <a:endParaRPr kumimoji="1" lang="zh-CN" altLang="en-US" dirty="0"/>
          </a:p>
        </p:txBody>
      </p:sp>
      <p:sp>
        <p:nvSpPr>
          <p:cNvPr id="4" name="Slide Number Placeholder 3"/>
          <p:cNvSpPr>
            <a:spLocks noGrp="1"/>
          </p:cNvSpPr>
          <p:nvPr>
            <p:ph type="sldNum" sz="quarter" idx="5"/>
          </p:nvPr>
        </p:nvSpPr>
        <p:spPr/>
        <p:txBody>
          <a:bodyPr/>
          <a:lstStyle/>
          <a:p>
            <a:fld id="{E5FEF412-0F2C-D342-B3EC-0C435771396D}" type="slidenum">
              <a:rPr kumimoji="1" lang="zh-CN" altLang="en-US" smtClean="0"/>
              <a:t>11</a:t>
            </a:fld>
            <a:endParaRPr kumimoji="1" lang="zh-CN" altLang="en-US"/>
          </a:p>
        </p:txBody>
      </p:sp>
    </p:spTree>
    <p:extLst>
      <p:ext uri="{BB962C8B-B14F-4D97-AF65-F5344CB8AC3E}">
        <p14:creationId xmlns:p14="http://schemas.microsoft.com/office/powerpoint/2010/main" val="20840946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14313" indent="-214313" defTabSz="685800" fontAlgn="base">
              <a:lnSpc>
                <a:spcPct val="150000"/>
              </a:lnSpc>
              <a:spcBef>
                <a:spcPct val="0"/>
              </a:spcBef>
              <a:spcAft>
                <a:spcPct val="0"/>
              </a:spcAft>
              <a:buFont typeface="Wingdings" panose="05000000000000000000" charset="0"/>
              <a:buChar char="Ø"/>
            </a:pPr>
            <a:r>
              <a:rPr lang="ko-KR" altLang="en-US" sz="1200" dirty="0">
                <a:solidFill>
                  <a:srgbClr val="2E867C"/>
                </a:solidFill>
                <a:latin typeface="黑体" panose="02010609060101010101" charset="-122"/>
                <a:ea typeface="黑体" panose="02010609060101010101" charset="-122"/>
                <a:cs typeface="宋体" panose="02010600030101010101" pitchFamily="2" charset="-122"/>
                <a:sym typeface="+mn-ea"/>
              </a:rPr>
              <a:t>活动建议：如果幼儿说出的节水办法较少，教师可以借助生活场景引导幼儿回忆节水办法，如：“洗完脸的水可以用来做什么呢？”“刷牙的时候水龙头可以一直开着吗</a:t>
            </a:r>
            <a:r>
              <a:rPr lang="en-US" altLang="zh-CN" sz="1200" dirty="0">
                <a:solidFill>
                  <a:srgbClr val="2E867C"/>
                </a:solidFill>
                <a:latin typeface="黑体" panose="02010609060101010101" charset="-122"/>
                <a:ea typeface="黑体" panose="02010609060101010101" charset="-122"/>
                <a:cs typeface="宋体" panose="02010600030101010101" pitchFamily="2" charset="-122"/>
                <a:sym typeface="+mn-ea"/>
              </a:rPr>
              <a:t>?</a:t>
            </a:r>
            <a:r>
              <a:rPr lang="zh-CN" altLang="en-US" sz="1200" dirty="0">
                <a:solidFill>
                  <a:srgbClr val="2E867C"/>
                </a:solidFill>
                <a:latin typeface="黑体" panose="02010609060101010101" charset="-122"/>
                <a:ea typeface="黑体" panose="02010609060101010101" charset="-122"/>
                <a:cs typeface="宋体" panose="02010600030101010101" pitchFamily="2" charset="-122"/>
                <a:sym typeface="+mn-ea"/>
              </a:rPr>
              <a:t> </a:t>
            </a:r>
            <a:r>
              <a:rPr lang="ko-KR" altLang="en-US" sz="1200" dirty="0" err="1">
                <a:solidFill>
                  <a:srgbClr val="2E867C"/>
                </a:solidFill>
                <a:latin typeface="黑体" panose="02010609060101010101" charset="-122"/>
                <a:ea typeface="黑体" panose="02010609060101010101" charset="-122"/>
                <a:cs typeface="宋体" panose="02010600030101010101" pitchFamily="2" charset="-122"/>
                <a:sym typeface="+mn-ea"/>
              </a:rPr>
              <a:t>等</a:t>
            </a:r>
            <a:r>
              <a:rPr lang="ko-KR" altLang="en-US" sz="1200" dirty="0">
                <a:solidFill>
                  <a:srgbClr val="2E867C"/>
                </a:solidFill>
                <a:latin typeface="黑体" panose="02010609060101010101" charset="-122"/>
                <a:ea typeface="黑体" panose="02010609060101010101" charset="-122"/>
                <a:cs typeface="宋体" panose="02010600030101010101" pitchFamily="2" charset="-122"/>
                <a:sym typeface="+mn-ea"/>
              </a:rPr>
              <a:t>。</a:t>
            </a:r>
          </a:p>
          <a:p>
            <a:endParaRPr kumimoji="1" lang="zh-CN" altLang="en-US" dirty="0"/>
          </a:p>
        </p:txBody>
      </p:sp>
      <p:sp>
        <p:nvSpPr>
          <p:cNvPr id="4" name="Slide Number Placeholder 3"/>
          <p:cNvSpPr>
            <a:spLocks noGrp="1"/>
          </p:cNvSpPr>
          <p:nvPr>
            <p:ph type="sldNum" sz="quarter" idx="5"/>
          </p:nvPr>
        </p:nvSpPr>
        <p:spPr/>
        <p:txBody>
          <a:bodyPr/>
          <a:lstStyle/>
          <a:p>
            <a:fld id="{E5FEF412-0F2C-D342-B3EC-0C435771396D}" type="slidenum">
              <a:rPr kumimoji="1" lang="zh-CN" altLang="en-US" smtClean="0"/>
              <a:t>15</a:t>
            </a:fld>
            <a:endParaRPr kumimoji="1" lang="zh-CN" altLang="en-US"/>
          </a:p>
        </p:txBody>
      </p:sp>
    </p:spTree>
    <p:extLst>
      <p:ext uri="{BB962C8B-B14F-4D97-AF65-F5344CB8AC3E}">
        <p14:creationId xmlns:p14="http://schemas.microsoft.com/office/powerpoint/2010/main" val="32653061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zh-CN" altLang="en-US" dirty="0"/>
              <a:t>故事较长</a:t>
            </a:r>
            <a:r>
              <a:rPr kumimoji="1" lang="en-US" altLang="zh-CN" dirty="0"/>
              <a:t>,</a:t>
            </a:r>
            <a:r>
              <a:rPr kumimoji="1" lang="zh-CN" altLang="en-US" dirty="0"/>
              <a:t>边听边提问</a:t>
            </a:r>
          </a:p>
        </p:txBody>
      </p:sp>
      <p:sp>
        <p:nvSpPr>
          <p:cNvPr id="4" name="Slide Number Placeholder 3"/>
          <p:cNvSpPr>
            <a:spLocks noGrp="1"/>
          </p:cNvSpPr>
          <p:nvPr>
            <p:ph type="sldNum" sz="quarter" idx="5"/>
          </p:nvPr>
        </p:nvSpPr>
        <p:spPr/>
        <p:txBody>
          <a:bodyPr/>
          <a:lstStyle/>
          <a:p>
            <a:fld id="{E5FEF412-0F2C-D342-B3EC-0C435771396D}" type="slidenum">
              <a:rPr kumimoji="1" lang="zh-CN" altLang="en-US" smtClean="0"/>
              <a:t>18</a:t>
            </a:fld>
            <a:endParaRPr kumimoji="1" lang="zh-CN" altLang="en-US"/>
          </a:p>
        </p:txBody>
      </p:sp>
    </p:spTree>
    <p:extLst>
      <p:ext uri="{BB962C8B-B14F-4D97-AF65-F5344CB8AC3E}">
        <p14:creationId xmlns:p14="http://schemas.microsoft.com/office/powerpoint/2010/main" val="31245085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err="1"/>
              <a:t>观看中问题</a:t>
            </a:r>
            <a:r>
              <a:rPr lang="en-US" b="1" dirty="0"/>
              <a:t> While Watching</a:t>
            </a:r>
          </a:p>
          <a:p>
            <a:r>
              <a:rPr lang="en-US" dirty="0" err="1"/>
              <a:t>可以让学生边看边找答案</a:t>
            </a:r>
            <a:r>
              <a:rPr lang="en-US" dirty="0"/>
              <a:t>。</a:t>
            </a:r>
          </a:p>
          <a:p>
            <a:r>
              <a:rPr lang="en-US" dirty="0" err="1"/>
              <a:t>视频里出现了哪些海洋动物</a:t>
            </a:r>
            <a:r>
              <a:rPr lang="en-US" dirty="0"/>
              <a:t>？</a:t>
            </a:r>
            <a:br>
              <a:rPr lang="en-US" dirty="0"/>
            </a:br>
            <a:r>
              <a:rPr lang="en-US" dirty="0" err="1"/>
              <a:t>例：海龟、鱼、鸟、鲸鱼等</a:t>
            </a:r>
            <a:r>
              <a:rPr lang="en-US" dirty="0"/>
              <a:t>。 </a:t>
            </a:r>
          </a:p>
          <a:p>
            <a:r>
              <a:rPr lang="en-US" dirty="0" err="1"/>
              <a:t>塑料垃圾怎样伤害动物</a:t>
            </a:r>
            <a:r>
              <a:rPr lang="en-US" dirty="0"/>
              <a:t>？</a:t>
            </a:r>
            <a:br>
              <a:rPr lang="en-US" dirty="0"/>
            </a:br>
            <a:r>
              <a:rPr lang="en-US" dirty="0"/>
              <a:t>A. </a:t>
            </a:r>
            <a:r>
              <a:rPr lang="en-US" dirty="0" err="1"/>
              <a:t>动物被缠住</a:t>
            </a:r>
            <a:br>
              <a:rPr lang="en-US" dirty="0"/>
            </a:br>
            <a:r>
              <a:rPr lang="en-US" dirty="0"/>
              <a:t>B. </a:t>
            </a:r>
            <a:r>
              <a:rPr lang="en-US" dirty="0" err="1"/>
              <a:t>动物把塑料当食物吃下去</a:t>
            </a:r>
            <a:br>
              <a:rPr lang="en-US" dirty="0"/>
            </a:br>
            <a:r>
              <a:rPr lang="en-US" dirty="0"/>
              <a:t>C. </a:t>
            </a:r>
            <a:r>
              <a:rPr lang="en-US" dirty="0" err="1"/>
              <a:t>动物的家被污染</a:t>
            </a:r>
            <a:br>
              <a:rPr lang="en-US" dirty="0"/>
            </a:br>
            <a:r>
              <a:rPr lang="en-US" dirty="0"/>
              <a:t>D. </a:t>
            </a:r>
            <a:r>
              <a:rPr lang="en-US" dirty="0" err="1"/>
              <a:t>以上都有</a:t>
            </a:r>
            <a:r>
              <a:rPr lang="en-US" dirty="0"/>
              <a:t> </a:t>
            </a:r>
          </a:p>
          <a:p>
            <a:r>
              <a:rPr lang="en-US" dirty="0" err="1"/>
              <a:t>动物吃下塑料以后，身体会发生什么</a:t>
            </a:r>
            <a:r>
              <a:rPr lang="en-US" dirty="0"/>
              <a:t>？</a:t>
            </a:r>
            <a:br>
              <a:rPr lang="en-US" dirty="0"/>
            </a:br>
            <a:r>
              <a:rPr lang="en-US" dirty="0" err="1"/>
              <a:t>引导答案：肚子里装满塑料，不能正常吃东西，可能生病或死亡</a:t>
            </a:r>
            <a:r>
              <a:rPr lang="en-US" dirty="0"/>
              <a:t>。 </a:t>
            </a:r>
          </a:p>
          <a:p>
            <a:r>
              <a:rPr lang="en-US" dirty="0" err="1"/>
              <a:t>大塑料会不会一直保持原来的样子</a:t>
            </a:r>
            <a:r>
              <a:rPr lang="en-US" dirty="0"/>
              <a:t>？</a:t>
            </a:r>
            <a:br>
              <a:rPr lang="en-US" dirty="0"/>
            </a:br>
            <a:r>
              <a:rPr lang="en-US" dirty="0" err="1"/>
              <a:t>引导答案：不会。它会慢慢碎成很小很小的塑料，叫“微塑料</a:t>
            </a:r>
            <a:r>
              <a:rPr lang="en-US" dirty="0"/>
              <a:t>”。 </a:t>
            </a:r>
          </a:p>
          <a:p>
            <a:r>
              <a:rPr lang="en-US" dirty="0" err="1"/>
              <a:t>小鱼吃了微塑料，大鱼又吃了小鱼。最后谁可能吃到这些塑料</a:t>
            </a:r>
            <a:r>
              <a:rPr lang="en-US" dirty="0"/>
              <a:t>？</a:t>
            </a:r>
            <a:br>
              <a:rPr lang="en-US" dirty="0"/>
            </a:br>
            <a:r>
              <a:rPr lang="en-US" dirty="0" err="1"/>
              <a:t>引导答案：人类</a:t>
            </a:r>
            <a:r>
              <a:rPr lang="en-US" dirty="0"/>
              <a:t>。</a:t>
            </a:r>
          </a:p>
          <a:p>
            <a:endParaRPr kumimoji="1" lang="zh-CN" altLang="en-US" dirty="0"/>
          </a:p>
        </p:txBody>
      </p:sp>
      <p:sp>
        <p:nvSpPr>
          <p:cNvPr id="4" name="Slide Number Placeholder 3"/>
          <p:cNvSpPr>
            <a:spLocks noGrp="1"/>
          </p:cNvSpPr>
          <p:nvPr>
            <p:ph type="sldNum" sz="quarter" idx="5"/>
          </p:nvPr>
        </p:nvSpPr>
        <p:spPr/>
        <p:txBody>
          <a:bodyPr/>
          <a:lstStyle/>
          <a:p>
            <a:fld id="{E5FEF412-0F2C-D342-B3EC-0C435771396D}" type="slidenum">
              <a:rPr kumimoji="1" lang="zh-CN" altLang="en-US" smtClean="0"/>
              <a:t>20</a:t>
            </a:fld>
            <a:endParaRPr kumimoji="1" lang="zh-CN" altLang="en-US"/>
          </a:p>
        </p:txBody>
      </p:sp>
    </p:spTree>
    <p:extLst>
      <p:ext uri="{BB962C8B-B14F-4D97-AF65-F5344CB8AC3E}">
        <p14:creationId xmlns:p14="http://schemas.microsoft.com/office/powerpoint/2010/main" val="31272442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C91192-845D-74A0-99BD-A54E99E826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90585D-09A5-3372-FB38-790077BF75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9F7CE4-6C06-617D-602A-9E2FBA255E57}"/>
              </a:ext>
            </a:extLst>
          </p:cNvPr>
          <p:cNvSpPr>
            <a:spLocks noGrp="1"/>
          </p:cNvSpPr>
          <p:nvPr>
            <p:ph type="body" idx="1"/>
          </p:nvPr>
        </p:nvSpPr>
        <p:spPr/>
        <p:txBody>
          <a:bodyPr/>
          <a:lstStyle/>
          <a:p>
            <a:endParaRPr kumimoji="1" lang="zh-CN" altLang="en-US" dirty="0"/>
          </a:p>
        </p:txBody>
      </p:sp>
      <p:sp>
        <p:nvSpPr>
          <p:cNvPr id="4" name="Slide Number Placeholder 3">
            <a:extLst>
              <a:ext uri="{FF2B5EF4-FFF2-40B4-BE49-F238E27FC236}">
                <a16:creationId xmlns:a16="http://schemas.microsoft.com/office/drawing/2014/main" id="{435880BC-9F19-AD1D-33D9-17F4F8D83E9C}"/>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5FEF412-0F2C-D342-B3EC-0C435771396D}" type="slidenum">
              <a:rPr kumimoji="1" lang="zh-CN" altLang="en-US" sz="1200" b="0" i="0" u="none" strike="noStrike" kern="1200" cap="none" spc="0" normalizeH="0" baseline="0" noProof="0" smtClean="0">
                <a:ln>
                  <a:noFill/>
                </a:ln>
                <a:solidFill>
                  <a:prstClr val="black"/>
                </a:solidFill>
                <a:effectLst/>
                <a:uLnTx/>
                <a:uFillTx/>
                <a:latin typeface="Aptos" panose="0211000402020202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1" lang="zh-CN" altLang="en-US" sz="1200" b="0" i="0" u="none" strike="noStrike" kern="1200" cap="none" spc="0" normalizeH="0" baseline="0" noProof="0">
              <a:ln>
                <a:noFill/>
              </a:ln>
              <a:solidFill>
                <a:prstClr val="black"/>
              </a:solidFill>
              <a:effectLst/>
              <a:uLnTx/>
              <a:uFillTx/>
              <a:latin typeface="Aptos" panose="02110004020202020204"/>
              <a:ea typeface="等线" panose="02010600030101010101" pitchFamily="2" charset="-122"/>
              <a:cs typeface="+mn-cs"/>
            </a:endParaRPr>
          </a:p>
        </p:txBody>
      </p:sp>
    </p:spTree>
    <p:extLst>
      <p:ext uri="{BB962C8B-B14F-4D97-AF65-F5344CB8AC3E}">
        <p14:creationId xmlns:p14="http://schemas.microsoft.com/office/powerpoint/2010/main" val="10438547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D53FD-40E2-B84D-B422-85585E1D0B5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6480123-CCD9-5708-A7E9-56B42EA4D178}"/>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5F2B3F63-F7F0-F642-2352-110C314400D8}"/>
              </a:ext>
            </a:extLst>
          </p:cNvPr>
          <p:cNvSpPr>
            <a:spLocks noGrp="1"/>
          </p:cNvSpPr>
          <p:nvPr>
            <p:ph type="body" idx="3"/>
          </p:nvPr>
        </p:nvSpPr>
        <p:spPr/>
        <p:txBody>
          <a:bodyPr/>
          <a:lstStyle/>
          <a:p>
            <a:endParaRPr lang="zh-CN" altLang="zh-CN"/>
          </a:p>
        </p:txBody>
      </p:sp>
    </p:spTree>
    <p:extLst>
      <p:ext uri="{BB962C8B-B14F-4D97-AF65-F5344CB8AC3E}">
        <p14:creationId xmlns:p14="http://schemas.microsoft.com/office/powerpoint/2010/main" val="10171252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6D7088-6F90-EBDB-69D3-E57ABE68ED2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401B146-8609-5F8E-FB79-93F3015A4C08}"/>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297D6D6D-4FDA-4304-199D-C6B43B133A0D}"/>
              </a:ext>
            </a:extLst>
          </p:cNvPr>
          <p:cNvSpPr>
            <a:spLocks noGrp="1"/>
          </p:cNvSpPr>
          <p:nvPr>
            <p:ph type="body" idx="3"/>
          </p:nvPr>
        </p:nvSpPr>
        <p:spPr/>
        <p:txBody>
          <a:bodyPr/>
          <a:lstStyle/>
          <a:p>
            <a:endParaRPr lang="zh-CN" altLang="zh-CN"/>
          </a:p>
        </p:txBody>
      </p:sp>
    </p:spTree>
    <p:extLst>
      <p:ext uri="{BB962C8B-B14F-4D97-AF65-F5344CB8AC3E}">
        <p14:creationId xmlns:p14="http://schemas.microsoft.com/office/powerpoint/2010/main" val="5000972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FB530-E674-A7E5-D49A-2ADDE810AED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283545A-7AE6-326B-FF7A-5F9161B47ED9}"/>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C5964C02-85C5-9E31-3EC3-EF763BB72D69}"/>
              </a:ext>
            </a:extLst>
          </p:cNvPr>
          <p:cNvSpPr>
            <a:spLocks noGrp="1"/>
          </p:cNvSpPr>
          <p:nvPr>
            <p:ph type="body" idx="3"/>
          </p:nvPr>
        </p:nvSpPr>
        <p:spPr/>
        <p:txBody>
          <a:bodyPr/>
          <a:lstStyle/>
          <a:p>
            <a:endParaRPr lang="zh-CN" altLang="zh-CN"/>
          </a:p>
        </p:txBody>
      </p:sp>
    </p:spTree>
    <p:extLst>
      <p:ext uri="{BB962C8B-B14F-4D97-AF65-F5344CB8AC3E}">
        <p14:creationId xmlns:p14="http://schemas.microsoft.com/office/powerpoint/2010/main" val="1293135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15F2D3-D404-4CB9-BEB1-8213AC85313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6DF85D5-4DF2-8530-E2AE-E34E3B785A50}"/>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DE0DFBB3-1083-1345-DBB7-E7F9D7426999}"/>
              </a:ext>
            </a:extLst>
          </p:cNvPr>
          <p:cNvSpPr>
            <a:spLocks noGrp="1"/>
          </p:cNvSpPr>
          <p:nvPr>
            <p:ph type="body" idx="3"/>
          </p:nvPr>
        </p:nvSpPr>
        <p:spPr/>
        <p:txBody>
          <a:bodyPr/>
          <a:lstStyle/>
          <a:p>
            <a:endParaRPr lang="zh-CN" altLang="zh-CN"/>
          </a:p>
        </p:txBody>
      </p:sp>
    </p:spTree>
    <p:extLst>
      <p:ext uri="{BB962C8B-B14F-4D97-AF65-F5344CB8AC3E}">
        <p14:creationId xmlns:p14="http://schemas.microsoft.com/office/powerpoint/2010/main" val="34200395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6/30/26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6/30/26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6/30/26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6/30/26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6/30/26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6/30/26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31790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61168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6/30/26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4"/>
          <a:stretch>
            <a:fillRect/>
          </a:stretch>
        </a:blipFill>
        <a:effectLst/>
      </p:bgPr>
    </p:bg>
    <p:spTree>
      <p:nvGrpSpPr>
        <p:cNvPr id="1" name=""/>
        <p:cNvGrpSpPr/>
        <p:nvPr/>
      </p:nvGrpSpPr>
      <p:grpSpPr>
        <a:xfrm>
          <a:off x="0" y="0"/>
          <a:ext cx="0" cy="0"/>
          <a:chOff x="0" y="0"/>
          <a:chExt cx="0" cy="0"/>
        </a:xfrm>
      </p:grpSpPr>
      <p:pic>
        <p:nvPicPr>
          <p:cNvPr id="2" name="图片 1" descr="课件空白页"/>
          <p:cNvPicPr>
            <a:picLocks noChangeAspect="1"/>
          </p:cNvPicPr>
          <p:nvPr userDrawn="1"/>
        </p:nvPicPr>
        <p:blipFill>
          <a:blip r:embed="rId4"/>
          <a:stretch>
            <a:fillRect/>
          </a:stretch>
        </p:blipFill>
        <p:spPr>
          <a:xfrm>
            <a:off x="1" y="1"/>
            <a:ext cx="9144476" cy="5143976"/>
          </a:xfrm>
          <a:prstGeom prst="rect">
            <a:avLst/>
          </a:prstGeom>
        </p:spPr>
      </p:pic>
    </p:spTree>
    <p:extLst>
      <p:ext uri="{BB962C8B-B14F-4D97-AF65-F5344CB8AC3E}">
        <p14:creationId xmlns:p14="http://schemas.microsoft.com/office/powerpoint/2010/main" val="3116160934"/>
      </p:ext>
    </p:extLst>
  </p:cSld>
  <p:clrMap bg1="lt1" tx1="dk1" bg2="lt2" tx2="dk2" accent1="accent1" accent2="accent2" accent3="accent3" accent4="accent4" accent5="accent5" accent6="accent6" hlink="hlink" folHlink="folHlink"/>
  <p:sldLayoutIdLst>
    <p:sldLayoutId id="2147483661" r:id="rId1"/>
    <p:sldLayoutId id="2147483662" r:id="rId2"/>
  </p:sldLayoutIdLst>
  <p:hf sldNum="0" hdr="0" ftr="0" dt="0"/>
  <p:txStyles>
    <p:titleStyle>
      <a:lvl1pPr marL="0" lvl="0" indent="0" algn="ctr" defTabSz="685800" eaLnBrk="1" fontAlgn="base" latinLnBrk="0" hangingPunct="1">
        <a:lnSpc>
          <a:spcPct val="100000"/>
        </a:lnSpc>
        <a:spcBef>
          <a:spcPct val="0"/>
        </a:spcBef>
        <a:spcAft>
          <a:spcPct val="0"/>
        </a:spcAft>
        <a:buNone/>
        <a:defRPr sz="3300" b="0" i="0" u="none" kern="1200" baseline="0">
          <a:solidFill>
            <a:schemeClr val="tx2"/>
          </a:solidFill>
          <a:latin typeface="+mj-lt"/>
          <a:ea typeface="+mj-ea"/>
          <a:cs typeface="+mj-cs"/>
        </a:defRPr>
      </a:lvl1pPr>
    </p:titleStyle>
    <p:bodyStyle>
      <a:lvl1pPr marL="257175" lvl="0" indent="-257175" algn="l" defTabSz="6858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1pPr>
      <a:lvl2pPr marL="557213" lvl="1" indent="-214313" algn="l" defTabSz="685800" eaLnBrk="1" fontAlgn="base" latinLnBrk="0" hangingPunct="1">
        <a:lnSpc>
          <a:spcPct val="100000"/>
        </a:lnSpc>
        <a:spcBef>
          <a:spcPct val="20000"/>
        </a:spcBef>
        <a:spcAft>
          <a:spcPct val="0"/>
        </a:spcAft>
        <a:buChar char="–"/>
        <a:defRPr sz="2100" b="0" i="0" u="none" kern="1200" baseline="0">
          <a:solidFill>
            <a:schemeClr val="tx1"/>
          </a:solidFill>
          <a:latin typeface="+mn-lt"/>
          <a:ea typeface="+mn-ea"/>
          <a:cs typeface="+mn-cs"/>
        </a:defRPr>
      </a:lvl2pPr>
      <a:lvl3pPr marL="857250" lvl="2" indent="-171450" algn="l" defTabSz="685800" eaLnBrk="1" fontAlgn="base" latinLnBrk="0" hangingPunct="1">
        <a:lnSpc>
          <a:spcPct val="100000"/>
        </a:lnSpc>
        <a:spcBef>
          <a:spcPct val="20000"/>
        </a:spcBef>
        <a:spcAft>
          <a:spcPct val="0"/>
        </a:spcAft>
        <a:buChar char="•"/>
        <a:defRPr sz="1800" b="0" i="0" u="none" kern="1200" baseline="0">
          <a:solidFill>
            <a:schemeClr val="tx1"/>
          </a:solidFill>
          <a:latin typeface="+mn-lt"/>
          <a:ea typeface="+mn-ea"/>
          <a:cs typeface="+mn-cs"/>
        </a:defRPr>
      </a:lvl3pPr>
      <a:lvl4pPr marL="1200150" lvl="3" indent="-171450" algn="l" defTabSz="685800" eaLnBrk="1" fontAlgn="base" latinLnBrk="0" hangingPunct="1">
        <a:lnSpc>
          <a:spcPct val="100000"/>
        </a:lnSpc>
        <a:spcBef>
          <a:spcPct val="20000"/>
        </a:spcBef>
        <a:spcAft>
          <a:spcPct val="0"/>
        </a:spcAft>
        <a:buChar char="–"/>
        <a:defRPr sz="1500" b="0" i="0" u="none" kern="1200" baseline="0">
          <a:solidFill>
            <a:schemeClr val="tx1"/>
          </a:solidFill>
          <a:latin typeface="+mn-lt"/>
          <a:ea typeface="+mn-ea"/>
          <a:cs typeface="+mn-cs"/>
        </a:defRPr>
      </a:lvl4pPr>
      <a:lvl5pPr marL="1543050" lvl="4" indent="-171450" algn="l" defTabSz="685800" eaLnBrk="1" fontAlgn="base" latinLnBrk="0" hangingPunct="1">
        <a:lnSpc>
          <a:spcPct val="100000"/>
        </a:lnSpc>
        <a:spcBef>
          <a:spcPct val="20000"/>
        </a:spcBef>
        <a:spcAft>
          <a:spcPct val="0"/>
        </a:spcAft>
        <a:buChar char="»"/>
        <a:defRPr sz="1500" b="0" i="0" u="none" kern="1200" baseline="0">
          <a:solidFill>
            <a:schemeClr val="tx1"/>
          </a:solidFill>
          <a:latin typeface="+mn-lt"/>
          <a:ea typeface="+mn-ea"/>
          <a:cs typeface="+mn-cs"/>
        </a:defRPr>
      </a:lvl5pPr>
      <a:lvl6pPr marL="1885950" lvl="5" indent="-171450" algn="l" defTabSz="685800" eaLnBrk="1" fontAlgn="base" latinLnBrk="0" hangingPunct="1">
        <a:lnSpc>
          <a:spcPct val="100000"/>
        </a:lnSpc>
        <a:spcBef>
          <a:spcPct val="20000"/>
        </a:spcBef>
        <a:spcAft>
          <a:spcPct val="0"/>
        </a:spcAft>
        <a:buChar char="»"/>
        <a:defRPr sz="1500" b="0" i="0" u="none" kern="1200" baseline="0">
          <a:solidFill>
            <a:schemeClr val="tx1"/>
          </a:solidFill>
          <a:latin typeface="+mn-lt"/>
          <a:ea typeface="+mn-ea"/>
          <a:cs typeface="+mn-cs"/>
        </a:defRPr>
      </a:lvl6pPr>
      <a:lvl7pPr marL="2228850" lvl="6" indent="-171450" algn="l" defTabSz="685800" eaLnBrk="1" fontAlgn="base" latinLnBrk="0" hangingPunct="1">
        <a:lnSpc>
          <a:spcPct val="100000"/>
        </a:lnSpc>
        <a:spcBef>
          <a:spcPct val="20000"/>
        </a:spcBef>
        <a:spcAft>
          <a:spcPct val="0"/>
        </a:spcAft>
        <a:buChar char="»"/>
        <a:defRPr sz="1500" b="0" i="0" u="none" kern="1200" baseline="0">
          <a:solidFill>
            <a:schemeClr val="tx1"/>
          </a:solidFill>
          <a:latin typeface="+mn-lt"/>
          <a:ea typeface="+mn-ea"/>
          <a:cs typeface="+mn-cs"/>
        </a:defRPr>
      </a:lvl7pPr>
      <a:lvl8pPr marL="2571750" lvl="7" indent="-171450" algn="l" defTabSz="685800" eaLnBrk="1" fontAlgn="base" latinLnBrk="0" hangingPunct="1">
        <a:lnSpc>
          <a:spcPct val="100000"/>
        </a:lnSpc>
        <a:spcBef>
          <a:spcPct val="20000"/>
        </a:spcBef>
        <a:spcAft>
          <a:spcPct val="0"/>
        </a:spcAft>
        <a:buChar char="»"/>
        <a:defRPr sz="1500" b="0" i="0" u="none" kern="1200" baseline="0">
          <a:solidFill>
            <a:schemeClr val="tx1"/>
          </a:solidFill>
          <a:latin typeface="+mn-lt"/>
          <a:ea typeface="+mn-ea"/>
          <a:cs typeface="+mn-cs"/>
        </a:defRPr>
      </a:lvl8pPr>
      <a:lvl9pPr marL="2914650" lvl="8" indent="-171450" algn="l" defTabSz="685800" eaLnBrk="1" fontAlgn="base" latinLnBrk="0" hangingPunct="1">
        <a:lnSpc>
          <a:spcPct val="100000"/>
        </a:lnSpc>
        <a:spcBef>
          <a:spcPct val="20000"/>
        </a:spcBef>
        <a:spcAft>
          <a:spcPct val="0"/>
        </a:spcAft>
        <a:buChar char="»"/>
        <a:defRPr sz="1500" b="0" i="0" u="none" kern="1200" baseline="0">
          <a:solidFill>
            <a:schemeClr val="tx1"/>
          </a:solidFill>
          <a:latin typeface="+mn-lt"/>
          <a:ea typeface="+mn-ea"/>
          <a:cs typeface="+mn-cs"/>
        </a:defRPr>
      </a:lvl9pPr>
    </p:bodyStyle>
    <p:otherStyle>
      <a:lvl1pPr marL="0" lvl="0" indent="0" algn="l" defTabSz="685800" eaLnBrk="1" fontAlgn="base" latinLnBrk="0" hangingPunct="1">
        <a:lnSpc>
          <a:spcPct val="100000"/>
        </a:lnSpc>
        <a:spcBef>
          <a:spcPct val="0"/>
        </a:spcBef>
        <a:spcAft>
          <a:spcPct val="0"/>
        </a:spcAft>
        <a:buNone/>
        <a:defRPr sz="1350" b="0" i="0" u="none" kern="1200" baseline="0">
          <a:solidFill>
            <a:schemeClr val="tx1"/>
          </a:solidFill>
          <a:latin typeface="+mn-lt"/>
          <a:ea typeface="+mn-ea"/>
          <a:cs typeface="+mn-cs"/>
        </a:defRPr>
      </a:lvl1pPr>
      <a:lvl2pPr marL="342900" lvl="1" indent="0" algn="l" defTabSz="6858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685800" lvl="2" indent="0" algn="l" defTabSz="6858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028700" lvl="3" indent="0" algn="l" defTabSz="6858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371600" lvl="4" indent="0" algn="l" defTabSz="6858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1714500" lvl="5" indent="0" algn="l" defTabSz="6858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057400" lvl="6" indent="0" algn="l" defTabSz="6858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2400300" lvl="7" indent="0" algn="l" defTabSz="6858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2743200" lvl="8" indent="0" algn="l" defTabSz="6858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3.xml"/><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3.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13.xml"/><Relationship Id="rId5" Type="http://schemas.openxmlformats.org/officeDocument/2006/relationships/image" Target="../media/image9.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3.xml"/><Relationship Id="rId5" Type="http://schemas.openxmlformats.org/officeDocument/2006/relationships/image" Target="../media/image14.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audio" Target="../media/audio1.wav"/><Relationship Id="rId1" Type="http://schemas.openxmlformats.org/officeDocument/2006/relationships/slideLayout" Target="../slideLayouts/slideLayout13.xml"/><Relationship Id="rId5" Type="http://schemas.openxmlformats.org/officeDocument/2006/relationships/image" Target="../media/image6.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4.png"/><Relationship Id="rId3" Type="http://schemas.openxmlformats.org/officeDocument/2006/relationships/audio" Target="../media/audio2.wav"/><Relationship Id="rId7" Type="http://schemas.openxmlformats.org/officeDocument/2006/relationships/image" Target="../media/image6.png"/><Relationship Id="rId12"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13.xml"/><Relationship Id="rId6" Type="http://schemas.openxmlformats.org/officeDocument/2006/relationships/image" Target="../media/image19.png"/><Relationship Id="rId11" Type="http://schemas.openxmlformats.org/officeDocument/2006/relationships/image" Target="../media/image23.png"/><Relationship Id="rId5" Type="http://schemas.openxmlformats.org/officeDocument/2006/relationships/image" Target="../media/image18.png"/><Relationship Id="rId10" Type="http://schemas.openxmlformats.org/officeDocument/2006/relationships/image" Target="../media/image22.png"/><Relationship Id="rId4" Type="http://schemas.openxmlformats.org/officeDocument/2006/relationships/audio" Target="../media/audio1.wav"/><Relationship Id="rId9"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video" Target="https://www.youtube.com/embed/LHY2XcCiBSw?start=47&amp;feature=oembed" TargetMode="External"/><Relationship Id="rId5" Type="http://schemas.openxmlformats.org/officeDocument/2006/relationships/image" Target="../media/image26.jpeg"/><Relationship Id="rId4" Type="http://schemas.openxmlformats.org/officeDocument/2006/relationships/hyperlink" Target="https://www.youtube.com/watch?v=LHY2XcCiBSw&amp;t=47s" TargetMode="External"/></Relationships>
</file>

<file path=ppt/slides/_rels/slide1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video" Target="https://www.youtube.com/embed/jwdvZFv7Uko?start=8&amp;feature=oembed" TargetMode="External"/><Relationship Id="rId5" Type="http://schemas.openxmlformats.org/officeDocument/2006/relationships/image" Target="../media/image27.jpeg"/><Relationship Id="rId4" Type="http://schemas.openxmlformats.org/officeDocument/2006/relationships/hyperlink" Target="https://www.youtube.com/watch?v=jwdvZFv7Uko&amp;t=8s" TargetMode="Externa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audio" Target="../media/audio1.wav"/><Relationship Id="rId7" Type="http://schemas.openxmlformats.org/officeDocument/2006/relationships/image" Target="../media/image32.png"/><Relationship Id="rId2" Type="http://schemas.openxmlformats.org/officeDocument/2006/relationships/audio" Target="../media/audio3.wav"/><Relationship Id="rId1" Type="http://schemas.openxmlformats.org/officeDocument/2006/relationships/slideLayout" Target="../slideLayouts/slideLayout13.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 Id="rId9"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hyperlink" Target="https://www.baamboozle.com/games" TargetMode="Externa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45.png"/><Relationship Id="rId3" Type="http://schemas.openxmlformats.org/officeDocument/2006/relationships/image" Target="../media/image5.png"/><Relationship Id="rId7" Type="http://schemas.openxmlformats.org/officeDocument/2006/relationships/image" Target="../media/image40.png"/><Relationship Id="rId12" Type="http://schemas.openxmlformats.org/officeDocument/2006/relationships/image" Target="../media/image44.png"/><Relationship Id="rId2" Type="http://schemas.openxmlformats.org/officeDocument/2006/relationships/audio" Target="../media/audio3.wav"/><Relationship Id="rId1" Type="http://schemas.openxmlformats.org/officeDocument/2006/relationships/slideLayout" Target="../slideLayouts/slideLayout13.xml"/><Relationship Id="rId6" Type="http://schemas.openxmlformats.org/officeDocument/2006/relationships/image" Target="../media/image39.png"/><Relationship Id="rId11" Type="http://schemas.openxmlformats.org/officeDocument/2006/relationships/image" Target="../media/image43.png"/><Relationship Id="rId5" Type="http://schemas.openxmlformats.org/officeDocument/2006/relationships/image" Target="../media/image38.png"/><Relationship Id="rId10" Type="http://schemas.openxmlformats.org/officeDocument/2006/relationships/image" Target="../media/image42.png"/><Relationship Id="rId4" Type="http://schemas.openxmlformats.org/officeDocument/2006/relationships/image" Target="../media/image37.png"/><Relationship Id="rId9" Type="http://schemas.openxmlformats.org/officeDocument/2006/relationships/image" Target="../media/image6.png"/><Relationship Id="rId14" Type="http://schemas.openxmlformats.org/officeDocument/2006/relationships/image" Target="../media/image46.png"/></Relationships>
</file>

<file path=ppt/slides/_rels/slide4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3.xml"/><Relationship Id="rId4" Type="http://schemas.openxmlformats.org/officeDocument/2006/relationships/image" Target="../media/image48.png"/></Relationships>
</file>

<file path=ppt/slides/_rels/slide44.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image" Target="../media/image49.png"/><Relationship Id="rId3" Type="http://schemas.openxmlformats.org/officeDocument/2006/relationships/tags" Target="../tags/tag3.xml"/><Relationship Id="rId21" Type="http://schemas.openxmlformats.org/officeDocument/2006/relationships/image" Target="../media/image52.png"/><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image" Target="../media/image5.png"/><Relationship Id="rId2" Type="http://schemas.openxmlformats.org/officeDocument/2006/relationships/tags" Target="../tags/tag2.xml"/><Relationship Id="rId16" Type="http://schemas.openxmlformats.org/officeDocument/2006/relationships/slideLayout" Target="../slideLayouts/slideLayout13.xml"/><Relationship Id="rId20" Type="http://schemas.openxmlformats.org/officeDocument/2006/relationships/image" Target="../media/image51.png"/><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image" Target="../media/image50.png"/><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image" Target="../media/image53.png"/></Relationships>
</file>

<file path=ppt/slides/_rels/slide45.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8" Type="http://schemas.openxmlformats.org/officeDocument/2006/relationships/tags" Target="../tags/tag23.xml"/><Relationship Id="rId13" Type="http://schemas.openxmlformats.org/officeDocument/2006/relationships/image" Target="../media/image55.png"/><Relationship Id="rId3" Type="http://schemas.openxmlformats.org/officeDocument/2006/relationships/tags" Target="../tags/tag18.xml"/><Relationship Id="rId7" Type="http://schemas.openxmlformats.org/officeDocument/2006/relationships/tags" Target="../tags/tag22.xml"/><Relationship Id="rId12" Type="http://schemas.openxmlformats.org/officeDocument/2006/relationships/image" Target="../media/image6.png"/><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tags" Target="../tags/tag21.xml"/><Relationship Id="rId11" Type="http://schemas.openxmlformats.org/officeDocument/2006/relationships/image" Target="../media/image5.png"/><Relationship Id="rId5" Type="http://schemas.openxmlformats.org/officeDocument/2006/relationships/tags" Target="../tags/tag20.xml"/><Relationship Id="rId15" Type="http://schemas.openxmlformats.org/officeDocument/2006/relationships/image" Target="../media/image57.png"/><Relationship Id="rId10" Type="http://schemas.openxmlformats.org/officeDocument/2006/relationships/slideLayout" Target="../slideLayouts/slideLayout13.xml"/><Relationship Id="rId4" Type="http://schemas.openxmlformats.org/officeDocument/2006/relationships/tags" Target="../tags/tag19.xml"/><Relationship Id="rId9" Type="http://schemas.openxmlformats.org/officeDocument/2006/relationships/tags" Target="../tags/tag24.xml"/><Relationship Id="rId14" Type="http://schemas.openxmlformats.org/officeDocument/2006/relationships/image" Target="../media/image56.png"/></Relationships>
</file>

<file path=ppt/slides/_rels/slide4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3.xml"/><Relationship Id="rId5" Type="http://schemas.openxmlformats.org/officeDocument/2006/relationships/image" Target="../media/image62.png"/><Relationship Id="rId4" Type="http://schemas.openxmlformats.org/officeDocument/2006/relationships/image" Target="../media/image61.png"/></Relationships>
</file>

<file path=ppt/slides/_rels/slide5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5.png"/><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5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5.png"/><Relationship Id="rId1" Type="http://schemas.openxmlformats.org/officeDocument/2006/relationships/slideLayout" Target="../slideLayouts/slideLayout13.xml"/><Relationship Id="rId5" Type="http://schemas.openxmlformats.org/officeDocument/2006/relationships/image" Target="../media/image6.png"/><Relationship Id="rId4" Type="http://schemas.openxmlformats.org/officeDocument/2006/relationships/image" Target="../media/image65.png"/></Relationships>
</file>

<file path=ppt/slides/_rels/slide53.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5.png"/><Relationship Id="rId1" Type="http://schemas.openxmlformats.org/officeDocument/2006/relationships/slideLayout" Target="../slideLayouts/slideLayout13.xml"/><Relationship Id="rId5" Type="http://schemas.openxmlformats.org/officeDocument/2006/relationships/image" Target="../media/image6.png"/><Relationship Id="rId4" Type="http://schemas.openxmlformats.org/officeDocument/2006/relationships/image" Target="../media/image67.png"/></Relationships>
</file>

<file path=ppt/slides/_rels/slide5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3.xml"/><Relationship Id="rId6" Type="http://schemas.openxmlformats.org/officeDocument/2006/relationships/image" Target="../media/image68.png"/><Relationship Id="rId5" Type="http://schemas.openxmlformats.org/officeDocument/2006/relationships/image" Target="../media/image62.png"/><Relationship Id="rId4" Type="http://schemas.openxmlformats.org/officeDocument/2006/relationships/image" Target="../media/image61.png"/></Relationships>
</file>

<file path=ppt/slides/_rels/slide56.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5.png"/><Relationship Id="rId1" Type="http://schemas.openxmlformats.org/officeDocument/2006/relationships/slideLayout" Target="../slideLayouts/slideLayout13.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png"/></Relationships>
</file>

<file path=ppt/slides/_rels/slide5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A3A"/>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8229600" cy="457200"/>
          </a:xfrm>
          <a:prstGeom prst="rect">
            <a:avLst/>
          </a:prstGeom>
          <a:noFill/>
        </p:spPr>
        <p:txBody>
          <a:bodyPr wrap="square">
            <a:spAutoFit/>
          </a:bodyPr>
          <a:lstStyle/>
          <a:p>
            <a:pPr algn="ctr"/>
            <a:r>
              <a:rPr sz="1800" b="1">
                <a:solidFill>
                  <a:srgbClr val="F5C242"/>
                </a:solidFill>
                <a:latin typeface="KaiTi"/>
              </a:rPr>
              <a:t>♻️  零 废 弃 与 可 持 续 发 展  Zero Waste &amp; Sustainability</a:t>
            </a:r>
          </a:p>
        </p:txBody>
      </p:sp>
      <p:sp>
        <p:nvSpPr>
          <p:cNvPr id="3" name="TextBox 2"/>
          <p:cNvSpPr txBox="1"/>
          <p:nvPr/>
        </p:nvSpPr>
        <p:spPr>
          <a:xfrm>
            <a:off x="457200" y="914400"/>
            <a:ext cx="8229600" cy="457200"/>
          </a:xfrm>
          <a:prstGeom prst="rect">
            <a:avLst/>
          </a:prstGeom>
          <a:noFill/>
        </p:spPr>
        <p:txBody>
          <a:bodyPr wrap="square">
            <a:spAutoFit/>
          </a:bodyPr>
          <a:lstStyle/>
          <a:p>
            <a:pPr algn="ctr"/>
            <a:r>
              <a:rPr sz="3000" b="1">
                <a:solidFill>
                  <a:srgbClr val="FFFFFF"/>
                </a:solidFill>
                <a:latin typeface="KaiTi"/>
              </a:rPr>
              <a:t>Day 3 · 水 与 塑 料 · 海 洋 小 卫 士</a:t>
            </a:r>
          </a:p>
        </p:txBody>
      </p:sp>
      <p:sp>
        <p:nvSpPr>
          <p:cNvPr id="4" name="TextBox 3"/>
          <p:cNvSpPr txBox="1"/>
          <p:nvPr/>
        </p:nvSpPr>
        <p:spPr>
          <a:xfrm>
            <a:off x="457200" y="1417320"/>
            <a:ext cx="8229600" cy="365760"/>
          </a:xfrm>
          <a:prstGeom prst="rect">
            <a:avLst/>
          </a:prstGeom>
          <a:noFill/>
        </p:spPr>
        <p:txBody>
          <a:bodyPr wrap="square">
            <a:spAutoFit/>
          </a:bodyPr>
          <a:lstStyle/>
          <a:p>
            <a:pPr algn="ctr"/>
            <a:r>
              <a:rPr sz="1600" b="0">
                <a:solidFill>
                  <a:srgbClr val="BBBBBB"/>
                </a:solidFill>
                <a:latin typeface="KaiTi"/>
              </a:rPr>
              <a:t>Water &amp; Plastic — Little Ocean Guardians</a:t>
            </a:r>
          </a:p>
        </p:txBody>
      </p:sp>
      <p:sp>
        <p:nvSpPr>
          <p:cNvPr id="5" name="TextBox 4"/>
          <p:cNvSpPr txBox="1"/>
          <p:nvPr/>
        </p:nvSpPr>
        <p:spPr>
          <a:xfrm>
            <a:off x="457200" y="2103120"/>
            <a:ext cx="8229600" cy="640080"/>
          </a:xfrm>
          <a:prstGeom prst="rect">
            <a:avLst/>
          </a:prstGeom>
          <a:noFill/>
        </p:spPr>
        <p:txBody>
          <a:bodyPr wrap="square">
            <a:spAutoFit/>
          </a:bodyPr>
          <a:lstStyle/>
          <a:p>
            <a:pPr algn="ctr"/>
            <a:r>
              <a:rPr sz="4400" b="0">
                <a:solidFill>
                  <a:srgbClr val="0B5C8C"/>
                </a:solidFill>
                <a:latin typeface="KaiTi"/>
              </a:rPr>
              <a:t>💧  🌊  🐢  🥤  🛍️  ♻️</a:t>
            </a:r>
          </a:p>
        </p:txBody>
      </p:sp>
      <p:sp>
        <p:nvSpPr>
          <p:cNvPr id="6" name="Rounded Rectangle 5"/>
          <p:cNvSpPr/>
          <p:nvPr/>
        </p:nvSpPr>
        <p:spPr>
          <a:xfrm>
            <a:off x="1097280" y="3200400"/>
            <a:ext cx="6949440" cy="1417320"/>
          </a:xfrm>
          <a:prstGeom prst="roundRect">
            <a:avLst/>
          </a:prstGeom>
          <a:solidFill>
            <a:srgbClr val="0B5C8C"/>
          </a:solidFill>
          <a:ln w="38100">
            <a:solidFill>
              <a:srgbClr val="F5C2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88720" y="3291840"/>
            <a:ext cx="6766560" cy="320040"/>
          </a:xfrm>
          <a:prstGeom prst="rect">
            <a:avLst/>
          </a:prstGeom>
          <a:noFill/>
        </p:spPr>
        <p:txBody>
          <a:bodyPr wrap="square">
            <a:spAutoFit/>
          </a:bodyPr>
          <a:lstStyle/>
          <a:p>
            <a:pPr algn="ctr"/>
            <a:r>
              <a:rPr sz="1300" b="1">
                <a:solidFill>
                  <a:srgbClr val="F5C242"/>
                </a:solidFill>
                <a:latin typeface="KaiTi"/>
              </a:rPr>
              <a:t>🤔 今 天 的 探 究 问 题  Today's Inquiry</a:t>
            </a:r>
          </a:p>
        </p:txBody>
      </p:sp>
      <p:sp>
        <p:nvSpPr>
          <p:cNvPr id="8" name="TextBox 7"/>
          <p:cNvSpPr txBox="1"/>
          <p:nvPr/>
        </p:nvSpPr>
        <p:spPr>
          <a:xfrm>
            <a:off x="1188720" y="3657600"/>
            <a:ext cx="6766560" cy="411480"/>
          </a:xfrm>
          <a:prstGeom prst="rect">
            <a:avLst/>
          </a:prstGeom>
          <a:noFill/>
        </p:spPr>
        <p:txBody>
          <a:bodyPr wrap="square">
            <a:spAutoFit/>
          </a:bodyPr>
          <a:lstStyle/>
          <a:p>
            <a:pPr algn="ctr"/>
            <a:r>
              <a:rPr sz="1800" b="1">
                <a:solidFill>
                  <a:srgbClr val="FFFFFF"/>
                </a:solidFill>
                <a:latin typeface="KaiTi"/>
              </a:rPr>
              <a:t>我 们 怎 样 节 约 用 水、减 少 塑 料, 保 护 海 洋?</a:t>
            </a:r>
          </a:p>
        </p:txBody>
      </p:sp>
      <p:sp>
        <p:nvSpPr>
          <p:cNvPr id="9" name="TextBox 8"/>
          <p:cNvSpPr txBox="1"/>
          <p:nvPr/>
        </p:nvSpPr>
        <p:spPr>
          <a:xfrm>
            <a:off x="1188720" y="4160520"/>
            <a:ext cx="6766560" cy="320040"/>
          </a:xfrm>
          <a:prstGeom prst="rect">
            <a:avLst/>
          </a:prstGeom>
          <a:noFill/>
        </p:spPr>
        <p:txBody>
          <a:bodyPr wrap="square">
            <a:spAutoFit/>
          </a:bodyPr>
          <a:lstStyle/>
          <a:p>
            <a:pPr algn="ctr"/>
            <a:r>
              <a:rPr sz="1100" b="0">
                <a:solidFill>
                  <a:srgbClr val="FFF3E0"/>
                </a:solidFill>
                <a:latin typeface="KaiTi"/>
              </a:rPr>
              <a:t>How can we save water and cut plastic to protect the ocean?</a:t>
            </a:r>
          </a:p>
        </p:txBody>
      </p:sp>
      <p:sp>
        <p:nvSpPr>
          <p:cNvPr id="10" name="TextBox 9"/>
          <p:cNvSpPr txBox="1"/>
          <p:nvPr/>
        </p:nvSpPr>
        <p:spPr>
          <a:xfrm>
            <a:off x="8412480" y="192024"/>
            <a:ext cx="457200" cy="310896"/>
          </a:xfrm>
          <a:prstGeom prst="rect">
            <a:avLst/>
          </a:prstGeom>
          <a:noFill/>
        </p:spPr>
        <p:txBody>
          <a:bodyPr wrap="square">
            <a:spAutoFit/>
          </a:bodyPr>
          <a:lstStyle/>
          <a:p>
            <a:pPr algn="r"/>
            <a:r>
              <a:rPr sz="1200" b="1">
                <a:solidFill>
                  <a:srgbClr val="FFFFFF"/>
                </a:solidFill>
                <a:latin typeface="KaiTi"/>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8EC"/>
        </a:solidFill>
        <a:effectLst/>
      </p:bgPr>
    </p:bg>
    <p:spTree>
      <p:nvGrpSpPr>
        <p:cNvPr id="1" name=""/>
        <p:cNvGrpSpPr/>
        <p:nvPr/>
      </p:nvGrpSpPr>
      <p:grpSpPr>
        <a:xfrm>
          <a:off x="0" y="0"/>
          <a:ext cx="0" cy="0"/>
          <a:chOff x="0" y="0"/>
          <a:chExt cx="0" cy="0"/>
        </a:xfrm>
      </p:grpSpPr>
      <p:sp>
        <p:nvSpPr>
          <p:cNvPr id="2" name="Rounded Rectangle 1"/>
          <p:cNvSpPr/>
          <p:nvPr/>
        </p:nvSpPr>
        <p:spPr>
          <a:xfrm>
            <a:off x="274320" y="137160"/>
            <a:ext cx="8595360" cy="502920"/>
          </a:xfrm>
          <a:prstGeom prst="roundRect">
            <a:avLst/>
          </a:prstGeom>
          <a:solidFill>
            <a:srgbClr val="0B5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64592"/>
            <a:ext cx="8412480" cy="457200"/>
          </a:xfrm>
          <a:prstGeom prst="rect">
            <a:avLst/>
          </a:prstGeom>
          <a:noFill/>
        </p:spPr>
        <p:txBody>
          <a:bodyPr wrap="square">
            <a:spAutoFit/>
          </a:bodyPr>
          <a:lstStyle/>
          <a:p>
            <a:r>
              <a:rPr sz="2000" b="1">
                <a:solidFill>
                  <a:srgbClr val="FFFFFF"/>
                </a:solidFill>
                <a:latin typeface="KaiTi"/>
              </a:rPr>
              <a:t>⏰ 今 日 时 间 安 排  Today's Schedule</a:t>
            </a:r>
          </a:p>
        </p:txBody>
      </p:sp>
      <p:sp>
        <p:nvSpPr>
          <p:cNvPr id="4" name="Rounded Rectangle 3"/>
          <p:cNvSpPr/>
          <p:nvPr/>
        </p:nvSpPr>
        <p:spPr>
          <a:xfrm>
            <a:off x="457200" y="960120"/>
            <a:ext cx="8229600" cy="1143000"/>
          </a:xfrm>
          <a:prstGeom prst="roundRect">
            <a:avLst/>
          </a:prstGeom>
          <a:solidFill>
            <a:srgbClr val="0B5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161288"/>
            <a:ext cx="4846320" cy="457200"/>
          </a:xfrm>
          <a:prstGeom prst="rect">
            <a:avLst/>
          </a:prstGeom>
          <a:noFill/>
        </p:spPr>
        <p:txBody>
          <a:bodyPr wrap="square">
            <a:spAutoFit/>
          </a:bodyPr>
          <a:lstStyle/>
          <a:p>
            <a:r>
              <a:rPr sz="2200" b="1">
                <a:solidFill>
                  <a:srgbClr val="FFFFFF"/>
                </a:solidFill>
                <a:latin typeface="KaiTi"/>
              </a:rPr>
              <a:t>Session 1 · 上午</a:t>
            </a:r>
          </a:p>
        </p:txBody>
      </p:sp>
      <p:sp>
        <p:nvSpPr>
          <p:cNvPr id="6" name="TextBox 5"/>
          <p:cNvSpPr txBox="1"/>
          <p:nvPr/>
        </p:nvSpPr>
        <p:spPr>
          <a:xfrm>
            <a:off x="731520" y="1673352"/>
            <a:ext cx="4846320" cy="292388"/>
          </a:xfrm>
          <a:prstGeom prst="rect">
            <a:avLst/>
          </a:prstGeom>
          <a:noFill/>
        </p:spPr>
        <p:txBody>
          <a:bodyPr wrap="square">
            <a:spAutoFit/>
          </a:bodyPr>
          <a:lstStyle/>
          <a:p>
            <a:r>
              <a:rPr sz="1300" b="0" dirty="0">
                <a:solidFill>
                  <a:srgbClr val="F5C242"/>
                </a:solidFill>
                <a:latin typeface="KaiTi"/>
              </a:rPr>
              <a:t>10:00</a:t>
            </a:r>
            <a:r>
              <a:rPr lang="en-US" sz="1300" b="0" dirty="0">
                <a:solidFill>
                  <a:srgbClr val="F5C242"/>
                </a:solidFill>
                <a:latin typeface="KaiTi"/>
              </a:rPr>
              <a:t>-10:50/11:00</a:t>
            </a:r>
            <a:r>
              <a:rPr sz="1300" b="0" dirty="0">
                <a:solidFill>
                  <a:srgbClr val="F5C242"/>
                </a:solidFill>
                <a:latin typeface="KaiTi"/>
              </a:rPr>
              <a:t>–11:</a:t>
            </a:r>
            <a:r>
              <a:rPr lang="en-US" sz="1300" b="0" dirty="0">
                <a:solidFill>
                  <a:srgbClr val="F5C242"/>
                </a:solidFill>
                <a:latin typeface="KaiTi"/>
              </a:rPr>
              <a:t>50</a:t>
            </a:r>
            <a:endParaRPr sz="1300" b="0" dirty="0">
              <a:solidFill>
                <a:srgbClr val="F5C242"/>
              </a:solidFill>
              <a:latin typeface="KaiTi"/>
            </a:endParaRPr>
          </a:p>
        </p:txBody>
      </p:sp>
      <p:sp>
        <p:nvSpPr>
          <p:cNvPr id="7" name="TextBox 6"/>
          <p:cNvSpPr txBox="1"/>
          <p:nvPr/>
        </p:nvSpPr>
        <p:spPr>
          <a:xfrm>
            <a:off x="4761186" y="1325880"/>
            <a:ext cx="3742734" cy="292388"/>
          </a:xfrm>
          <a:prstGeom prst="rect">
            <a:avLst/>
          </a:prstGeom>
          <a:noFill/>
        </p:spPr>
        <p:txBody>
          <a:bodyPr wrap="square">
            <a:spAutoFit/>
          </a:bodyPr>
          <a:lstStyle/>
          <a:p>
            <a:r>
              <a:rPr sz="1300" b="1" dirty="0" err="1">
                <a:solidFill>
                  <a:srgbClr val="FFFFFF"/>
                </a:solidFill>
                <a:latin typeface="KaiTi"/>
              </a:rPr>
              <a:t>水</a:t>
            </a:r>
            <a:r>
              <a:rPr sz="1300" b="1" dirty="0">
                <a:solidFill>
                  <a:srgbClr val="FFFFFF"/>
                </a:solidFill>
                <a:latin typeface="KaiTi"/>
              </a:rPr>
              <a:t> </a:t>
            </a:r>
            <a:r>
              <a:rPr lang="en-US" sz="1300" b="1" dirty="0" err="1">
                <a:solidFill>
                  <a:srgbClr val="FFFFFF"/>
                </a:solidFill>
                <a:latin typeface="KaiTi"/>
              </a:rPr>
              <a:t>的</a:t>
            </a:r>
            <a:r>
              <a:rPr lang="en-US" sz="1300" b="1" dirty="0">
                <a:solidFill>
                  <a:srgbClr val="FFFFFF"/>
                </a:solidFill>
                <a:latin typeface="KaiTi"/>
              </a:rPr>
              <a:t> </a:t>
            </a:r>
            <a:r>
              <a:rPr sz="1300" b="1" dirty="0" err="1">
                <a:solidFill>
                  <a:srgbClr val="FFFFFF"/>
                </a:solidFill>
                <a:latin typeface="KaiTi"/>
              </a:rPr>
              <a:t>重</a:t>
            </a:r>
            <a:r>
              <a:rPr sz="1300" b="1" dirty="0">
                <a:solidFill>
                  <a:srgbClr val="FFFFFF"/>
                </a:solidFill>
                <a:latin typeface="KaiTi"/>
              </a:rPr>
              <a:t> </a:t>
            </a:r>
            <a:r>
              <a:rPr sz="1300" b="1" dirty="0" err="1">
                <a:solidFill>
                  <a:srgbClr val="FFFFFF"/>
                </a:solidFill>
                <a:latin typeface="KaiTi"/>
              </a:rPr>
              <a:t>要</a:t>
            </a:r>
            <a:r>
              <a:rPr lang="zh-CN" altLang="en-US" sz="1300" b="1" dirty="0">
                <a:solidFill>
                  <a:srgbClr val="FFFFFF"/>
                </a:solidFill>
                <a:latin typeface="KaiTi"/>
              </a:rPr>
              <a:t> 性</a:t>
            </a:r>
            <a:r>
              <a:rPr sz="1300" b="1" dirty="0">
                <a:solidFill>
                  <a:srgbClr val="FFFFFF"/>
                </a:solidFill>
                <a:latin typeface="KaiTi"/>
              </a:rPr>
              <a:t> + </a:t>
            </a:r>
            <a:r>
              <a:rPr sz="1300" b="1" dirty="0" err="1">
                <a:solidFill>
                  <a:srgbClr val="FFFFFF"/>
                </a:solidFill>
                <a:latin typeface="KaiTi"/>
              </a:rPr>
              <a:t>塑</a:t>
            </a:r>
            <a:r>
              <a:rPr sz="1300" b="1" dirty="0">
                <a:solidFill>
                  <a:srgbClr val="FFFFFF"/>
                </a:solidFill>
                <a:latin typeface="KaiTi"/>
              </a:rPr>
              <a:t> </a:t>
            </a:r>
            <a:r>
              <a:rPr sz="1300" b="1" dirty="0" err="1">
                <a:solidFill>
                  <a:srgbClr val="FFFFFF"/>
                </a:solidFill>
                <a:latin typeface="KaiTi"/>
              </a:rPr>
              <a:t>料</a:t>
            </a:r>
            <a:r>
              <a:rPr sz="1300" b="1" dirty="0">
                <a:solidFill>
                  <a:srgbClr val="FFFFFF"/>
                </a:solidFill>
                <a:latin typeface="KaiTi"/>
              </a:rPr>
              <a:t> </a:t>
            </a:r>
            <a:r>
              <a:rPr sz="1300" b="1" dirty="0" err="1">
                <a:solidFill>
                  <a:srgbClr val="FFFFFF"/>
                </a:solidFill>
                <a:latin typeface="KaiTi"/>
              </a:rPr>
              <a:t>污</a:t>
            </a:r>
            <a:r>
              <a:rPr sz="1300" b="1" dirty="0">
                <a:solidFill>
                  <a:srgbClr val="FFFFFF"/>
                </a:solidFill>
                <a:latin typeface="KaiTi"/>
              </a:rPr>
              <a:t> </a:t>
            </a:r>
            <a:r>
              <a:rPr sz="1300" b="1" dirty="0" err="1">
                <a:solidFill>
                  <a:srgbClr val="FFFFFF"/>
                </a:solidFill>
                <a:latin typeface="KaiTi"/>
              </a:rPr>
              <a:t>染</a:t>
            </a:r>
            <a:r>
              <a:rPr sz="1300" b="1" dirty="0">
                <a:solidFill>
                  <a:srgbClr val="FFFFFF"/>
                </a:solidFill>
                <a:latin typeface="KaiTi"/>
              </a:rPr>
              <a:t> (</a:t>
            </a:r>
            <a:r>
              <a:rPr sz="1300" b="1" dirty="0" err="1">
                <a:solidFill>
                  <a:srgbClr val="FFFFFF"/>
                </a:solidFill>
                <a:latin typeface="KaiTi"/>
              </a:rPr>
              <a:t>故</a:t>
            </a:r>
            <a:r>
              <a:rPr sz="1300" b="1" dirty="0">
                <a:solidFill>
                  <a:srgbClr val="FFFFFF"/>
                </a:solidFill>
                <a:latin typeface="KaiTi"/>
              </a:rPr>
              <a:t> </a:t>
            </a:r>
            <a:r>
              <a:rPr sz="1300" b="1" dirty="0" err="1">
                <a:solidFill>
                  <a:srgbClr val="FFFFFF"/>
                </a:solidFill>
                <a:latin typeface="KaiTi"/>
              </a:rPr>
              <a:t>事</a:t>
            </a:r>
            <a:r>
              <a:rPr sz="1300" b="1" dirty="0">
                <a:solidFill>
                  <a:srgbClr val="FFFFFF"/>
                </a:solidFill>
                <a:latin typeface="KaiTi"/>
              </a:rPr>
              <a:t>/</a:t>
            </a:r>
            <a:r>
              <a:rPr sz="1300" b="1" dirty="0" err="1">
                <a:solidFill>
                  <a:srgbClr val="FFFFFF"/>
                </a:solidFill>
                <a:latin typeface="KaiTi"/>
              </a:rPr>
              <a:t>视</a:t>
            </a:r>
            <a:r>
              <a:rPr sz="1300" b="1" dirty="0">
                <a:solidFill>
                  <a:srgbClr val="FFFFFF"/>
                </a:solidFill>
                <a:latin typeface="KaiTi"/>
              </a:rPr>
              <a:t> </a:t>
            </a:r>
            <a:r>
              <a:rPr sz="1300" b="1" dirty="0" err="1">
                <a:solidFill>
                  <a:srgbClr val="FFFFFF"/>
                </a:solidFill>
                <a:latin typeface="KaiTi"/>
              </a:rPr>
              <a:t>频</a:t>
            </a:r>
            <a:r>
              <a:rPr sz="1300" b="1" dirty="0">
                <a:solidFill>
                  <a:srgbClr val="FFFFFF"/>
                </a:solidFill>
                <a:latin typeface="KaiTi"/>
              </a:rPr>
              <a:t>)</a:t>
            </a:r>
          </a:p>
        </p:txBody>
      </p:sp>
      <p:sp>
        <p:nvSpPr>
          <p:cNvPr id="8" name="Rounded Rectangle 7"/>
          <p:cNvSpPr/>
          <p:nvPr/>
        </p:nvSpPr>
        <p:spPr>
          <a:xfrm>
            <a:off x="457200" y="2258568"/>
            <a:ext cx="8229600" cy="1143000"/>
          </a:xfrm>
          <a:prstGeom prst="roundRect">
            <a:avLst/>
          </a:prstGeom>
          <a:solidFill>
            <a:srgbClr val="0069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2459736"/>
            <a:ext cx="4846320" cy="457200"/>
          </a:xfrm>
          <a:prstGeom prst="rect">
            <a:avLst/>
          </a:prstGeom>
          <a:noFill/>
        </p:spPr>
        <p:txBody>
          <a:bodyPr wrap="square">
            <a:spAutoFit/>
          </a:bodyPr>
          <a:lstStyle/>
          <a:p>
            <a:r>
              <a:rPr sz="2200" b="1">
                <a:solidFill>
                  <a:srgbClr val="FFFFFF"/>
                </a:solidFill>
                <a:latin typeface="KaiTi"/>
              </a:rPr>
              <a:t>Session 2 · 下午</a:t>
            </a:r>
          </a:p>
        </p:txBody>
      </p:sp>
      <p:sp>
        <p:nvSpPr>
          <p:cNvPr id="10" name="TextBox 9"/>
          <p:cNvSpPr txBox="1"/>
          <p:nvPr/>
        </p:nvSpPr>
        <p:spPr>
          <a:xfrm>
            <a:off x="731520" y="2971800"/>
            <a:ext cx="4846320" cy="320040"/>
          </a:xfrm>
          <a:prstGeom prst="rect">
            <a:avLst/>
          </a:prstGeom>
          <a:noFill/>
        </p:spPr>
        <p:txBody>
          <a:bodyPr wrap="square">
            <a:spAutoFit/>
          </a:bodyPr>
          <a:lstStyle/>
          <a:p>
            <a:r>
              <a:rPr sz="1300" b="0">
                <a:solidFill>
                  <a:srgbClr val="F5C242"/>
                </a:solidFill>
                <a:latin typeface="KaiTi"/>
              </a:rPr>
              <a:t>2:00–2:45</a:t>
            </a:r>
          </a:p>
        </p:txBody>
      </p:sp>
      <p:sp>
        <p:nvSpPr>
          <p:cNvPr id="11" name="TextBox 10"/>
          <p:cNvSpPr txBox="1"/>
          <p:nvPr/>
        </p:nvSpPr>
        <p:spPr>
          <a:xfrm>
            <a:off x="4845269" y="2624327"/>
            <a:ext cx="3658651" cy="292388"/>
          </a:xfrm>
          <a:prstGeom prst="rect">
            <a:avLst/>
          </a:prstGeom>
          <a:noFill/>
        </p:spPr>
        <p:txBody>
          <a:bodyPr wrap="square">
            <a:spAutoFit/>
          </a:bodyPr>
          <a:lstStyle/>
          <a:p>
            <a:r>
              <a:rPr sz="1300" b="1" dirty="0" err="1">
                <a:solidFill>
                  <a:srgbClr val="FFFFFF"/>
                </a:solidFill>
                <a:latin typeface="KaiTi"/>
              </a:rPr>
              <a:t>复</a:t>
            </a:r>
            <a:r>
              <a:rPr sz="1300" b="1" dirty="0">
                <a:solidFill>
                  <a:srgbClr val="FFFFFF"/>
                </a:solidFill>
                <a:latin typeface="KaiTi"/>
              </a:rPr>
              <a:t> </a:t>
            </a:r>
            <a:r>
              <a:rPr sz="1300" b="1" dirty="0" err="1">
                <a:solidFill>
                  <a:srgbClr val="FFFFFF"/>
                </a:solidFill>
                <a:latin typeface="KaiTi"/>
              </a:rPr>
              <a:t>习</a:t>
            </a:r>
            <a:r>
              <a:rPr sz="1300" b="1" dirty="0">
                <a:solidFill>
                  <a:srgbClr val="FFFFFF"/>
                </a:solidFill>
                <a:latin typeface="KaiTi"/>
              </a:rPr>
              <a:t> + </a:t>
            </a:r>
            <a:r>
              <a:rPr sz="1300" b="1" dirty="0" err="1">
                <a:solidFill>
                  <a:srgbClr val="FFFFFF"/>
                </a:solidFill>
                <a:latin typeface="KaiTi"/>
              </a:rPr>
              <a:t>语</a:t>
            </a:r>
            <a:r>
              <a:rPr sz="1300" b="1" dirty="0">
                <a:solidFill>
                  <a:srgbClr val="FFFFFF"/>
                </a:solidFill>
                <a:latin typeface="KaiTi"/>
              </a:rPr>
              <a:t> </a:t>
            </a:r>
            <a:r>
              <a:rPr sz="1300" b="1" dirty="0" err="1">
                <a:solidFill>
                  <a:srgbClr val="FFFFFF"/>
                </a:solidFill>
                <a:latin typeface="KaiTi"/>
              </a:rPr>
              <a:t>言</a:t>
            </a:r>
            <a:r>
              <a:rPr sz="1300" b="1" dirty="0">
                <a:solidFill>
                  <a:srgbClr val="FFFFFF"/>
                </a:solidFill>
                <a:latin typeface="KaiTi"/>
              </a:rPr>
              <a:t> (</a:t>
            </a:r>
            <a:r>
              <a:rPr sz="1300" b="1" dirty="0" err="1">
                <a:solidFill>
                  <a:srgbClr val="FFFFFF"/>
                </a:solidFill>
                <a:latin typeface="KaiTi"/>
              </a:rPr>
              <a:t>我</a:t>
            </a:r>
            <a:r>
              <a:rPr sz="1300" b="1" dirty="0">
                <a:solidFill>
                  <a:srgbClr val="FFFFFF"/>
                </a:solidFill>
                <a:latin typeface="KaiTi"/>
              </a:rPr>
              <a:t> </a:t>
            </a:r>
            <a:r>
              <a:rPr sz="1300" b="1" dirty="0" err="1">
                <a:solidFill>
                  <a:srgbClr val="FFFFFF"/>
                </a:solidFill>
                <a:latin typeface="KaiTi"/>
              </a:rPr>
              <a:t>会</a:t>
            </a:r>
            <a:r>
              <a:rPr sz="1300" b="1" dirty="0">
                <a:solidFill>
                  <a:srgbClr val="FFFFFF"/>
                </a:solidFill>
                <a:latin typeface="KaiTi"/>
              </a:rPr>
              <a:t> </a:t>
            </a:r>
            <a:r>
              <a:rPr sz="1300" b="1" dirty="0" err="1">
                <a:solidFill>
                  <a:srgbClr val="FFFFFF"/>
                </a:solidFill>
                <a:latin typeface="KaiTi"/>
              </a:rPr>
              <a:t>认</a:t>
            </a:r>
            <a:r>
              <a:rPr sz="1300" b="1" dirty="0">
                <a:solidFill>
                  <a:srgbClr val="FFFFFF"/>
                </a:solidFill>
                <a:latin typeface="KaiTi"/>
              </a:rPr>
              <a:t> 6 / </a:t>
            </a:r>
            <a:r>
              <a:rPr sz="1300" b="1" dirty="0" err="1">
                <a:solidFill>
                  <a:srgbClr val="FFFFFF"/>
                </a:solidFill>
                <a:latin typeface="KaiTi"/>
              </a:rPr>
              <a:t>我</a:t>
            </a:r>
            <a:r>
              <a:rPr sz="1300" b="1" dirty="0">
                <a:solidFill>
                  <a:srgbClr val="FFFFFF"/>
                </a:solidFill>
                <a:latin typeface="KaiTi"/>
              </a:rPr>
              <a:t> </a:t>
            </a:r>
            <a:r>
              <a:rPr sz="1300" b="1" dirty="0" err="1">
                <a:solidFill>
                  <a:srgbClr val="FFFFFF"/>
                </a:solidFill>
                <a:latin typeface="KaiTi"/>
              </a:rPr>
              <a:t>会</a:t>
            </a:r>
            <a:r>
              <a:rPr sz="1300" b="1" dirty="0">
                <a:solidFill>
                  <a:srgbClr val="FFFFFF"/>
                </a:solidFill>
                <a:latin typeface="KaiTi"/>
              </a:rPr>
              <a:t> </a:t>
            </a:r>
            <a:r>
              <a:rPr sz="1300" b="1" dirty="0" err="1">
                <a:solidFill>
                  <a:srgbClr val="FFFFFF"/>
                </a:solidFill>
                <a:latin typeface="KaiTi"/>
              </a:rPr>
              <a:t>写</a:t>
            </a:r>
            <a:r>
              <a:rPr sz="1300" b="1" dirty="0">
                <a:solidFill>
                  <a:srgbClr val="FFFFFF"/>
                </a:solidFill>
                <a:latin typeface="KaiTi"/>
              </a:rPr>
              <a:t> 3)</a:t>
            </a:r>
          </a:p>
        </p:txBody>
      </p:sp>
      <p:sp>
        <p:nvSpPr>
          <p:cNvPr id="12" name="Rounded Rectangle 11"/>
          <p:cNvSpPr/>
          <p:nvPr/>
        </p:nvSpPr>
        <p:spPr>
          <a:xfrm>
            <a:off x="457200" y="3557015"/>
            <a:ext cx="8229600" cy="1143000"/>
          </a:xfrm>
          <a:prstGeom prst="round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3758183"/>
            <a:ext cx="4846320" cy="457200"/>
          </a:xfrm>
          <a:prstGeom prst="rect">
            <a:avLst/>
          </a:prstGeom>
          <a:noFill/>
        </p:spPr>
        <p:txBody>
          <a:bodyPr wrap="square">
            <a:spAutoFit/>
          </a:bodyPr>
          <a:lstStyle/>
          <a:p>
            <a:r>
              <a:rPr sz="2200" b="1">
                <a:solidFill>
                  <a:srgbClr val="FFFFFF"/>
                </a:solidFill>
                <a:latin typeface="KaiTi"/>
              </a:rPr>
              <a:t>Session 3 · 下午</a:t>
            </a:r>
          </a:p>
        </p:txBody>
      </p:sp>
      <p:sp>
        <p:nvSpPr>
          <p:cNvPr id="14" name="TextBox 13"/>
          <p:cNvSpPr txBox="1"/>
          <p:nvPr/>
        </p:nvSpPr>
        <p:spPr>
          <a:xfrm>
            <a:off x="731520" y="4270248"/>
            <a:ext cx="4846320" cy="320040"/>
          </a:xfrm>
          <a:prstGeom prst="rect">
            <a:avLst/>
          </a:prstGeom>
          <a:noFill/>
        </p:spPr>
        <p:txBody>
          <a:bodyPr wrap="square">
            <a:spAutoFit/>
          </a:bodyPr>
          <a:lstStyle/>
          <a:p>
            <a:r>
              <a:rPr sz="1300" b="0">
                <a:solidFill>
                  <a:srgbClr val="F5C242"/>
                </a:solidFill>
                <a:latin typeface="KaiTi"/>
              </a:rPr>
              <a:t>3:00–4:30</a:t>
            </a:r>
          </a:p>
        </p:txBody>
      </p:sp>
      <p:sp>
        <p:nvSpPr>
          <p:cNvPr id="15" name="TextBox 14"/>
          <p:cNvSpPr txBox="1"/>
          <p:nvPr/>
        </p:nvSpPr>
        <p:spPr>
          <a:xfrm>
            <a:off x="4845269" y="3922776"/>
            <a:ext cx="3658651" cy="292388"/>
          </a:xfrm>
          <a:prstGeom prst="rect">
            <a:avLst/>
          </a:prstGeom>
          <a:noFill/>
        </p:spPr>
        <p:txBody>
          <a:bodyPr wrap="square">
            <a:spAutoFit/>
          </a:bodyPr>
          <a:lstStyle/>
          <a:p>
            <a:r>
              <a:rPr sz="1300" b="1" dirty="0" err="1">
                <a:solidFill>
                  <a:srgbClr val="FFFFFF"/>
                </a:solidFill>
                <a:latin typeface="KaiTi"/>
              </a:rPr>
              <a:t>练</a:t>
            </a:r>
            <a:r>
              <a:rPr sz="1300" b="1" dirty="0">
                <a:solidFill>
                  <a:srgbClr val="FFFFFF"/>
                </a:solidFill>
                <a:latin typeface="KaiTi"/>
              </a:rPr>
              <a:t> </a:t>
            </a:r>
            <a:r>
              <a:rPr sz="1300" b="1" dirty="0" err="1">
                <a:solidFill>
                  <a:srgbClr val="FFFFFF"/>
                </a:solidFill>
                <a:latin typeface="KaiTi"/>
              </a:rPr>
              <a:t>习</a:t>
            </a:r>
            <a:r>
              <a:rPr sz="1300" b="1" dirty="0">
                <a:solidFill>
                  <a:srgbClr val="FFFFFF"/>
                </a:solidFill>
                <a:latin typeface="KaiTi"/>
              </a:rPr>
              <a:t> </a:t>
            </a:r>
            <a:r>
              <a:rPr sz="1300" b="1" dirty="0" err="1">
                <a:solidFill>
                  <a:srgbClr val="FFFFFF"/>
                </a:solidFill>
                <a:latin typeface="KaiTi"/>
              </a:rPr>
              <a:t>册</a:t>
            </a:r>
            <a:r>
              <a:rPr sz="1300" b="1" dirty="0">
                <a:solidFill>
                  <a:srgbClr val="FFFFFF"/>
                </a:solidFill>
                <a:latin typeface="KaiTi"/>
              </a:rPr>
              <a:t> + </a:t>
            </a:r>
            <a:r>
              <a:rPr sz="1300" b="1" dirty="0" err="1">
                <a:solidFill>
                  <a:srgbClr val="FFFFFF"/>
                </a:solidFill>
                <a:latin typeface="KaiTi"/>
              </a:rPr>
              <a:t>动</a:t>
            </a:r>
            <a:r>
              <a:rPr sz="1300" b="1" dirty="0">
                <a:solidFill>
                  <a:srgbClr val="FFFFFF"/>
                </a:solidFill>
                <a:latin typeface="KaiTi"/>
              </a:rPr>
              <a:t> </a:t>
            </a:r>
            <a:r>
              <a:rPr sz="1300" b="1" dirty="0" err="1">
                <a:solidFill>
                  <a:srgbClr val="FFFFFF"/>
                </a:solidFill>
                <a:latin typeface="KaiTi"/>
              </a:rPr>
              <a:t>手</a:t>
            </a:r>
            <a:r>
              <a:rPr sz="1300" b="1" dirty="0">
                <a:solidFill>
                  <a:srgbClr val="FFFFFF"/>
                </a:solidFill>
                <a:latin typeface="KaiTi"/>
              </a:rPr>
              <a:t> (</a:t>
            </a:r>
            <a:r>
              <a:rPr sz="1300" b="1" dirty="0" err="1">
                <a:solidFill>
                  <a:srgbClr val="FFFFFF"/>
                </a:solidFill>
                <a:latin typeface="KaiTi"/>
              </a:rPr>
              <a:t>海</a:t>
            </a:r>
            <a:r>
              <a:rPr sz="1300" b="1" dirty="0">
                <a:solidFill>
                  <a:srgbClr val="FFFFFF"/>
                </a:solidFill>
                <a:latin typeface="KaiTi"/>
              </a:rPr>
              <a:t> </a:t>
            </a:r>
            <a:r>
              <a:rPr sz="1300" b="1" dirty="0" err="1">
                <a:solidFill>
                  <a:srgbClr val="FFFFFF"/>
                </a:solidFill>
                <a:latin typeface="KaiTi"/>
              </a:rPr>
              <a:t>洋</a:t>
            </a:r>
            <a:r>
              <a:rPr sz="1300" b="1" dirty="0">
                <a:solidFill>
                  <a:srgbClr val="FFFFFF"/>
                </a:solidFill>
                <a:latin typeface="KaiTi"/>
              </a:rPr>
              <a:t> </a:t>
            </a:r>
            <a:r>
              <a:rPr sz="1300" b="1" dirty="0" err="1">
                <a:solidFill>
                  <a:srgbClr val="FFFFFF"/>
                </a:solidFill>
                <a:latin typeface="KaiTi"/>
              </a:rPr>
              <a:t>拼</a:t>
            </a:r>
            <a:r>
              <a:rPr sz="1300" b="1" dirty="0">
                <a:solidFill>
                  <a:srgbClr val="FFFFFF"/>
                </a:solidFill>
                <a:latin typeface="KaiTi"/>
              </a:rPr>
              <a:t> </a:t>
            </a:r>
            <a:r>
              <a:rPr sz="1300" b="1" dirty="0" err="1">
                <a:solidFill>
                  <a:srgbClr val="FFFFFF"/>
                </a:solidFill>
                <a:latin typeface="KaiTi"/>
              </a:rPr>
              <a:t>贴</a:t>
            </a:r>
            <a:r>
              <a:rPr sz="1300" b="1" dirty="0">
                <a:solidFill>
                  <a:srgbClr val="FFFFFF"/>
                </a:solidFill>
                <a:latin typeface="KaiTi"/>
              </a:rPr>
              <a:t> / </a:t>
            </a:r>
            <a:r>
              <a:rPr sz="1300" b="1" dirty="0" err="1">
                <a:solidFill>
                  <a:srgbClr val="FFFFFF"/>
                </a:solidFill>
                <a:latin typeface="KaiTi"/>
              </a:rPr>
              <a:t>承</a:t>
            </a:r>
            <a:r>
              <a:rPr sz="1300" b="1" dirty="0">
                <a:solidFill>
                  <a:srgbClr val="FFFFFF"/>
                </a:solidFill>
                <a:latin typeface="KaiTi"/>
              </a:rPr>
              <a:t> </a:t>
            </a:r>
            <a:r>
              <a:rPr sz="1300" b="1" dirty="0" err="1">
                <a:solidFill>
                  <a:srgbClr val="FFFFFF"/>
                </a:solidFill>
                <a:latin typeface="KaiTi"/>
              </a:rPr>
              <a:t>诺</a:t>
            </a:r>
            <a:r>
              <a:rPr sz="1300" b="1" dirty="0">
                <a:solidFill>
                  <a:srgbClr val="FFFFFF"/>
                </a:solidFill>
                <a:latin typeface="KaiTi"/>
              </a:rPr>
              <a:t>)</a:t>
            </a:r>
          </a:p>
        </p:txBody>
      </p:sp>
      <p:sp>
        <p:nvSpPr>
          <p:cNvPr id="16" name="TextBox 15"/>
          <p:cNvSpPr txBox="1"/>
          <p:nvPr/>
        </p:nvSpPr>
        <p:spPr>
          <a:xfrm>
            <a:off x="8412480" y="192024"/>
            <a:ext cx="457200" cy="310896"/>
          </a:xfrm>
          <a:prstGeom prst="rect">
            <a:avLst/>
          </a:prstGeom>
          <a:noFill/>
        </p:spPr>
        <p:txBody>
          <a:bodyPr wrap="square">
            <a:spAutoFit/>
          </a:bodyPr>
          <a:lstStyle/>
          <a:p>
            <a:pPr algn="r"/>
            <a:r>
              <a:rPr sz="1200" b="1">
                <a:solidFill>
                  <a:srgbClr val="FFFFFF"/>
                </a:solidFill>
                <a:latin typeface="KaiTi"/>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8EC"/>
        </a:solidFill>
        <a:effectLst/>
      </p:bgPr>
    </p:bg>
    <p:spTree>
      <p:nvGrpSpPr>
        <p:cNvPr id="1" name=""/>
        <p:cNvGrpSpPr/>
        <p:nvPr/>
      </p:nvGrpSpPr>
      <p:grpSpPr>
        <a:xfrm>
          <a:off x="0" y="0"/>
          <a:ext cx="0" cy="0"/>
          <a:chOff x="0" y="0"/>
          <a:chExt cx="0" cy="0"/>
        </a:xfrm>
      </p:grpSpPr>
      <p:sp>
        <p:nvSpPr>
          <p:cNvPr id="2" name="Rounded Rectangle 1"/>
          <p:cNvSpPr/>
          <p:nvPr/>
        </p:nvSpPr>
        <p:spPr>
          <a:xfrm>
            <a:off x="274320" y="137160"/>
            <a:ext cx="8595360" cy="502920"/>
          </a:xfrm>
          <a:prstGeom prst="roundRect">
            <a:avLst/>
          </a:prstGeom>
          <a:solidFill>
            <a:srgbClr val="0B5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64592"/>
            <a:ext cx="8412480" cy="457200"/>
          </a:xfrm>
          <a:prstGeom prst="rect">
            <a:avLst/>
          </a:prstGeom>
          <a:noFill/>
        </p:spPr>
        <p:txBody>
          <a:bodyPr wrap="square">
            <a:spAutoFit/>
          </a:bodyPr>
          <a:lstStyle/>
          <a:p>
            <a:r>
              <a:rPr sz="2000" b="1">
                <a:solidFill>
                  <a:srgbClr val="FFFFFF"/>
                </a:solidFill>
                <a:latin typeface="KaiTi"/>
              </a:rPr>
              <a:t>🎯 今 天 的 学 习 目 标  Today's Learning Goals</a:t>
            </a:r>
          </a:p>
        </p:txBody>
      </p:sp>
      <p:sp>
        <p:nvSpPr>
          <p:cNvPr id="4" name="TextBox 3"/>
          <p:cNvSpPr txBox="1"/>
          <p:nvPr/>
        </p:nvSpPr>
        <p:spPr>
          <a:xfrm>
            <a:off x="365760" y="777240"/>
            <a:ext cx="8412480" cy="292608"/>
          </a:xfrm>
          <a:prstGeom prst="rect">
            <a:avLst/>
          </a:prstGeom>
          <a:noFill/>
        </p:spPr>
        <p:txBody>
          <a:bodyPr wrap="square">
            <a:spAutoFit/>
          </a:bodyPr>
          <a:lstStyle/>
          <a:p>
            <a:pPr algn="ctr"/>
            <a:r>
              <a:rPr sz="1200" b="1">
                <a:solidFill>
                  <a:srgbClr val="2C2C2C"/>
                </a:solidFill>
                <a:latin typeface="KaiTi"/>
              </a:rPr>
              <a:t>上 完 这 节 课, 你 会……  By the end, you'll be able to…</a:t>
            </a:r>
          </a:p>
        </p:txBody>
      </p:sp>
      <p:sp>
        <p:nvSpPr>
          <p:cNvPr id="5" name="Rounded Rectangle 4"/>
          <p:cNvSpPr/>
          <p:nvPr/>
        </p:nvSpPr>
        <p:spPr>
          <a:xfrm>
            <a:off x="457200" y="1188720"/>
            <a:ext cx="8229600" cy="731520"/>
          </a:xfrm>
          <a:prstGeom prst="roundRect">
            <a:avLst/>
          </a:prstGeom>
          <a:solidFill>
            <a:srgbClr val="FFFFFF"/>
          </a:solidFill>
          <a:ln w="31750">
            <a:solidFill>
              <a:srgbClr val="0B5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261872"/>
            <a:ext cx="548640" cy="365760"/>
          </a:xfrm>
          <a:prstGeom prst="rect">
            <a:avLst/>
          </a:prstGeom>
          <a:noFill/>
        </p:spPr>
        <p:txBody>
          <a:bodyPr wrap="square">
            <a:spAutoFit/>
          </a:bodyPr>
          <a:lstStyle/>
          <a:p>
            <a:r>
              <a:rPr sz="2000" b="1">
                <a:solidFill>
                  <a:srgbClr val="0B5C8C"/>
                </a:solidFill>
                <a:latin typeface="KaiTi"/>
              </a:rPr>
              <a:t>1</a:t>
            </a:r>
          </a:p>
        </p:txBody>
      </p:sp>
      <p:sp>
        <p:nvSpPr>
          <p:cNvPr id="7" name="TextBox 6"/>
          <p:cNvSpPr txBox="1"/>
          <p:nvPr/>
        </p:nvSpPr>
        <p:spPr>
          <a:xfrm>
            <a:off x="1188720" y="1261872"/>
            <a:ext cx="7315200" cy="292608"/>
          </a:xfrm>
          <a:prstGeom prst="rect">
            <a:avLst/>
          </a:prstGeom>
          <a:noFill/>
        </p:spPr>
        <p:txBody>
          <a:bodyPr wrap="square">
            <a:spAutoFit/>
          </a:bodyPr>
          <a:lstStyle/>
          <a:p>
            <a:r>
              <a:rPr sz="1300" b="1">
                <a:solidFill>
                  <a:srgbClr val="2C2C2C"/>
                </a:solidFill>
                <a:latin typeface="KaiTi"/>
              </a:rPr>
              <a:t>理 解 水 资 源 的 重 要 性</a:t>
            </a:r>
          </a:p>
        </p:txBody>
      </p:sp>
      <p:sp>
        <p:nvSpPr>
          <p:cNvPr id="8" name="TextBox 7"/>
          <p:cNvSpPr txBox="1"/>
          <p:nvPr/>
        </p:nvSpPr>
        <p:spPr>
          <a:xfrm>
            <a:off x="1188720" y="1581912"/>
            <a:ext cx="7315200" cy="274320"/>
          </a:xfrm>
          <a:prstGeom prst="rect">
            <a:avLst/>
          </a:prstGeom>
          <a:noFill/>
        </p:spPr>
        <p:txBody>
          <a:bodyPr wrap="square">
            <a:spAutoFit/>
          </a:bodyPr>
          <a:lstStyle/>
          <a:p>
            <a:r>
              <a:rPr sz="1000" b="0">
                <a:solidFill>
                  <a:srgbClr val="888888"/>
                </a:solidFill>
                <a:latin typeface="KaiTi"/>
              </a:rPr>
              <a:t>Understand why water matters</a:t>
            </a:r>
          </a:p>
        </p:txBody>
      </p:sp>
      <p:sp>
        <p:nvSpPr>
          <p:cNvPr id="9" name="Rounded Rectangle 8"/>
          <p:cNvSpPr/>
          <p:nvPr/>
        </p:nvSpPr>
        <p:spPr>
          <a:xfrm>
            <a:off x="457200" y="2057400"/>
            <a:ext cx="8229600" cy="731520"/>
          </a:xfrm>
          <a:prstGeom prst="roundRect">
            <a:avLst/>
          </a:prstGeom>
          <a:solidFill>
            <a:srgbClr val="FFFFFF"/>
          </a:solidFill>
          <a:ln w="31750">
            <a:solidFill>
              <a:srgbClr val="0069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4360" y="2130552"/>
            <a:ext cx="548640" cy="365760"/>
          </a:xfrm>
          <a:prstGeom prst="rect">
            <a:avLst/>
          </a:prstGeom>
          <a:noFill/>
        </p:spPr>
        <p:txBody>
          <a:bodyPr wrap="square">
            <a:spAutoFit/>
          </a:bodyPr>
          <a:lstStyle/>
          <a:p>
            <a:r>
              <a:rPr sz="2000" b="1">
                <a:solidFill>
                  <a:srgbClr val="006970"/>
                </a:solidFill>
                <a:latin typeface="KaiTi"/>
              </a:rPr>
              <a:t>2</a:t>
            </a:r>
          </a:p>
        </p:txBody>
      </p:sp>
      <p:sp>
        <p:nvSpPr>
          <p:cNvPr id="11" name="TextBox 10"/>
          <p:cNvSpPr txBox="1"/>
          <p:nvPr/>
        </p:nvSpPr>
        <p:spPr>
          <a:xfrm>
            <a:off x="1188720" y="2130552"/>
            <a:ext cx="7315200" cy="292608"/>
          </a:xfrm>
          <a:prstGeom prst="rect">
            <a:avLst/>
          </a:prstGeom>
          <a:noFill/>
        </p:spPr>
        <p:txBody>
          <a:bodyPr wrap="square">
            <a:spAutoFit/>
          </a:bodyPr>
          <a:lstStyle/>
          <a:p>
            <a:r>
              <a:rPr sz="1300" b="1">
                <a:solidFill>
                  <a:srgbClr val="2C2C2C"/>
                </a:solidFill>
                <a:latin typeface="KaiTi"/>
              </a:rPr>
              <a:t>认 识 塑 料 对 海 洋 动 物 的 影 响</a:t>
            </a:r>
          </a:p>
        </p:txBody>
      </p:sp>
      <p:sp>
        <p:nvSpPr>
          <p:cNvPr id="12" name="TextBox 11"/>
          <p:cNvSpPr txBox="1"/>
          <p:nvPr/>
        </p:nvSpPr>
        <p:spPr>
          <a:xfrm>
            <a:off x="1188720" y="2450592"/>
            <a:ext cx="7315200" cy="274320"/>
          </a:xfrm>
          <a:prstGeom prst="rect">
            <a:avLst/>
          </a:prstGeom>
          <a:noFill/>
        </p:spPr>
        <p:txBody>
          <a:bodyPr wrap="square">
            <a:spAutoFit/>
          </a:bodyPr>
          <a:lstStyle/>
          <a:p>
            <a:r>
              <a:rPr sz="1000" b="0">
                <a:solidFill>
                  <a:srgbClr val="888888"/>
                </a:solidFill>
                <a:latin typeface="KaiTi"/>
              </a:rPr>
              <a:t>Plastic harms ocean animals</a:t>
            </a:r>
          </a:p>
        </p:txBody>
      </p:sp>
      <p:sp>
        <p:nvSpPr>
          <p:cNvPr id="13" name="Rounded Rectangle 12"/>
          <p:cNvSpPr/>
          <p:nvPr/>
        </p:nvSpPr>
        <p:spPr>
          <a:xfrm>
            <a:off x="457200" y="2926080"/>
            <a:ext cx="8229600" cy="731520"/>
          </a:xfrm>
          <a:prstGeom prst="roundRect">
            <a:avLst/>
          </a:prstGeom>
          <a:solidFill>
            <a:srgbClr val="FFFFFF"/>
          </a:solidFill>
          <a:ln w="31750">
            <a:solidFill>
              <a:srgbClr val="2A9D8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94360" y="2999232"/>
            <a:ext cx="548640" cy="365760"/>
          </a:xfrm>
          <a:prstGeom prst="rect">
            <a:avLst/>
          </a:prstGeom>
          <a:noFill/>
        </p:spPr>
        <p:txBody>
          <a:bodyPr wrap="square">
            <a:spAutoFit/>
          </a:bodyPr>
          <a:lstStyle/>
          <a:p>
            <a:r>
              <a:rPr sz="2000" b="1">
                <a:solidFill>
                  <a:srgbClr val="2A9D8F"/>
                </a:solidFill>
                <a:latin typeface="KaiTi"/>
              </a:rPr>
              <a:t>3</a:t>
            </a:r>
          </a:p>
        </p:txBody>
      </p:sp>
      <p:sp>
        <p:nvSpPr>
          <p:cNvPr id="15" name="TextBox 14"/>
          <p:cNvSpPr txBox="1"/>
          <p:nvPr/>
        </p:nvSpPr>
        <p:spPr>
          <a:xfrm>
            <a:off x="1188720" y="2999232"/>
            <a:ext cx="7315200" cy="292608"/>
          </a:xfrm>
          <a:prstGeom prst="rect">
            <a:avLst/>
          </a:prstGeom>
          <a:noFill/>
        </p:spPr>
        <p:txBody>
          <a:bodyPr wrap="square">
            <a:spAutoFit/>
          </a:bodyPr>
          <a:lstStyle/>
          <a:p>
            <a:r>
              <a:rPr sz="1300" b="1">
                <a:solidFill>
                  <a:srgbClr val="2C2C2C"/>
                </a:solidFill>
                <a:latin typeface="KaiTi"/>
              </a:rPr>
              <a:t>理 解 一 次 性 塑 料 的 问 题</a:t>
            </a:r>
          </a:p>
        </p:txBody>
      </p:sp>
      <p:sp>
        <p:nvSpPr>
          <p:cNvPr id="16" name="TextBox 15"/>
          <p:cNvSpPr txBox="1"/>
          <p:nvPr/>
        </p:nvSpPr>
        <p:spPr>
          <a:xfrm>
            <a:off x="1188720" y="3319272"/>
            <a:ext cx="7315200" cy="274320"/>
          </a:xfrm>
          <a:prstGeom prst="rect">
            <a:avLst/>
          </a:prstGeom>
          <a:noFill/>
        </p:spPr>
        <p:txBody>
          <a:bodyPr wrap="square">
            <a:spAutoFit/>
          </a:bodyPr>
          <a:lstStyle/>
          <a:p>
            <a:r>
              <a:rPr sz="1000" b="0">
                <a:solidFill>
                  <a:srgbClr val="888888"/>
                </a:solidFill>
                <a:latin typeface="KaiTi"/>
              </a:rPr>
              <a:t>The problem with single-use plastic</a:t>
            </a:r>
          </a:p>
        </p:txBody>
      </p:sp>
      <p:sp>
        <p:nvSpPr>
          <p:cNvPr id="17" name="Rounded Rectangle 16"/>
          <p:cNvSpPr/>
          <p:nvPr/>
        </p:nvSpPr>
        <p:spPr>
          <a:xfrm>
            <a:off x="457200" y="3794759"/>
            <a:ext cx="8229600" cy="731520"/>
          </a:xfrm>
          <a:prstGeom prst="roundRect">
            <a:avLst/>
          </a:prstGeom>
          <a:solidFill>
            <a:srgbClr val="FFFFFF"/>
          </a:solidFill>
          <a:ln w="31750">
            <a:solidFill>
              <a:srgbClr val="C825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94360" y="3867911"/>
            <a:ext cx="548640" cy="365760"/>
          </a:xfrm>
          <a:prstGeom prst="rect">
            <a:avLst/>
          </a:prstGeom>
          <a:noFill/>
        </p:spPr>
        <p:txBody>
          <a:bodyPr wrap="square">
            <a:spAutoFit/>
          </a:bodyPr>
          <a:lstStyle/>
          <a:p>
            <a:r>
              <a:rPr sz="2000" b="1">
                <a:solidFill>
                  <a:srgbClr val="C8253E"/>
                </a:solidFill>
                <a:latin typeface="KaiTi"/>
              </a:rPr>
              <a:t>4</a:t>
            </a:r>
          </a:p>
        </p:txBody>
      </p:sp>
      <p:sp>
        <p:nvSpPr>
          <p:cNvPr id="19" name="TextBox 18"/>
          <p:cNvSpPr txBox="1"/>
          <p:nvPr/>
        </p:nvSpPr>
        <p:spPr>
          <a:xfrm>
            <a:off x="1188720" y="3867911"/>
            <a:ext cx="7315200" cy="292608"/>
          </a:xfrm>
          <a:prstGeom prst="rect">
            <a:avLst/>
          </a:prstGeom>
          <a:noFill/>
        </p:spPr>
        <p:txBody>
          <a:bodyPr wrap="square">
            <a:spAutoFit/>
          </a:bodyPr>
          <a:lstStyle/>
          <a:p>
            <a:r>
              <a:rPr sz="1300" b="1">
                <a:solidFill>
                  <a:srgbClr val="2C2C2C"/>
                </a:solidFill>
                <a:latin typeface="KaiTi"/>
              </a:rPr>
              <a:t>提 出 减 少 塑 料 的 方 法</a:t>
            </a:r>
          </a:p>
        </p:txBody>
      </p:sp>
      <p:sp>
        <p:nvSpPr>
          <p:cNvPr id="20" name="TextBox 19"/>
          <p:cNvSpPr txBox="1"/>
          <p:nvPr/>
        </p:nvSpPr>
        <p:spPr>
          <a:xfrm>
            <a:off x="1188720" y="4187951"/>
            <a:ext cx="7315200" cy="274320"/>
          </a:xfrm>
          <a:prstGeom prst="rect">
            <a:avLst/>
          </a:prstGeom>
          <a:noFill/>
        </p:spPr>
        <p:txBody>
          <a:bodyPr wrap="square">
            <a:spAutoFit/>
          </a:bodyPr>
          <a:lstStyle/>
          <a:p>
            <a:r>
              <a:rPr sz="1000" b="0">
                <a:solidFill>
                  <a:srgbClr val="888888"/>
                </a:solidFill>
                <a:latin typeface="KaiTi"/>
              </a:rPr>
              <a:t>Propose ways to reduce plastic</a:t>
            </a:r>
          </a:p>
        </p:txBody>
      </p:sp>
      <p:sp>
        <p:nvSpPr>
          <p:cNvPr id="21" name="TextBox 20"/>
          <p:cNvSpPr txBox="1"/>
          <p:nvPr/>
        </p:nvSpPr>
        <p:spPr>
          <a:xfrm>
            <a:off x="8412480" y="192024"/>
            <a:ext cx="457200" cy="310896"/>
          </a:xfrm>
          <a:prstGeom prst="rect">
            <a:avLst/>
          </a:prstGeom>
          <a:noFill/>
        </p:spPr>
        <p:txBody>
          <a:bodyPr wrap="square">
            <a:spAutoFit/>
          </a:bodyPr>
          <a:lstStyle/>
          <a:p>
            <a:pPr algn="r"/>
            <a:r>
              <a:rPr sz="1200" b="1">
                <a:solidFill>
                  <a:srgbClr val="FFFFFF"/>
                </a:solidFill>
                <a:latin typeface="KaiTi"/>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5C8C"/>
        </a:solidFill>
        <a:effectLst/>
      </p:bgPr>
    </p:bg>
    <p:spTree>
      <p:nvGrpSpPr>
        <p:cNvPr id="1" name=""/>
        <p:cNvGrpSpPr/>
        <p:nvPr/>
      </p:nvGrpSpPr>
      <p:grpSpPr>
        <a:xfrm>
          <a:off x="0" y="0"/>
          <a:ext cx="0" cy="0"/>
          <a:chOff x="0" y="0"/>
          <a:chExt cx="0" cy="0"/>
        </a:xfrm>
      </p:grpSpPr>
      <p:sp>
        <p:nvSpPr>
          <p:cNvPr id="2" name="TextBox 1"/>
          <p:cNvSpPr txBox="1"/>
          <p:nvPr/>
        </p:nvSpPr>
        <p:spPr>
          <a:xfrm>
            <a:off x="274320" y="1371600"/>
            <a:ext cx="8595360" cy="914400"/>
          </a:xfrm>
          <a:prstGeom prst="rect">
            <a:avLst/>
          </a:prstGeom>
          <a:noFill/>
        </p:spPr>
        <p:txBody>
          <a:bodyPr wrap="square">
            <a:spAutoFit/>
          </a:bodyPr>
          <a:lstStyle/>
          <a:p>
            <a:pPr algn="ctr"/>
            <a:r>
              <a:rPr sz="4400" b="1">
                <a:solidFill>
                  <a:srgbClr val="FFFFFF"/>
                </a:solidFill>
                <a:latin typeface="KaiTi"/>
              </a:rPr>
              <a:t>🌊 Session 1 · 上 午</a:t>
            </a:r>
          </a:p>
        </p:txBody>
      </p:sp>
      <p:sp>
        <p:nvSpPr>
          <p:cNvPr id="3" name="TextBox 2"/>
          <p:cNvSpPr txBox="1"/>
          <p:nvPr/>
        </p:nvSpPr>
        <p:spPr>
          <a:xfrm>
            <a:off x="274320" y="2468880"/>
            <a:ext cx="8595360" cy="365760"/>
          </a:xfrm>
          <a:prstGeom prst="rect">
            <a:avLst/>
          </a:prstGeom>
          <a:noFill/>
        </p:spPr>
        <p:txBody>
          <a:bodyPr wrap="square">
            <a:spAutoFit/>
          </a:bodyPr>
          <a:lstStyle/>
          <a:p>
            <a:pPr algn="ctr"/>
            <a:r>
              <a:rPr lang="en-US" b="1" dirty="0" err="1">
                <a:solidFill>
                  <a:srgbClr val="F5C242"/>
                </a:solidFill>
                <a:latin typeface="KaiTi"/>
              </a:rPr>
              <a:t>水资源的</a:t>
            </a:r>
            <a:r>
              <a:rPr sz="1800" b="1" dirty="0" err="1">
                <a:solidFill>
                  <a:srgbClr val="F5C242"/>
                </a:solidFill>
                <a:latin typeface="KaiTi"/>
              </a:rPr>
              <a:t>重要</a:t>
            </a:r>
            <a:r>
              <a:rPr lang="en-US" sz="1800" b="1" dirty="0" err="1">
                <a:solidFill>
                  <a:srgbClr val="F5C242"/>
                </a:solidFill>
                <a:latin typeface="KaiTi"/>
              </a:rPr>
              <a:t>性</a:t>
            </a:r>
            <a:r>
              <a:rPr sz="1800" b="1" dirty="0">
                <a:solidFill>
                  <a:srgbClr val="F5C242"/>
                </a:solidFill>
                <a:latin typeface="KaiTi"/>
              </a:rPr>
              <a:t> + </a:t>
            </a:r>
            <a:r>
              <a:rPr sz="1800" b="1" dirty="0" err="1">
                <a:solidFill>
                  <a:srgbClr val="F5C242"/>
                </a:solidFill>
                <a:latin typeface="KaiTi"/>
              </a:rPr>
              <a:t>塑</a:t>
            </a:r>
            <a:r>
              <a:rPr sz="1800" b="1" dirty="0">
                <a:solidFill>
                  <a:srgbClr val="F5C242"/>
                </a:solidFill>
                <a:latin typeface="KaiTi"/>
              </a:rPr>
              <a:t> </a:t>
            </a:r>
            <a:r>
              <a:rPr sz="1800" b="1" dirty="0" err="1">
                <a:solidFill>
                  <a:srgbClr val="F5C242"/>
                </a:solidFill>
                <a:latin typeface="KaiTi"/>
              </a:rPr>
              <a:t>料</a:t>
            </a:r>
            <a:r>
              <a:rPr sz="1800" b="1" dirty="0">
                <a:solidFill>
                  <a:srgbClr val="F5C242"/>
                </a:solidFill>
                <a:latin typeface="KaiTi"/>
              </a:rPr>
              <a:t> </a:t>
            </a:r>
            <a:r>
              <a:rPr sz="1800" b="1" dirty="0" err="1">
                <a:solidFill>
                  <a:srgbClr val="F5C242"/>
                </a:solidFill>
                <a:latin typeface="KaiTi"/>
              </a:rPr>
              <a:t>污</a:t>
            </a:r>
            <a:r>
              <a:rPr sz="1800" b="1" dirty="0">
                <a:solidFill>
                  <a:srgbClr val="F5C242"/>
                </a:solidFill>
                <a:latin typeface="KaiTi"/>
              </a:rPr>
              <a:t> </a:t>
            </a:r>
            <a:r>
              <a:rPr sz="1800" b="1" dirty="0" err="1">
                <a:solidFill>
                  <a:srgbClr val="F5C242"/>
                </a:solidFill>
                <a:latin typeface="KaiTi"/>
              </a:rPr>
              <a:t>染</a:t>
            </a:r>
            <a:endParaRPr sz="1800" b="1" dirty="0">
              <a:solidFill>
                <a:srgbClr val="F5C242"/>
              </a:solidFill>
              <a:latin typeface="KaiTi"/>
            </a:endParaRPr>
          </a:p>
        </p:txBody>
      </p:sp>
      <p:sp>
        <p:nvSpPr>
          <p:cNvPr id="4" name="5-Point Star 3"/>
          <p:cNvSpPr/>
          <p:nvPr/>
        </p:nvSpPr>
        <p:spPr>
          <a:xfrm>
            <a:off x="731520" y="4297680"/>
            <a:ext cx="320040" cy="320040"/>
          </a:xfrm>
          <a:prstGeom prst="star5">
            <a:avLst/>
          </a:prstGeom>
          <a:solidFill>
            <a:srgbClr val="F5C2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5-Point Star 4"/>
          <p:cNvSpPr/>
          <p:nvPr/>
        </p:nvSpPr>
        <p:spPr>
          <a:xfrm>
            <a:off x="1645920" y="4114800"/>
            <a:ext cx="320040" cy="320040"/>
          </a:xfrm>
          <a:prstGeom prst="star5">
            <a:avLst/>
          </a:prstGeom>
          <a:solidFill>
            <a:srgbClr val="F5C2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5-Point Star 5"/>
          <p:cNvSpPr/>
          <p:nvPr/>
        </p:nvSpPr>
        <p:spPr>
          <a:xfrm>
            <a:off x="7132320" y="4114800"/>
            <a:ext cx="320040" cy="320040"/>
          </a:xfrm>
          <a:prstGeom prst="star5">
            <a:avLst/>
          </a:prstGeom>
          <a:solidFill>
            <a:srgbClr val="F5C2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5-Point Star 6"/>
          <p:cNvSpPr/>
          <p:nvPr/>
        </p:nvSpPr>
        <p:spPr>
          <a:xfrm>
            <a:off x="7863840" y="4297680"/>
            <a:ext cx="320040" cy="320040"/>
          </a:xfrm>
          <a:prstGeom prst="star5">
            <a:avLst/>
          </a:prstGeom>
          <a:solidFill>
            <a:srgbClr val="F5C2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412480" y="192024"/>
            <a:ext cx="457200" cy="310896"/>
          </a:xfrm>
          <a:prstGeom prst="rect">
            <a:avLst/>
          </a:prstGeom>
          <a:noFill/>
        </p:spPr>
        <p:txBody>
          <a:bodyPr wrap="square">
            <a:spAutoFit/>
          </a:bodyPr>
          <a:lstStyle/>
          <a:p>
            <a:pPr algn="r"/>
            <a:r>
              <a:rPr sz="1200" b="1">
                <a:solidFill>
                  <a:srgbClr val="FFFFFF"/>
                </a:solidFill>
                <a:latin typeface="KaiTi"/>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2781083" y="968160"/>
            <a:ext cx="5535000" cy="3672000"/>
          </a:xfrm>
          <a:prstGeom prst="roundRect">
            <a:avLst/>
          </a:prstGeom>
          <a:solidFill>
            <a:srgbClr val="DAF9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57175" indent="-257175" defTabSz="685800" fontAlgn="base">
              <a:lnSpc>
                <a:spcPct val="150000"/>
              </a:lnSpc>
              <a:spcBef>
                <a:spcPct val="0"/>
              </a:spcBef>
              <a:spcAft>
                <a:spcPct val="0"/>
              </a:spcAft>
              <a:buFont typeface="Wingdings" panose="05000000000000000000" charset="0"/>
              <a:buChar char="l"/>
            </a:pPr>
            <a:r>
              <a:rPr dirty="0" err="1">
                <a:solidFill>
                  <a:srgbClr val="2E867C"/>
                </a:solidFill>
                <a:latin typeface="黑体" panose="02010609060101010101" charset="-122"/>
                <a:ea typeface="黑体" panose="02010609060101010101" charset="-122"/>
                <a:cs typeface="宋体" panose="02010600030101010101" pitchFamily="2" charset="-122"/>
              </a:rPr>
              <a:t>谈话导入，说说水在生活中的用途，感知水的重要性</a:t>
            </a:r>
            <a:r>
              <a:rPr dirty="0">
                <a:solidFill>
                  <a:srgbClr val="2E867C"/>
                </a:solidFill>
                <a:latin typeface="黑体" panose="02010609060101010101" charset="-122"/>
                <a:ea typeface="黑体" panose="02010609060101010101" charset="-122"/>
                <a:cs typeface="宋体" panose="02010600030101010101" pitchFamily="2" charset="-122"/>
              </a:rPr>
              <a:t>。</a:t>
            </a:r>
          </a:p>
          <a:p>
            <a:pPr defTabSz="685800" fontAlgn="base">
              <a:lnSpc>
                <a:spcPct val="150000"/>
              </a:lnSpc>
              <a:spcBef>
                <a:spcPct val="0"/>
              </a:spcBef>
              <a:spcAft>
                <a:spcPct val="0"/>
              </a:spcAft>
            </a:pPr>
            <a:r>
              <a:rPr sz="1500" dirty="0">
                <a:solidFill>
                  <a:srgbClr val="2E867C"/>
                </a:solidFill>
                <a:latin typeface="黑体" panose="02010609060101010101" charset="-122"/>
                <a:ea typeface="黑体" panose="02010609060101010101" charset="-122"/>
                <a:cs typeface="宋体" panose="02010600030101010101" pitchFamily="2" charset="-122"/>
                <a:sym typeface="+mn-ea"/>
              </a:rPr>
              <a:t>——</a:t>
            </a:r>
            <a:r>
              <a:rPr sz="1500" dirty="0" err="1">
                <a:solidFill>
                  <a:srgbClr val="2E867C"/>
                </a:solidFill>
                <a:latin typeface="黑体" panose="02010609060101010101" charset="-122"/>
                <a:ea typeface="黑体" panose="02010609060101010101" charset="-122"/>
                <a:cs typeface="宋体" panose="02010600030101010101" pitchFamily="2" charset="-122"/>
                <a:sym typeface="+mn-ea"/>
              </a:rPr>
              <a:t>小朋友们，今天你用过水了吗</a:t>
            </a:r>
            <a:r>
              <a:rPr sz="1500" dirty="0">
                <a:solidFill>
                  <a:srgbClr val="2E867C"/>
                </a:solidFill>
                <a:latin typeface="黑体" panose="02010609060101010101" charset="-122"/>
                <a:ea typeface="黑体" panose="02010609060101010101" charset="-122"/>
                <a:cs typeface="宋体" panose="02010600030101010101" pitchFamily="2" charset="-122"/>
                <a:sym typeface="+mn-ea"/>
              </a:rPr>
              <a:t>？</a:t>
            </a:r>
          </a:p>
          <a:p>
            <a:pPr defTabSz="685800" fontAlgn="base">
              <a:lnSpc>
                <a:spcPct val="150000"/>
              </a:lnSpc>
              <a:spcBef>
                <a:spcPct val="0"/>
              </a:spcBef>
              <a:spcAft>
                <a:spcPct val="0"/>
              </a:spcAft>
            </a:pPr>
            <a:r>
              <a:rPr sz="1500" dirty="0">
                <a:solidFill>
                  <a:srgbClr val="2E867C"/>
                </a:solidFill>
                <a:latin typeface="黑体" panose="02010609060101010101" charset="-122"/>
                <a:ea typeface="黑体" panose="02010609060101010101" charset="-122"/>
                <a:cs typeface="宋体" panose="02010600030101010101" pitchFamily="2" charset="-122"/>
                <a:sym typeface="+mn-ea"/>
              </a:rPr>
              <a:t>——</a:t>
            </a:r>
            <a:r>
              <a:rPr sz="1500" dirty="0" err="1">
                <a:solidFill>
                  <a:srgbClr val="2E867C"/>
                </a:solidFill>
                <a:latin typeface="黑体" panose="02010609060101010101" charset="-122"/>
                <a:ea typeface="黑体" panose="02010609060101010101" charset="-122"/>
                <a:cs typeface="宋体" panose="02010600030101010101" pitchFamily="2" charset="-122"/>
                <a:sym typeface="+mn-ea"/>
              </a:rPr>
              <a:t>谁来说说你今天用水做了什么事？和大家分享一下吧</a:t>
            </a:r>
            <a:r>
              <a:rPr sz="1500" dirty="0">
                <a:solidFill>
                  <a:srgbClr val="2E867C"/>
                </a:solidFill>
                <a:latin typeface="黑体" panose="02010609060101010101" charset="-122"/>
                <a:ea typeface="黑体" panose="02010609060101010101" charset="-122"/>
                <a:cs typeface="宋体" panose="02010600030101010101" pitchFamily="2" charset="-122"/>
                <a:sym typeface="+mn-ea"/>
              </a:rPr>
              <a:t>。</a:t>
            </a:r>
          </a:p>
          <a:p>
            <a:pPr defTabSz="685800" fontAlgn="base">
              <a:lnSpc>
                <a:spcPct val="150000"/>
              </a:lnSpc>
              <a:spcBef>
                <a:spcPct val="0"/>
              </a:spcBef>
              <a:spcAft>
                <a:spcPct val="0"/>
              </a:spcAft>
            </a:pPr>
            <a:r>
              <a:rPr sz="1500" dirty="0">
                <a:solidFill>
                  <a:srgbClr val="2E867C"/>
                </a:solidFill>
                <a:latin typeface="黑体" panose="02010609060101010101" charset="-122"/>
                <a:ea typeface="黑体" panose="02010609060101010101" charset="-122"/>
                <a:cs typeface="宋体" panose="02010600030101010101" pitchFamily="2" charset="-122"/>
                <a:sym typeface="+mn-ea"/>
              </a:rPr>
              <a:t>——</a:t>
            </a:r>
            <a:r>
              <a:rPr sz="1500" dirty="0" err="1">
                <a:solidFill>
                  <a:srgbClr val="2E867C"/>
                </a:solidFill>
                <a:latin typeface="黑体" panose="02010609060101010101" charset="-122"/>
                <a:ea typeface="黑体" panose="02010609060101010101" charset="-122"/>
                <a:cs typeface="宋体" panose="02010600030101010101" pitchFamily="2" charset="-122"/>
                <a:sym typeface="+mn-ea"/>
              </a:rPr>
              <a:t>除了我们的日常生活用水，你知道还有哪些地方也需要用到水呢</a:t>
            </a:r>
            <a:r>
              <a:rPr sz="1500" dirty="0">
                <a:solidFill>
                  <a:srgbClr val="2E867C"/>
                </a:solidFill>
                <a:latin typeface="黑体" panose="02010609060101010101" charset="-122"/>
                <a:ea typeface="黑体" panose="02010609060101010101" charset="-122"/>
                <a:cs typeface="宋体" panose="02010600030101010101" pitchFamily="2" charset="-122"/>
                <a:sym typeface="+mn-ea"/>
              </a:rPr>
              <a:t>？</a:t>
            </a:r>
          </a:p>
          <a:p>
            <a:pPr defTabSz="685800" fontAlgn="base">
              <a:lnSpc>
                <a:spcPct val="150000"/>
              </a:lnSpc>
              <a:spcBef>
                <a:spcPct val="0"/>
              </a:spcBef>
              <a:spcAft>
                <a:spcPct val="0"/>
              </a:spcAft>
            </a:pPr>
            <a:r>
              <a:rPr sz="1500" dirty="0">
                <a:solidFill>
                  <a:srgbClr val="2E867C"/>
                </a:solidFill>
                <a:latin typeface="黑体" panose="02010609060101010101" charset="-122"/>
                <a:ea typeface="黑体" panose="02010609060101010101" charset="-122"/>
                <a:cs typeface="宋体" panose="02010600030101010101" pitchFamily="2" charset="-122"/>
                <a:sym typeface="+mn-ea"/>
              </a:rPr>
              <a:t>小结：每天，我们洗脸、刷牙、洗手、喝茶都会用到水，除了日常生活用水外，水还可以用在灌溉、养殖、救火、水力发电中。水的用处可真大，我们的生活、生产都离不开水。（</a:t>
            </a:r>
            <a:r>
              <a:rPr sz="1500" dirty="0" err="1">
                <a:solidFill>
                  <a:srgbClr val="2E867C"/>
                </a:solidFill>
                <a:latin typeface="黑体" panose="02010609060101010101" charset="-122"/>
                <a:ea typeface="黑体" panose="02010609060101010101" charset="-122"/>
                <a:cs typeface="宋体" panose="02010600030101010101" pitchFamily="2" charset="-122"/>
                <a:sym typeface="+mn-ea"/>
              </a:rPr>
              <a:t>根据幼儿回答总结</a:t>
            </a:r>
            <a:r>
              <a:rPr sz="1500" dirty="0">
                <a:solidFill>
                  <a:srgbClr val="2E867C"/>
                </a:solidFill>
                <a:latin typeface="黑体" panose="02010609060101010101" charset="-122"/>
                <a:ea typeface="黑体" panose="02010609060101010101" charset="-122"/>
                <a:cs typeface="宋体" panose="02010600030101010101" pitchFamily="2" charset="-122"/>
                <a:sym typeface="+mn-ea"/>
              </a:rPr>
              <a:t>）</a:t>
            </a:r>
          </a:p>
        </p:txBody>
      </p:sp>
      <p:sp>
        <p:nvSpPr>
          <p:cNvPr id="3" name="圆角矩形 2"/>
          <p:cNvSpPr/>
          <p:nvPr/>
        </p:nvSpPr>
        <p:spPr>
          <a:xfrm>
            <a:off x="271463" y="194787"/>
            <a:ext cx="5148435" cy="486251"/>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base">
              <a:spcBef>
                <a:spcPct val="0"/>
              </a:spcBef>
              <a:spcAft>
                <a:spcPct val="0"/>
              </a:spcAft>
            </a:pPr>
            <a:r>
              <a:rPr lang="zh-CN" altLang="en-US" sz="2400" dirty="0">
                <a:solidFill>
                  <a:schemeClr val="tx1"/>
                </a:solidFill>
                <a:latin typeface="黑体" panose="02010609060101010101" charset="-122"/>
                <a:ea typeface="黑体" panose="02010609060101010101" charset="-122"/>
              </a:rPr>
              <a:t>说一说 </a:t>
            </a:r>
            <a:r>
              <a:rPr lang="en-US" sz="2400" b="1" dirty="0">
                <a:solidFill>
                  <a:schemeClr val="tx1"/>
                </a:solidFill>
                <a:latin typeface="KaiTi"/>
              </a:rPr>
              <a:t>Let's Talk </a:t>
            </a:r>
            <a:r>
              <a:rPr lang="en-US" sz="2400" dirty="0">
                <a:solidFill>
                  <a:schemeClr val="tx1"/>
                </a:solidFill>
                <a:latin typeface="黑体" panose="02010609060101010101" charset="-122"/>
                <a:ea typeface="黑体" panose="02010609060101010101" charset="-122"/>
              </a:rPr>
              <a:t>About</a:t>
            </a:r>
            <a:r>
              <a:rPr lang="en-US" sz="2400" b="1" dirty="0">
                <a:solidFill>
                  <a:schemeClr val="tx1"/>
                </a:solidFill>
                <a:latin typeface="KaiTi"/>
              </a:rPr>
              <a:t> Water</a:t>
            </a:r>
            <a:endParaRPr lang="zh-CN" altLang="en-US" sz="2400" dirty="0">
              <a:solidFill>
                <a:schemeClr val="tx1"/>
              </a:solidFill>
              <a:latin typeface="黑体" panose="02010609060101010101" charset="-122"/>
              <a:ea typeface="黑体" panose="02010609060101010101" charset="-122"/>
            </a:endParaRPr>
          </a:p>
        </p:txBody>
      </p:sp>
      <p:pic>
        <p:nvPicPr>
          <p:cNvPr id="4" name="图片 1" descr="说一说">
            <a:extLst>
              <a:ext uri="{FF2B5EF4-FFF2-40B4-BE49-F238E27FC236}">
                <a16:creationId xmlns:a16="http://schemas.microsoft.com/office/drawing/2014/main" id="{B653470C-DE26-3347-536A-FDA129840B9B}"/>
              </a:ext>
            </a:extLst>
          </p:cNvPr>
          <p:cNvPicPr>
            <a:picLocks noChangeAspect="1"/>
          </p:cNvPicPr>
          <p:nvPr/>
        </p:nvPicPr>
        <p:blipFill>
          <a:blip r:embed="rId3"/>
          <a:stretch>
            <a:fillRect/>
          </a:stretch>
        </p:blipFill>
        <p:spPr>
          <a:xfrm>
            <a:off x="-324196" y="1837112"/>
            <a:ext cx="3438393" cy="193409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anim calcmode="lin" valueType="num">
                                      <p:cBhvr additive="base">
                                        <p:cTn id="7"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2D63FE-96EC-AA92-1C8C-5862327EEBF0}"/>
            </a:ext>
          </a:extLst>
        </p:cNvPr>
        <p:cNvGrpSpPr/>
        <p:nvPr/>
      </p:nvGrpSpPr>
      <p:grpSpPr>
        <a:xfrm>
          <a:off x="0" y="0"/>
          <a:ext cx="0" cy="0"/>
          <a:chOff x="0" y="0"/>
          <a:chExt cx="0" cy="0"/>
        </a:xfrm>
      </p:grpSpPr>
      <p:sp>
        <p:nvSpPr>
          <p:cNvPr id="2" name="圆角矩形 1">
            <a:extLst>
              <a:ext uri="{FF2B5EF4-FFF2-40B4-BE49-F238E27FC236}">
                <a16:creationId xmlns:a16="http://schemas.microsoft.com/office/drawing/2014/main" id="{6E817141-8F06-F087-6765-B305F9E4B3DF}"/>
              </a:ext>
            </a:extLst>
          </p:cNvPr>
          <p:cNvSpPr/>
          <p:nvPr/>
        </p:nvSpPr>
        <p:spPr>
          <a:xfrm>
            <a:off x="372232" y="4203340"/>
            <a:ext cx="8399535" cy="629279"/>
          </a:xfrm>
          <a:prstGeom prst="roundRect">
            <a:avLst/>
          </a:prstGeom>
          <a:solidFill>
            <a:srgbClr val="DAF9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685800" fontAlgn="base">
              <a:lnSpc>
                <a:spcPct val="150000"/>
              </a:lnSpc>
              <a:spcBef>
                <a:spcPct val="0"/>
              </a:spcBef>
              <a:spcAft>
                <a:spcPct val="0"/>
              </a:spcAft>
            </a:pPr>
            <a:r>
              <a:rPr lang="ko-KR" altLang="en-US" sz="2400" dirty="0" err="1">
                <a:solidFill>
                  <a:srgbClr val="2E867C"/>
                </a:solidFill>
                <a:latin typeface="黑体" panose="02010609060101010101" charset="-122"/>
                <a:ea typeface="黑体" panose="02010609060101010101" charset="-122"/>
                <a:cs typeface="宋体" panose="02010600030101010101" pitchFamily="2" charset="-122"/>
                <a:sym typeface="+mn-ea"/>
              </a:rPr>
              <a:t>原来每天有这么多地方都要用水，你们觉得水会被用完吗</a:t>
            </a:r>
            <a:r>
              <a:rPr lang="ko-KR" altLang="en-US" sz="2400" dirty="0">
                <a:solidFill>
                  <a:srgbClr val="2E867C"/>
                </a:solidFill>
                <a:latin typeface="黑体" panose="02010609060101010101" charset="-122"/>
                <a:ea typeface="黑体" panose="02010609060101010101" charset="-122"/>
                <a:cs typeface="宋体" panose="02010600030101010101" pitchFamily="2" charset="-122"/>
                <a:sym typeface="+mn-ea"/>
              </a:rPr>
              <a:t>？</a:t>
            </a:r>
          </a:p>
        </p:txBody>
      </p:sp>
      <p:sp>
        <p:nvSpPr>
          <p:cNvPr id="3" name="圆角矩形 2">
            <a:extLst>
              <a:ext uri="{FF2B5EF4-FFF2-40B4-BE49-F238E27FC236}">
                <a16:creationId xmlns:a16="http://schemas.microsoft.com/office/drawing/2014/main" id="{37F5D1C7-59EF-A319-A483-B32293E69032}"/>
              </a:ext>
            </a:extLst>
          </p:cNvPr>
          <p:cNvSpPr/>
          <p:nvPr/>
        </p:nvSpPr>
        <p:spPr>
          <a:xfrm>
            <a:off x="271463" y="194787"/>
            <a:ext cx="5148435" cy="486251"/>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base">
              <a:spcBef>
                <a:spcPct val="0"/>
              </a:spcBef>
              <a:spcAft>
                <a:spcPct val="0"/>
              </a:spcAft>
            </a:pPr>
            <a:r>
              <a:rPr lang="zh-CN" altLang="en-US" sz="2400" dirty="0">
                <a:solidFill>
                  <a:schemeClr val="tx1"/>
                </a:solidFill>
                <a:latin typeface="黑体" panose="02010609060101010101" charset="-122"/>
                <a:ea typeface="黑体" panose="02010609060101010101" charset="-122"/>
              </a:rPr>
              <a:t>说一说 </a:t>
            </a:r>
            <a:r>
              <a:rPr lang="en-US" sz="2400" b="1" dirty="0">
                <a:solidFill>
                  <a:schemeClr val="tx1"/>
                </a:solidFill>
                <a:latin typeface="KaiTi"/>
              </a:rPr>
              <a:t>Let's Talk About Water</a:t>
            </a:r>
            <a:endParaRPr lang="zh-CN" altLang="en-US" sz="2400" dirty="0">
              <a:solidFill>
                <a:schemeClr val="tx1"/>
              </a:solidFill>
              <a:latin typeface="黑体" panose="02010609060101010101" charset="-122"/>
              <a:ea typeface="黑体" panose="02010609060101010101" charset="-122"/>
            </a:endParaRPr>
          </a:p>
        </p:txBody>
      </p:sp>
      <p:pic>
        <p:nvPicPr>
          <p:cNvPr id="4" name="图片 1" descr="说一说">
            <a:extLst>
              <a:ext uri="{FF2B5EF4-FFF2-40B4-BE49-F238E27FC236}">
                <a16:creationId xmlns:a16="http://schemas.microsoft.com/office/drawing/2014/main" id="{B8003A93-3BC0-8542-E39A-2ACBC404F1D9}"/>
              </a:ext>
            </a:extLst>
          </p:cNvPr>
          <p:cNvPicPr>
            <a:picLocks noChangeAspect="1"/>
          </p:cNvPicPr>
          <p:nvPr/>
        </p:nvPicPr>
        <p:blipFill>
          <a:blip r:embed="rId3"/>
          <a:stretch>
            <a:fillRect/>
          </a:stretch>
        </p:blipFill>
        <p:spPr>
          <a:xfrm>
            <a:off x="-266007" y="789708"/>
            <a:ext cx="3438393" cy="1934096"/>
          </a:xfrm>
          <a:prstGeom prst="rect">
            <a:avLst/>
          </a:prstGeom>
        </p:spPr>
      </p:pic>
      <p:pic>
        <p:nvPicPr>
          <p:cNvPr id="5" name="图片 1" descr="C:\Users\Lenovo\Desktop\课件用\保护海洋\33.png33">
            <a:extLst>
              <a:ext uri="{FF2B5EF4-FFF2-40B4-BE49-F238E27FC236}">
                <a16:creationId xmlns:a16="http://schemas.microsoft.com/office/drawing/2014/main" id="{399AB383-1749-122D-604E-CD0511EDBC2C}"/>
              </a:ext>
            </a:extLst>
          </p:cNvPr>
          <p:cNvPicPr>
            <a:picLocks noChangeAspect="1"/>
          </p:cNvPicPr>
          <p:nvPr/>
        </p:nvPicPr>
        <p:blipFill>
          <a:blip r:embed="rId4"/>
          <a:srcRect l="13" r="13"/>
          <a:stretch>
            <a:fillRect/>
          </a:stretch>
        </p:blipFill>
        <p:spPr>
          <a:xfrm>
            <a:off x="2845680" y="921457"/>
            <a:ext cx="2107263" cy="2809802"/>
          </a:xfrm>
          <a:prstGeom prst="roundRect">
            <a:avLst/>
          </a:prstGeom>
          <a:effectLst>
            <a:outerShdw blurRad="50800" dist="38100" dir="2700000" algn="tl" rotWithShape="0">
              <a:prstClr val="black">
                <a:alpha val="40000"/>
              </a:prstClr>
            </a:outerShdw>
          </a:effectLst>
        </p:spPr>
      </p:pic>
      <p:pic>
        <p:nvPicPr>
          <p:cNvPr id="6" name="6" descr="E:\8.1\A-小班-世界水日\美术资源\导图\插图4-水瓶蓄水5.png插图4-水瓶蓄水5">
            <a:extLst>
              <a:ext uri="{FF2B5EF4-FFF2-40B4-BE49-F238E27FC236}">
                <a16:creationId xmlns:a16="http://schemas.microsoft.com/office/drawing/2014/main" id="{19DCEBAD-E9AE-B8C8-945F-28C841A58E05}"/>
              </a:ext>
            </a:extLst>
          </p:cNvPr>
          <p:cNvPicPr>
            <a:picLocks noChangeAspect="1"/>
          </p:cNvPicPr>
          <p:nvPr/>
        </p:nvPicPr>
        <p:blipFill>
          <a:blip r:embed="rId5"/>
          <a:srcRect/>
          <a:stretch>
            <a:fillRect/>
          </a:stretch>
        </p:blipFill>
        <p:spPr>
          <a:xfrm>
            <a:off x="5308261" y="1049222"/>
            <a:ext cx="3140547" cy="2714018"/>
          </a:xfrm>
          <a:prstGeom prst="rect">
            <a:avLst/>
          </a:prstGeom>
        </p:spPr>
      </p:pic>
    </p:spTree>
    <p:extLst>
      <p:ext uri="{BB962C8B-B14F-4D97-AF65-F5344CB8AC3E}">
        <p14:creationId xmlns:p14="http://schemas.microsoft.com/office/powerpoint/2010/main" val="13255262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通用页背景"/>
          <p:cNvPicPr>
            <a:picLocks noChangeAspect="1"/>
          </p:cNvPicPr>
          <p:nvPr/>
        </p:nvPicPr>
        <p:blipFill>
          <a:blip r:embed="rId2"/>
          <a:stretch>
            <a:fillRect/>
          </a:stretch>
        </p:blipFill>
        <p:spPr>
          <a:xfrm>
            <a:off x="0" y="0"/>
            <a:ext cx="9144000" cy="5143500"/>
          </a:xfrm>
          <a:prstGeom prst="rect">
            <a:avLst/>
          </a:prstGeom>
        </p:spPr>
      </p:pic>
      <p:sp>
        <p:nvSpPr>
          <p:cNvPr id="5" name="圆角矩形 4"/>
          <p:cNvSpPr/>
          <p:nvPr/>
        </p:nvSpPr>
        <p:spPr>
          <a:xfrm>
            <a:off x="487204" y="218122"/>
            <a:ext cx="2031683" cy="294323"/>
          </a:xfrm>
          <a:prstGeom prst="roundRect">
            <a:avLst/>
          </a:prstGeom>
          <a:solidFill>
            <a:srgbClr val="A4E3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685800" fontAlgn="base">
              <a:spcBef>
                <a:spcPct val="0"/>
              </a:spcBef>
              <a:spcAft>
                <a:spcPct val="0"/>
              </a:spcAft>
            </a:pPr>
            <a:r>
              <a:rPr lang="zh-CN" altLang="en-US" sz="1050">
                <a:solidFill>
                  <a:srgbClr val="2C8F79"/>
                </a:solidFill>
                <a:latin typeface="黑体" panose="02010609060101010101" charset="-122"/>
                <a:ea typeface="黑体" panose="02010609060101010101" charset="-122"/>
                <a:sym typeface="+mn-ea"/>
              </a:rPr>
              <a:t>连续点击屏幕，出现缺水图片</a:t>
            </a:r>
          </a:p>
        </p:txBody>
      </p:sp>
      <p:pic>
        <p:nvPicPr>
          <p:cNvPr id="6" name="图片 5" descr="C:\Users\Administrator\Desktop\奇奇头\9.png9"/>
          <p:cNvPicPr>
            <a:picLocks noChangeAspect="1"/>
          </p:cNvPicPr>
          <p:nvPr/>
        </p:nvPicPr>
        <p:blipFill>
          <a:blip r:embed="rId3"/>
          <a:srcRect/>
          <a:stretch>
            <a:fillRect/>
          </a:stretch>
        </p:blipFill>
        <p:spPr>
          <a:xfrm>
            <a:off x="143827" y="95251"/>
            <a:ext cx="511493" cy="488156"/>
          </a:xfrm>
          <a:prstGeom prst="rect">
            <a:avLst/>
          </a:prstGeom>
        </p:spPr>
      </p:pic>
      <p:pic>
        <p:nvPicPr>
          <p:cNvPr id="7" name="图片 6" descr="E:\8.1\A-小班-世界水日\实拍图片\课件用图\已压缩\图片1.png图片1"/>
          <p:cNvPicPr>
            <a:picLocks noChangeAspect="1"/>
          </p:cNvPicPr>
          <p:nvPr/>
        </p:nvPicPr>
        <p:blipFill>
          <a:blip r:embed="rId4"/>
          <a:srcRect/>
          <a:stretch>
            <a:fillRect/>
          </a:stretch>
        </p:blipFill>
        <p:spPr>
          <a:xfrm>
            <a:off x="1926194" y="746284"/>
            <a:ext cx="5302091" cy="3534728"/>
          </a:xfrm>
          <a:prstGeom prst="roundRect">
            <a:avLst/>
          </a:prstGeom>
          <a:effectLst>
            <a:outerShdw blurRad="50800" dist="38100" dir="2700000" algn="tl" rotWithShape="0">
              <a:prstClr val="black">
                <a:alpha val="40000"/>
              </a:prstClr>
            </a:outerShdw>
          </a:effectLst>
        </p:spPr>
      </p:pic>
      <p:sp>
        <p:nvSpPr>
          <p:cNvPr id="10" name="文本框 9"/>
          <p:cNvSpPr txBox="1"/>
          <p:nvPr/>
        </p:nvSpPr>
        <p:spPr>
          <a:xfrm>
            <a:off x="1227296" y="4658428"/>
            <a:ext cx="6722745" cy="401328"/>
          </a:xfrm>
          <a:prstGeom prst="rect">
            <a:avLst/>
          </a:prstGeom>
          <a:noFill/>
        </p:spPr>
        <p:txBody>
          <a:bodyPr wrap="square" rtlCol="0" anchor="t">
            <a:spAutoFit/>
          </a:bodyPr>
          <a:lstStyle/>
          <a:p>
            <a:pPr algn="ctr" defTabSz="685800" fontAlgn="base">
              <a:lnSpc>
                <a:spcPct val="130000"/>
              </a:lnSpc>
              <a:spcBef>
                <a:spcPct val="0"/>
              </a:spcBef>
              <a:spcAft>
                <a:spcPct val="0"/>
              </a:spcAft>
            </a:pPr>
            <a:r>
              <a:rPr b="1" dirty="0" err="1">
                <a:latin typeface="黑体" panose="02010609060101010101" charset="-122"/>
                <a:ea typeface="黑体" panose="02010609060101010101" charset="-122"/>
                <a:cs typeface="宋体" panose="02010600030101010101" pitchFamily="2" charset="-122"/>
                <a:sym typeface="+mn-ea"/>
              </a:rPr>
              <a:t>如果没有了水，土地可能会怎么样呢</a:t>
            </a:r>
            <a:endParaRPr lang="zh-CN" altLang="en-US" b="1" dirty="0">
              <a:latin typeface="黑体" panose="02010609060101010101" charset="-122"/>
              <a:ea typeface="黑体" panose="02010609060101010101" charset="-122"/>
              <a:cs typeface="宋体" panose="02010600030101010101" pitchFamily="2" charset="-122"/>
              <a:sym typeface="+mn-ea"/>
            </a:endParaRPr>
          </a:p>
        </p:txBody>
      </p:sp>
      <p:sp>
        <p:nvSpPr>
          <p:cNvPr id="12" name="文本框 11"/>
          <p:cNvSpPr txBox="1"/>
          <p:nvPr/>
        </p:nvSpPr>
        <p:spPr>
          <a:xfrm>
            <a:off x="3549491" y="4281011"/>
            <a:ext cx="2045018" cy="332655"/>
          </a:xfrm>
          <a:prstGeom prst="rect">
            <a:avLst/>
          </a:prstGeom>
          <a:noFill/>
        </p:spPr>
        <p:txBody>
          <a:bodyPr wrap="square" rtlCol="0">
            <a:spAutoFit/>
          </a:bodyPr>
          <a:lstStyle/>
          <a:p>
            <a:pPr algn="ctr" defTabSz="685800" fontAlgn="base">
              <a:lnSpc>
                <a:spcPct val="130000"/>
              </a:lnSpc>
              <a:spcBef>
                <a:spcPct val="0"/>
              </a:spcBef>
              <a:spcAft>
                <a:spcPct val="0"/>
              </a:spcAft>
            </a:pPr>
            <a:r>
              <a:rPr lang="zh-CN" altLang="zh-CN" sz="1400" dirty="0">
                <a:latin typeface="黑体" panose="02010609060101010101" charset="-122"/>
                <a:ea typeface="黑体" panose="02010609060101010101" charset="-122"/>
                <a:cs typeface="黑体" panose="02010609060101010101" charset="-122"/>
                <a:sym typeface="+mn-ea"/>
              </a:rPr>
              <a:t>土地缺水干裂</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edge">
                                      <p:cBhvr>
                                        <p:cTn id="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通用页背景"/>
          <p:cNvPicPr>
            <a:picLocks noChangeAspect="1"/>
          </p:cNvPicPr>
          <p:nvPr/>
        </p:nvPicPr>
        <p:blipFill>
          <a:blip r:embed="rId2"/>
          <a:stretch>
            <a:fillRect/>
          </a:stretch>
        </p:blipFill>
        <p:spPr>
          <a:xfrm>
            <a:off x="0" y="0"/>
            <a:ext cx="9144000" cy="5143500"/>
          </a:xfrm>
          <a:prstGeom prst="rect">
            <a:avLst/>
          </a:prstGeom>
        </p:spPr>
      </p:pic>
      <p:pic>
        <p:nvPicPr>
          <p:cNvPr id="4" name="图片 3" descr="\\10.1.1.22\视频事业部\幼儿园组\A 课件\14-热点+特色主题\2-节日纪念日课件\A0017 原创-社会美术-世界水日【燕烽】\01 课件资源包\课件资源\图片资源\实拍图\+logo\图片2.png图片2"/>
          <p:cNvPicPr>
            <a:picLocks noChangeAspect="1"/>
          </p:cNvPicPr>
          <p:nvPr/>
        </p:nvPicPr>
        <p:blipFill>
          <a:blip r:embed="rId3"/>
          <a:srcRect/>
          <a:stretch>
            <a:fillRect/>
          </a:stretch>
        </p:blipFill>
        <p:spPr>
          <a:xfrm>
            <a:off x="1910000" y="600869"/>
            <a:ext cx="5323999" cy="3532346"/>
          </a:xfrm>
          <a:prstGeom prst="roundRect">
            <a:avLst/>
          </a:prstGeom>
          <a:effectLst>
            <a:outerShdw blurRad="50800" dist="38100" dir="2700000" algn="tl" rotWithShape="0">
              <a:prstClr val="black">
                <a:alpha val="40000"/>
              </a:prstClr>
            </a:outerShdw>
          </a:effectLst>
        </p:spPr>
      </p:pic>
      <p:sp>
        <p:nvSpPr>
          <p:cNvPr id="3" name="文本框 2"/>
          <p:cNvSpPr txBox="1"/>
          <p:nvPr/>
        </p:nvSpPr>
        <p:spPr>
          <a:xfrm>
            <a:off x="1210627" y="4623984"/>
            <a:ext cx="6722745" cy="435697"/>
          </a:xfrm>
          <a:prstGeom prst="rect">
            <a:avLst/>
          </a:prstGeom>
          <a:noFill/>
        </p:spPr>
        <p:txBody>
          <a:bodyPr wrap="square" rtlCol="0" anchor="t">
            <a:spAutoFit/>
          </a:bodyPr>
          <a:lstStyle/>
          <a:p>
            <a:pPr algn="ctr" defTabSz="685800" fontAlgn="base">
              <a:lnSpc>
                <a:spcPct val="130000"/>
              </a:lnSpc>
              <a:spcBef>
                <a:spcPct val="0"/>
              </a:spcBef>
              <a:spcAft>
                <a:spcPct val="0"/>
              </a:spcAft>
            </a:pPr>
            <a:r>
              <a:rPr sz="2000" dirty="0" err="1">
                <a:latin typeface="黑体" panose="02010609060101010101" charset="-122"/>
                <a:ea typeface="黑体" panose="02010609060101010101" charset="-122"/>
                <a:cs typeface="宋体" panose="02010600030101010101" pitchFamily="2" charset="-122"/>
                <a:sym typeface="+mn-ea"/>
              </a:rPr>
              <a:t>如果没有了水，植物可能会怎么样呢</a:t>
            </a:r>
            <a:r>
              <a:rPr lang="en-US" altLang="zh-CN" sz="2000" dirty="0">
                <a:latin typeface="黑体" panose="02010609060101010101" charset="-122"/>
                <a:ea typeface="黑体" panose="02010609060101010101" charset="-122"/>
                <a:cs typeface="宋体" panose="02010600030101010101" pitchFamily="2" charset="-122"/>
                <a:sym typeface="+mn-ea"/>
              </a:rPr>
              <a:t>?</a:t>
            </a:r>
            <a:endParaRPr lang="zh-CN" altLang="en-US" sz="2000" dirty="0">
              <a:latin typeface="黑体" panose="02010609060101010101" charset="-122"/>
              <a:ea typeface="黑体" panose="02010609060101010101" charset="-122"/>
              <a:cs typeface="宋体" panose="02010600030101010101" pitchFamily="2" charset="-122"/>
              <a:sym typeface="+mn-ea"/>
            </a:endParaRPr>
          </a:p>
        </p:txBody>
      </p:sp>
      <p:sp>
        <p:nvSpPr>
          <p:cNvPr id="8" name="文本框 7"/>
          <p:cNvSpPr txBox="1"/>
          <p:nvPr/>
        </p:nvSpPr>
        <p:spPr>
          <a:xfrm>
            <a:off x="3556944" y="4134232"/>
            <a:ext cx="2045018" cy="401328"/>
          </a:xfrm>
          <a:prstGeom prst="rect">
            <a:avLst/>
          </a:prstGeom>
          <a:noFill/>
        </p:spPr>
        <p:txBody>
          <a:bodyPr wrap="square" rtlCol="0">
            <a:spAutoFit/>
          </a:bodyPr>
          <a:lstStyle/>
          <a:p>
            <a:pPr algn="ctr" defTabSz="685800" fontAlgn="base">
              <a:lnSpc>
                <a:spcPct val="130000"/>
              </a:lnSpc>
              <a:spcBef>
                <a:spcPct val="0"/>
              </a:spcBef>
              <a:spcAft>
                <a:spcPct val="0"/>
              </a:spcAft>
            </a:pPr>
            <a:r>
              <a:rPr lang="zh-CN" altLang="zh-CN" dirty="0">
                <a:latin typeface="黑体" panose="02010609060101010101" charset="-122"/>
                <a:ea typeface="黑体" panose="02010609060101010101" charset="-122"/>
                <a:cs typeface="黑体" panose="02010609060101010101" charset="-122"/>
                <a:sym typeface="+mn-ea"/>
              </a:rPr>
              <a:t>植物缺水枯萎</a:t>
            </a:r>
          </a:p>
        </p:txBody>
      </p:sp>
      <p:sp>
        <p:nvSpPr>
          <p:cNvPr id="7" name="圆角矩形 6"/>
          <p:cNvSpPr/>
          <p:nvPr/>
        </p:nvSpPr>
        <p:spPr>
          <a:xfrm>
            <a:off x="487204" y="218122"/>
            <a:ext cx="2031683" cy="294323"/>
          </a:xfrm>
          <a:prstGeom prst="roundRect">
            <a:avLst/>
          </a:prstGeom>
          <a:solidFill>
            <a:srgbClr val="A4E3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685800" fontAlgn="base">
              <a:spcBef>
                <a:spcPct val="0"/>
              </a:spcBef>
              <a:spcAft>
                <a:spcPct val="0"/>
              </a:spcAft>
            </a:pPr>
            <a:r>
              <a:rPr lang="zh-CN" altLang="en-US" sz="1050">
                <a:solidFill>
                  <a:srgbClr val="2C8F79"/>
                </a:solidFill>
                <a:latin typeface="黑体" panose="02010609060101010101" charset="-122"/>
                <a:ea typeface="黑体" panose="02010609060101010101" charset="-122"/>
                <a:sym typeface="+mn-ea"/>
              </a:rPr>
              <a:t>连续点击屏幕，出现缺水图片</a:t>
            </a:r>
          </a:p>
        </p:txBody>
      </p:sp>
      <p:pic>
        <p:nvPicPr>
          <p:cNvPr id="9" name="图片 8" descr="C:\Users\Administrator\Desktop\奇奇头\9.png9"/>
          <p:cNvPicPr>
            <a:picLocks noChangeAspect="1"/>
          </p:cNvPicPr>
          <p:nvPr/>
        </p:nvPicPr>
        <p:blipFill>
          <a:blip r:embed="rId4"/>
          <a:srcRect/>
          <a:stretch>
            <a:fillRect/>
          </a:stretch>
        </p:blipFill>
        <p:spPr>
          <a:xfrm>
            <a:off x="143827" y="95251"/>
            <a:ext cx="511493" cy="48815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通用页背景"/>
          <p:cNvPicPr>
            <a:picLocks noChangeAspect="1"/>
          </p:cNvPicPr>
          <p:nvPr/>
        </p:nvPicPr>
        <p:blipFill>
          <a:blip r:embed="rId2"/>
          <a:stretch>
            <a:fillRect/>
          </a:stretch>
        </p:blipFill>
        <p:spPr>
          <a:xfrm>
            <a:off x="0" y="0"/>
            <a:ext cx="9144000" cy="5143500"/>
          </a:xfrm>
          <a:prstGeom prst="rect">
            <a:avLst/>
          </a:prstGeom>
        </p:spPr>
      </p:pic>
      <p:pic>
        <p:nvPicPr>
          <p:cNvPr id="8" name="图片 7" descr="E:\8.1\A-小班-世界水日\实拍图片\课件用图\已压缩\图片3.png图片3"/>
          <p:cNvPicPr>
            <a:picLocks noChangeAspect="1"/>
          </p:cNvPicPr>
          <p:nvPr/>
        </p:nvPicPr>
        <p:blipFill>
          <a:blip r:embed="rId3"/>
          <a:srcRect/>
          <a:stretch>
            <a:fillRect/>
          </a:stretch>
        </p:blipFill>
        <p:spPr>
          <a:xfrm>
            <a:off x="1862137" y="635316"/>
            <a:ext cx="5419725" cy="3534300"/>
          </a:xfrm>
          <a:prstGeom prst="roundRect">
            <a:avLst/>
          </a:prstGeom>
          <a:effectLst>
            <a:outerShdw blurRad="50800" dist="38100" dir="2700000" algn="tl" rotWithShape="0">
              <a:prstClr val="black">
                <a:alpha val="40000"/>
              </a:prstClr>
            </a:outerShdw>
          </a:effectLst>
        </p:spPr>
      </p:pic>
      <p:sp>
        <p:nvSpPr>
          <p:cNvPr id="3" name="文本框 2"/>
          <p:cNvSpPr txBox="1"/>
          <p:nvPr/>
        </p:nvSpPr>
        <p:spPr>
          <a:xfrm>
            <a:off x="1210627" y="4621126"/>
            <a:ext cx="6722745" cy="435697"/>
          </a:xfrm>
          <a:prstGeom prst="rect">
            <a:avLst/>
          </a:prstGeom>
          <a:noFill/>
        </p:spPr>
        <p:txBody>
          <a:bodyPr wrap="square" rtlCol="0" anchor="t">
            <a:spAutoFit/>
          </a:bodyPr>
          <a:lstStyle/>
          <a:p>
            <a:pPr algn="ctr" defTabSz="685800" fontAlgn="base">
              <a:lnSpc>
                <a:spcPct val="130000"/>
              </a:lnSpc>
              <a:spcBef>
                <a:spcPct val="0"/>
              </a:spcBef>
              <a:spcAft>
                <a:spcPct val="0"/>
              </a:spcAft>
            </a:pPr>
            <a:r>
              <a:rPr sz="2000" dirty="0" err="1">
                <a:latin typeface="黑体" panose="02010609060101010101" charset="-122"/>
                <a:ea typeface="黑体" panose="02010609060101010101" charset="-122"/>
                <a:cs typeface="宋体" panose="02010600030101010101" pitchFamily="2" charset="-122"/>
                <a:sym typeface="+mn-ea"/>
              </a:rPr>
              <a:t>如果没有了水，小动物可能会怎么样呢</a:t>
            </a:r>
            <a:r>
              <a:rPr lang="en-US" altLang="zh-CN" sz="2000" dirty="0">
                <a:latin typeface="黑体" panose="02010609060101010101" charset="-122"/>
                <a:ea typeface="黑体" panose="02010609060101010101" charset="-122"/>
                <a:cs typeface="宋体" panose="02010600030101010101" pitchFamily="2" charset="-122"/>
                <a:sym typeface="+mn-ea"/>
              </a:rPr>
              <a:t>?</a:t>
            </a:r>
            <a:endParaRPr lang="zh-CN" altLang="en-US" sz="2000" dirty="0">
              <a:latin typeface="黑体" panose="02010609060101010101" charset="-122"/>
              <a:ea typeface="黑体" panose="02010609060101010101" charset="-122"/>
              <a:cs typeface="宋体" panose="02010600030101010101" pitchFamily="2" charset="-122"/>
              <a:sym typeface="+mn-ea"/>
            </a:endParaRPr>
          </a:p>
        </p:txBody>
      </p:sp>
      <p:sp>
        <p:nvSpPr>
          <p:cNvPr id="4" name="文本框 3"/>
          <p:cNvSpPr txBox="1"/>
          <p:nvPr/>
        </p:nvSpPr>
        <p:spPr>
          <a:xfrm>
            <a:off x="3549490" y="4194707"/>
            <a:ext cx="2045018" cy="401328"/>
          </a:xfrm>
          <a:prstGeom prst="rect">
            <a:avLst/>
          </a:prstGeom>
          <a:noFill/>
        </p:spPr>
        <p:txBody>
          <a:bodyPr wrap="square" rtlCol="0">
            <a:spAutoFit/>
          </a:bodyPr>
          <a:lstStyle/>
          <a:p>
            <a:pPr algn="ctr" defTabSz="685800" fontAlgn="base">
              <a:lnSpc>
                <a:spcPct val="130000"/>
              </a:lnSpc>
              <a:spcBef>
                <a:spcPct val="0"/>
              </a:spcBef>
              <a:spcAft>
                <a:spcPct val="0"/>
              </a:spcAft>
            </a:pPr>
            <a:r>
              <a:rPr lang="zh-CN" altLang="zh-CN" dirty="0">
                <a:latin typeface="黑体" panose="02010609060101010101" charset="-122"/>
                <a:ea typeface="黑体" panose="02010609060101010101" charset="-122"/>
                <a:cs typeface="黑体" panose="02010609060101010101" charset="-122"/>
                <a:sym typeface="+mn-ea"/>
              </a:rPr>
              <a:t>动物缺水死亡</a:t>
            </a:r>
          </a:p>
        </p:txBody>
      </p:sp>
      <p:sp>
        <p:nvSpPr>
          <p:cNvPr id="7" name="圆角矩形 6"/>
          <p:cNvSpPr/>
          <p:nvPr/>
        </p:nvSpPr>
        <p:spPr>
          <a:xfrm>
            <a:off x="487204" y="218122"/>
            <a:ext cx="2031683" cy="294323"/>
          </a:xfrm>
          <a:prstGeom prst="roundRect">
            <a:avLst/>
          </a:prstGeom>
          <a:solidFill>
            <a:srgbClr val="A4E3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685800" fontAlgn="base">
              <a:spcBef>
                <a:spcPct val="0"/>
              </a:spcBef>
              <a:spcAft>
                <a:spcPct val="0"/>
              </a:spcAft>
            </a:pPr>
            <a:r>
              <a:rPr lang="zh-CN" altLang="en-US" sz="1050">
                <a:solidFill>
                  <a:srgbClr val="2C8F79"/>
                </a:solidFill>
                <a:latin typeface="黑体" panose="02010609060101010101" charset="-122"/>
                <a:ea typeface="黑体" panose="02010609060101010101" charset="-122"/>
                <a:sym typeface="+mn-ea"/>
              </a:rPr>
              <a:t>连续点击屏幕，出现缺水图片</a:t>
            </a:r>
          </a:p>
        </p:txBody>
      </p:sp>
      <p:pic>
        <p:nvPicPr>
          <p:cNvPr id="9" name="图片 8" descr="C:\Users\Administrator\Desktop\奇奇头\9.png9"/>
          <p:cNvPicPr>
            <a:picLocks noChangeAspect="1"/>
          </p:cNvPicPr>
          <p:nvPr/>
        </p:nvPicPr>
        <p:blipFill>
          <a:blip r:embed="rId4"/>
          <a:srcRect/>
          <a:stretch>
            <a:fillRect/>
          </a:stretch>
        </p:blipFill>
        <p:spPr>
          <a:xfrm>
            <a:off x="143827" y="95251"/>
            <a:ext cx="511493" cy="48815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edge">
                                      <p:cBhvr>
                                        <p:cTn id="7"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通用页背景"/>
          <p:cNvPicPr>
            <a:picLocks noChangeAspect="1"/>
          </p:cNvPicPr>
          <p:nvPr/>
        </p:nvPicPr>
        <p:blipFill>
          <a:blip r:embed="rId2"/>
          <a:stretch>
            <a:fillRect/>
          </a:stretch>
        </p:blipFill>
        <p:spPr>
          <a:xfrm>
            <a:off x="0" y="0"/>
            <a:ext cx="9144000" cy="5143500"/>
          </a:xfrm>
          <a:prstGeom prst="rect">
            <a:avLst/>
          </a:prstGeom>
        </p:spPr>
      </p:pic>
      <p:pic>
        <p:nvPicPr>
          <p:cNvPr id="4" name="图片 3" descr="\\10.1.1.22\视频事业部\幼儿园组\A 课件\14-热点+特色主题\2-节日纪念日课件\A0017 原创-社会美术-世界水日【燕烽】\01 课件资源包\课件资源\图片资源\实拍图\+logo\图片2.png图片2"/>
          <p:cNvPicPr>
            <a:picLocks noChangeAspect="1"/>
          </p:cNvPicPr>
          <p:nvPr/>
        </p:nvPicPr>
        <p:blipFill>
          <a:blip r:embed="rId3"/>
          <a:srcRect/>
          <a:stretch>
            <a:fillRect/>
          </a:stretch>
        </p:blipFill>
        <p:spPr>
          <a:xfrm>
            <a:off x="3162084" y="1547358"/>
            <a:ext cx="2786063" cy="1848326"/>
          </a:xfrm>
          <a:prstGeom prst="roundRect">
            <a:avLst/>
          </a:prstGeom>
          <a:effectLst>
            <a:outerShdw blurRad="50800" dist="38100" dir="2700000" algn="tl" rotWithShape="0">
              <a:prstClr val="black">
                <a:alpha val="40000"/>
              </a:prstClr>
            </a:outerShdw>
          </a:effectLst>
        </p:spPr>
      </p:pic>
      <p:pic>
        <p:nvPicPr>
          <p:cNvPr id="7" name="图片 6" descr="E:\8.1\A-小班-世界水日\实拍图片\课件用图\已压缩\图片1.png图片1"/>
          <p:cNvPicPr>
            <a:picLocks noChangeAspect="1"/>
          </p:cNvPicPr>
          <p:nvPr/>
        </p:nvPicPr>
        <p:blipFill>
          <a:blip r:embed="rId4"/>
          <a:srcRect/>
          <a:stretch>
            <a:fillRect/>
          </a:stretch>
        </p:blipFill>
        <p:spPr>
          <a:xfrm>
            <a:off x="197417" y="1546770"/>
            <a:ext cx="2774156" cy="1849500"/>
          </a:xfrm>
          <a:prstGeom prst="roundRect">
            <a:avLst/>
          </a:prstGeom>
          <a:effectLst>
            <a:outerShdw blurRad="50800" dist="38100" dir="2700000" algn="tl" rotWithShape="0">
              <a:prstClr val="black">
                <a:alpha val="40000"/>
              </a:prstClr>
            </a:outerShdw>
          </a:effectLst>
        </p:spPr>
      </p:pic>
      <p:pic>
        <p:nvPicPr>
          <p:cNvPr id="8" name="图片 7" descr="E:\8.1\A-小班-世界水日\实拍图片\课件用图\已压缩\图片3.png图片3"/>
          <p:cNvPicPr>
            <a:picLocks noChangeAspect="1"/>
          </p:cNvPicPr>
          <p:nvPr/>
        </p:nvPicPr>
        <p:blipFill>
          <a:blip r:embed="rId5"/>
          <a:srcRect/>
          <a:stretch>
            <a:fillRect/>
          </a:stretch>
        </p:blipFill>
        <p:spPr>
          <a:xfrm>
            <a:off x="6139122" y="1546770"/>
            <a:ext cx="2836069" cy="1849500"/>
          </a:xfrm>
          <a:prstGeom prst="roundRect">
            <a:avLst/>
          </a:prstGeom>
          <a:effectLst>
            <a:outerShdw blurRad="50800" dist="38100" dir="2700000" algn="tl" rotWithShape="0">
              <a:prstClr val="black">
                <a:alpha val="40000"/>
              </a:prstClr>
            </a:outerShdw>
          </a:effectLst>
        </p:spPr>
      </p:pic>
      <p:sp>
        <p:nvSpPr>
          <p:cNvPr id="9" name="文本框 8"/>
          <p:cNvSpPr txBox="1"/>
          <p:nvPr/>
        </p:nvSpPr>
        <p:spPr>
          <a:xfrm>
            <a:off x="731997" y="392378"/>
            <a:ext cx="7882890" cy="761427"/>
          </a:xfrm>
          <a:prstGeom prst="rect">
            <a:avLst/>
          </a:prstGeom>
          <a:noFill/>
        </p:spPr>
        <p:txBody>
          <a:bodyPr wrap="square" rtlCol="0" anchor="t">
            <a:spAutoFit/>
          </a:bodyPr>
          <a:lstStyle/>
          <a:p>
            <a:pPr algn="ctr" defTabSz="685800" fontAlgn="base">
              <a:lnSpc>
                <a:spcPct val="130000"/>
              </a:lnSpc>
              <a:spcBef>
                <a:spcPct val="0"/>
              </a:spcBef>
              <a:spcAft>
                <a:spcPct val="0"/>
              </a:spcAft>
            </a:pPr>
            <a:r>
              <a:rPr dirty="0" err="1">
                <a:latin typeface="黑体" panose="02010609060101010101" charset="-122"/>
                <a:ea typeface="黑体" panose="02010609060101010101" charset="-122"/>
                <a:cs typeface="宋体" panose="02010600030101010101" pitchFamily="2" charset="-122"/>
                <a:sym typeface="+mn-ea"/>
              </a:rPr>
              <a:t>土地因为缺水而干裂、植物因为缺水而枯萎、动物因为缺水而死亡</a:t>
            </a:r>
            <a:r>
              <a:rPr dirty="0">
                <a:latin typeface="黑体" panose="02010609060101010101" charset="-122"/>
                <a:ea typeface="黑体" panose="02010609060101010101" charset="-122"/>
                <a:cs typeface="宋体" panose="02010600030101010101" pitchFamily="2" charset="-122"/>
                <a:sym typeface="+mn-ea"/>
              </a:rPr>
              <a:t>……</a:t>
            </a:r>
          </a:p>
          <a:p>
            <a:pPr algn="ctr" defTabSz="685800" fontAlgn="base">
              <a:lnSpc>
                <a:spcPct val="130000"/>
              </a:lnSpc>
              <a:spcBef>
                <a:spcPct val="0"/>
              </a:spcBef>
              <a:spcAft>
                <a:spcPct val="0"/>
              </a:spcAft>
            </a:pPr>
            <a:r>
              <a:rPr lang="zh-CN" altLang="en-US" dirty="0">
                <a:latin typeface="黑体" panose="02010609060101010101" charset="-122"/>
                <a:ea typeface="黑体" panose="02010609060101010101" charset="-122"/>
                <a:cs typeface="宋体" panose="02010600030101010101" pitchFamily="2" charset="-122"/>
                <a:sym typeface="+mn-ea"/>
              </a:rPr>
              <a:t>现</a:t>
            </a:r>
            <a:r>
              <a:rPr dirty="0" err="1">
                <a:latin typeface="黑体" panose="02010609060101010101" charset="-122"/>
                <a:ea typeface="黑体" panose="02010609060101010101" charset="-122"/>
                <a:cs typeface="宋体" panose="02010600030101010101" pitchFamily="2" charset="-122"/>
                <a:sym typeface="+mn-ea"/>
              </a:rPr>
              <a:t>在，人们的用水需求越来越多，水资源却越来越少了</a:t>
            </a:r>
            <a:r>
              <a:rPr lang="zh-CN" altLang="en-US" dirty="0">
                <a:latin typeface="黑体" panose="02010609060101010101" charset="-122"/>
                <a:ea typeface="黑体" panose="02010609060101010101" charset="-122"/>
                <a:cs typeface="宋体" panose="02010600030101010101" pitchFamily="2" charset="-122"/>
                <a:sym typeface="+mn-ea"/>
              </a:rPr>
              <a:t>。</a:t>
            </a:r>
          </a:p>
        </p:txBody>
      </p:sp>
      <p:sp>
        <p:nvSpPr>
          <p:cNvPr id="3" name="文本框 2"/>
          <p:cNvSpPr txBox="1"/>
          <p:nvPr/>
        </p:nvSpPr>
        <p:spPr>
          <a:xfrm>
            <a:off x="6569869" y="3396139"/>
            <a:ext cx="2045018" cy="332655"/>
          </a:xfrm>
          <a:prstGeom prst="rect">
            <a:avLst/>
          </a:prstGeom>
          <a:noFill/>
        </p:spPr>
        <p:txBody>
          <a:bodyPr wrap="square" rtlCol="0">
            <a:spAutoFit/>
          </a:bodyPr>
          <a:lstStyle/>
          <a:p>
            <a:pPr algn="ctr" defTabSz="685800" fontAlgn="base">
              <a:lnSpc>
                <a:spcPct val="130000"/>
              </a:lnSpc>
              <a:spcBef>
                <a:spcPct val="0"/>
              </a:spcBef>
              <a:spcAft>
                <a:spcPct val="0"/>
              </a:spcAft>
            </a:pPr>
            <a:r>
              <a:rPr lang="zh-CN" altLang="zh-CN" sz="1400">
                <a:latin typeface="黑体" panose="02010609060101010101" charset="-122"/>
                <a:ea typeface="黑体" panose="02010609060101010101" charset="-122"/>
                <a:cs typeface="黑体" panose="02010609060101010101" charset="-122"/>
                <a:sym typeface="+mn-ea"/>
              </a:rPr>
              <a:t>动物缺水死亡</a:t>
            </a:r>
          </a:p>
        </p:txBody>
      </p:sp>
      <p:sp>
        <p:nvSpPr>
          <p:cNvPr id="10" name="文本框 9"/>
          <p:cNvSpPr txBox="1"/>
          <p:nvPr/>
        </p:nvSpPr>
        <p:spPr>
          <a:xfrm>
            <a:off x="3599974" y="3396139"/>
            <a:ext cx="2045018" cy="332655"/>
          </a:xfrm>
          <a:prstGeom prst="rect">
            <a:avLst/>
          </a:prstGeom>
          <a:noFill/>
        </p:spPr>
        <p:txBody>
          <a:bodyPr wrap="square" rtlCol="0">
            <a:spAutoFit/>
          </a:bodyPr>
          <a:lstStyle/>
          <a:p>
            <a:pPr algn="ctr" defTabSz="685800" fontAlgn="base">
              <a:lnSpc>
                <a:spcPct val="130000"/>
              </a:lnSpc>
              <a:spcBef>
                <a:spcPct val="0"/>
              </a:spcBef>
              <a:spcAft>
                <a:spcPct val="0"/>
              </a:spcAft>
            </a:pPr>
            <a:r>
              <a:rPr lang="zh-CN" altLang="zh-CN" sz="1400">
                <a:latin typeface="黑体" panose="02010609060101010101" charset="-122"/>
                <a:ea typeface="黑体" panose="02010609060101010101" charset="-122"/>
                <a:cs typeface="黑体" panose="02010609060101010101" charset="-122"/>
                <a:sym typeface="+mn-ea"/>
              </a:rPr>
              <a:t>植物缺水枯萎</a:t>
            </a:r>
          </a:p>
        </p:txBody>
      </p:sp>
      <p:sp>
        <p:nvSpPr>
          <p:cNvPr id="12" name="文本框 11"/>
          <p:cNvSpPr txBox="1"/>
          <p:nvPr/>
        </p:nvSpPr>
        <p:spPr>
          <a:xfrm>
            <a:off x="575310" y="3396139"/>
            <a:ext cx="2045018" cy="332655"/>
          </a:xfrm>
          <a:prstGeom prst="rect">
            <a:avLst/>
          </a:prstGeom>
          <a:noFill/>
        </p:spPr>
        <p:txBody>
          <a:bodyPr wrap="square" rtlCol="0">
            <a:spAutoFit/>
          </a:bodyPr>
          <a:lstStyle/>
          <a:p>
            <a:pPr algn="ctr" defTabSz="685800" fontAlgn="base">
              <a:lnSpc>
                <a:spcPct val="130000"/>
              </a:lnSpc>
              <a:spcBef>
                <a:spcPct val="0"/>
              </a:spcBef>
              <a:spcAft>
                <a:spcPct val="0"/>
              </a:spcAft>
            </a:pPr>
            <a:r>
              <a:rPr lang="zh-CN" altLang="zh-CN" sz="1400" dirty="0">
                <a:latin typeface="黑体" panose="02010609060101010101" charset="-122"/>
                <a:ea typeface="黑体" panose="02010609060101010101" charset="-122"/>
                <a:cs typeface="黑体" panose="02010609060101010101" charset="-122"/>
                <a:sym typeface="+mn-ea"/>
              </a:rPr>
              <a:t>土地缺水干裂</a:t>
            </a:r>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通用页背景"/>
          <p:cNvPicPr>
            <a:picLocks noChangeAspect="1"/>
          </p:cNvPicPr>
          <p:nvPr/>
        </p:nvPicPr>
        <p:blipFill>
          <a:blip r:embed="rId3"/>
          <a:stretch>
            <a:fillRect/>
          </a:stretch>
        </p:blipFill>
        <p:spPr>
          <a:xfrm>
            <a:off x="0" y="0"/>
            <a:ext cx="9144000" cy="5143500"/>
          </a:xfrm>
          <a:prstGeom prst="rect">
            <a:avLst/>
          </a:prstGeom>
        </p:spPr>
      </p:pic>
      <p:pic>
        <p:nvPicPr>
          <p:cNvPr id="6" name="图片 5" descr="C:\Users\Administrator\Desktop\奇奇头\9.png9"/>
          <p:cNvPicPr>
            <a:picLocks noChangeAspect="1"/>
          </p:cNvPicPr>
          <p:nvPr/>
        </p:nvPicPr>
        <p:blipFill>
          <a:blip r:embed="rId4"/>
          <a:srcRect/>
          <a:stretch>
            <a:fillRect/>
          </a:stretch>
        </p:blipFill>
        <p:spPr>
          <a:xfrm>
            <a:off x="143827" y="95251"/>
            <a:ext cx="511493" cy="488156"/>
          </a:xfrm>
          <a:prstGeom prst="rect">
            <a:avLst/>
          </a:prstGeom>
        </p:spPr>
      </p:pic>
      <p:sp>
        <p:nvSpPr>
          <p:cNvPr id="3" name="文本框 2"/>
          <p:cNvSpPr txBox="1"/>
          <p:nvPr/>
        </p:nvSpPr>
        <p:spPr>
          <a:xfrm>
            <a:off x="1301591" y="4531006"/>
            <a:ext cx="6722745" cy="612732"/>
          </a:xfrm>
          <a:prstGeom prst="rect">
            <a:avLst/>
          </a:prstGeom>
          <a:noFill/>
        </p:spPr>
        <p:txBody>
          <a:bodyPr wrap="square" rtlCol="0" anchor="t">
            <a:spAutoFit/>
          </a:bodyPr>
          <a:lstStyle/>
          <a:p>
            <a:pPr algn="ctr" defTabSz="685800" fontAlgn="base">
              <a:lnSpc>
                <a:spcPct val="130000"/>
              </a:lnSpc>
              <a:spcBef>
                <a:spcPct val="0"/>
              </a:spcBef>
              <a:spcAft>
                <a:spcPct val="0"/>
              </a:spcAft>
            </a:pPr>
            <a:r>
              <a:rPr sz="1400" dirty="0" err="1">
                <a:latin typeface="黑体" panose="02010609060101010101" charset="-122"/>
                <a:ea typeface="黑体" panose="02010609060101010101" charset="-122"/>
                <a:cs typeface="宋体" panose="02010600030101010101" pitchFamily="2" charset="-122"/>
                <a:sym typeface="+mn-ea"/>
              </a:rPr>
              <a:t>珍贵的水资源不仅面临着缺水危机，还有一种危险也在悄悄靠近</a:t>
            </a:r>
            <a:r>
              <a:rPr sz="1400" dirty="0">
                <a:latin typeface="黑体" panose="02010609060101010101" charset="-122"/>
                <a:ea typeface="黑体" panose="02010609060101010101" charset="-122"/>
                <a:cs typeface="宋体" panose="02010600030101010101" pitchFamily="2" charset="-122"/>
                <a:sym typeface="+mn-ea"/>
              </a:rPr>
              <a:t>。</a:t>
            </a:r>
          </a:p>
          <a:p>
            <a:pPr algn="ctr" defTabSz="685800" fontAlgn="base">
              <a:lnSpc>
                <a:spcPct val="130000"/>
              </a:lnSpc>
              <a:spcBef>
                <a:spcPct val="0"/>
              </a:spcBef>
              <a:spcAft>
                <a:spcPct val="0"/>
              </a:spcAft>
            </a:pPr>
            <a:r>
              <a:rPr sz="1400" dirty="0" err="1">
                <a:latin typeface="黑体" panose="02010609060101010101" charset="-122"/>
                <a:ea typeface="黑体" panose="02010609060101010101" charset="-122"/>
                <a:cs typeface="宋体" panose="02010600030101010101" pitchFamily="2" charset="-122"/>
                <a:sym typeface="+mn-ea"/>
              </a:rPr>
              <a:t>看，这</a:t>
            </a:r>
            <a:r>
              <a:rPr lang="zh-CN" altLang="en-US" sz="1400" dirty="0">
                <a:latin typeface="黑体" panose="02010609060101010101" charset="-122"/>
                <a:ea typeface="黑体" panose="02010609060101010101" charset="-122"/>
                <a:cs typeface="宋体" panose="02010600030101010101" pitchFamily="2" charset="-122"/>
                <a:sym typeface="+mn-ea"/>
              </a:rPr>
              <a:t>条</a:t>
            </a:r>
            <a:r>
              <a:rPr sz="1400" dirty="0" err="1">
                <a:latin typeface="黑体" panose="02010609060101010101" charset="-122"/>
                <a:ea typeface="黑体" panose="02010609060101010101" charset="-122"/>
                <a:cs typeface="宋体" panose="02010600030101010101" pitchFamily="2" charset="-122"/>
                <a:sym typeface="+mn-ea"/>
              </a:rPr>
              <a:t>河流</a:t>
            </a:r>
            <a:r>
              <a:rPr lang="en-US" sz="1400" dirty="0">
                <a:latin typeface="黑体" panose="02010609060101010101" charset="-122"/>
                <a:ea typeface="黑体" panose="02010609060101010101" charset="-122"/>
                <a:cs typeface="宋体" panose="02010600030101010101" pitchFamily="2" charset="-122"/>
                <a:sym typeface="+mn-ea"/>
              </a:rPr>
              <a:t>/</a:t>
            </a:r>
            <a:r>
              <a:rPr lang="zh-CN" altLang="en-US" sz="1400" dirty="0">
                <a:latin typeface="黑体" panose="02010609060101010101" charset="-122"/>
                <a:ea typeface="黑体" panose="02010609060101010101" charset="-122"/>
                <a:cs typeface="宋体" panose="02010600030101010101" pitchFamily="2" charset="-122"/>
                <a:sym typeface="+mn-ea"/>
              </a:rPr>
              <a:t>这片海洋</a:t>
            </a:r>
            <a:r>
              <a:rPr sz="1400" dirty="0" err="1">
                <a:latin typeface="黑体" panose="02010609060101010101" charset="-122"/>
                <a:ea typeface="黑体" panose="02010609060101010101" charset="-122"/>
                <a:cs typeface="宋体" panose="02010600030101010101" pitchFamily="2" charset="-122"/>
                <a:sym typeface="+mn-ea"/>
              </a:rPr>
              <a:t>怎么了</a:t>
            </a:r>
            <a:r>
              <a:rPr lang="en-US" altLang="zh-CN" sz="1400" dirty="0">
                <a:latin typeface="黑体" panose="02010609060101010101" charset="-122"/>
                <a:ea typeface="黑体" panose="02010609060101010101" charset="-122"/>
                <a:cs typeface="宋体" panose="02010600030101010101" pitchFamily="2" charset="-122"/>
                <a:sym typeface="+mn-ea"/>
              </a:rPr>
              <a:t>?</a:t>
            </a:r>
            <a:endParaRPr sz="900" dirty="0">
              <a:solidFill>
                <a:srgbClr val="3FA74E"/>
              </a:solidFill>
              <a:latin typeface="黑体" panose="02010609060101010101" charset="-122"/>
              <a:ea typeface="黑体" panose="02010609060101010101" charset="-122"/>
              <a:cs typeface="宋体" panose="02010600030101010101" pitchFamily="2" charset="-122"/>
              <a:sym typeface="+mn-ea"/>
            </a:endParaRPr>
          </a:p>
        </p:txBody>
      </p:sp>
      <p:sp>
        <p:nvSpPr>
          <p:cNvPr id="4" name="文本框 3"/>
          <p:cNvSpPr txBox="1"/>
          <p:nvPr/>
        </p:nvSpPr>
        <p:spPr>
          <a:xfrm>
            <a:off x="1385887" y="3921919"/>
            <a:ext cx="2045018" cy="435697"/>
          </a:xfrm>
          <a:prstGeom prst="rect">
            <a:avLst/>
          </a:prstGeom>
          <a:noFill/>
        </p:spPr>
        <p:txBody>
          <a:bodyPr wrap="square" rtlCol="0">
            <a:spAutoFit/>
          </a:bodyPr>
          <a:lstStyle/>
          <a:p>
            <a:pPr algn="ctr" defTabSz="685800" fontAlgn="base">
              <a:lnSpc>
                <a:spcPct val="130000"/>
              </a:lnSpc>
              <a:spcBef>
                <a:spcPct val="0"/>
              </a:spcBef>
              <a:spcAft>
                <a:spcPct val="0"/>
              </a:spcAft>
            </a:pPr>
            <a:r>
              <a:rPr lang="zh-CN" altLang="zh-CN" sz="2000" dirty="0">
                <a:latin typeface="黑体" panose="02010609060101010101" charset="-122"/>
                <a:ea typeface="黑体" panose="02010609060101010101" charset="-122"/>
                <a:cs typeface="黑体" panose="02010609060101010101" charset="-122"/>
                <a:sym typeface="+mn-ea"/>
              </a:rPr>
              <a:t>河流污染</a:t>
            </a:r>
          </a:p>
        </p:txBody>
      </p:sp>
      <p:pic>
        <p:nvPicPr>
          <p:cNvPr id="7" name="图片 6" descr="\\10.1.1.22\视频事业部\幼儿园组\A 课件\07-科学体系\1162 原创-大班-科学-水变干净啦【彬彬】\01 课件资源包\课件资源\图片资源\污水2.png污水2"/>
          <p:cNvPicPr>
            <a:picLocks noChangeAspect="1"/>
          </p:cNvPicPr>
          <p:nvPr/>
        </p:nvPicPr>
        <p:blipFill>
          <a:blip r:embed="rId5"/>
          <a:srcRect/>
          <a:stretch>
            <a:fillRect/>
          </a:stretch>
        </p:blipFill>
        <p:spPr>
          <a:xfrm>
            <a:off x="251936" y="1113949"/>
            <a:ext cx="4166235" cy="2808446"/>
          </a:xfrm>
          <a:prstGeom prst="roundRect">
            <a:avLst/>
          </a:prstGeom>
          <a:effectLst>
            <a:outerShdw blurRad="50800" dist="38100" dir="2700000" algn="tl" rotWithShape="0">
              <a:prstClr val="black">
                <a:alpha val="40000"/>
              </a:prstClr>
            </a:outerShdw>
          </a:effectLst>
        </p:spPr>
      </p:pic>
      <p:pic>
        <p:nvPicPr>
          <p:cNvPr id="11" name="图片 10" descr="C:\Users\think\Desktop\污水1.png污水1"/>
          <p:cNvPicPr>
            <a:picLocks noChangeAspect="1"/>
          </p:cNvPicPr>
          <p:nvPr/>
        </p:nvPicPr>
        <p:blipFill>
          <a:blip r:embed="rId6"/>
          <a:srcRect/>
          <a:stretch>
            <a:fillRect/>
          </a:stretch>
        </p:blipFill>
        <p:spPr>
          <a:xfrm>
            <a:off x="4680480" y="1113949"/>
            <a:ext cx="4161473" cy="2807494"/>
          </a:xfrm>
          <a:prstGeom prst="roundRect">
            <a:avLst>
              <a:gd name="adj" fmla="val 16169"/>
            </a:avLst>
          </a:prstGeom>
          <a:effectLst>
            <a:outerShdw blurRad="50800" dist="38100" dir="2700000" algn="tl" rotWithShape="0">
              <a:prstClr val="black">
                <a:alpha val="40000"/>
              </a:prstClr>
            </a:outerShdw>
          </a:effectLst>
        </p:spPr>
      </p:pic>
      <p:sp>
        <p:nvSpPr>
          <p:cNvPr id="12" name="文本框 11"/>
          <p:cNvSpPr txBox="1"/>
          <p:nvPr/>
        </p:nvSpPr>
        <p:spPr>
          <a:xfrm>
            <a:off x="5738812" y="3921919"/>
            <a:ext cx="2045018" cy="435697"/>
          </a:xfrm>
          <a:prstGeom prst="rect">
            <a:avLst/>
          </a:prstGeom>
          <a:noFill/>
        </p:spPr>
        <p:txBody>
          <a:bodyPr wrap="square" rtlCol="0">
            <a:spAutoFit/>
          </a:bodyPr>
          <a:lstStyle/>
          <a:p>
            <a:pPr algn="ctr" defTabSz="685800" fontAlgn="base">
              <a:lnSpc>
                <a:spcPct val="130000"/>
              </a:lnSpc>
              <a:spcBef>
                <a:spcPct val="0"/>
              </a:spcBef>
              <a:spcAft>
                <a:spcPct val="0"/>
              </a:spcAft>
            </a:pPr>
            <a:r>
              <a:rPr lang="zh-CN" altLang="zh-CN" sz="2000">
                <a:latin typeface="黑体" panose="02010609060101010101" charset="-122"/>
                <a:ea typeface="黑体" panose="02010609060101010101" charset="-122"/>
                <a:cs typeface="黑体" panose="02010609060101010101" charset="-122"/>
                <a:sym typeface="+mn-ea"/>
              </a:rPr>
              <a:t>海洋污染</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通用页背景"/>
          <p:cNvPicPr>
            <a:picLocks noChangeAspect="1"/>
          </p:cNvPicPr>
          <p:nvPr/>
        </p:nvPicPr>
        <p:blipFill>
          <a:blip r:embed="rId2"/>
          <a:stretch>
            <a:fillRect/>
          </a:stretch>
        </p:blipFill>
        <p:spPr>
          <a:xfrm>
            <a:off x="0" y="0"/>
            <a:ext cx="9144000" cy="5143500"/>
          </a:xfrm>
          <a:prstGeom prst="rect">
            <a:avLst/>
          </a:prstGeom>
        </p:spPr>
      </p:pic>
      <p:pic>
        <p:nvPicPr>
          <p:cNvPr id="6" name="图片 5" descr="C:\Users\Administrator\Desktop\奇奇头\9.png9"/>
          <p:cNvPicPr>
            <a:picLocks noChangeAspect="1"/>
          </p:cNvPicPr>
          <p:nvPr/>
        </p:nvPicPr>
        <p:blipFill>
          <a:blip r:embed="rId3"/>
          <a:srcRect/>
          <a:stretch>
            <a:fillRect/>
          </a:stretch>
        </p:blipFill>
        <p:spPr>
          <a:xfrm>
            <a:off x="143827" y="95251"/>
            <a:ext cx="511493" cy="488156"/>
          </a:xfrm>
          <a:prstGeom prst="rect">
            <a:avLst/>
          </a:prstGeom>
        </p:spPr>
      </p:pic>
      <p:pic>
        <p:nvPicPr>
          <p:cNvPr id="8" name="图片 7" descr="C:\Users\think\Desktop\污水鱼.png污水鱼"/>
          <p:cNvPicPr>
            <a:picLocks noChangeAspect="1"/>
          </p:cNvPicPr>
          <p:nvPr/>
        </p:nvPicPr>
        <p:blipFill>
          <a:blip r:embed="rId4"/>
          <a:srcRect r="5499"/>
          <a:stretch>
            <a:fillRect/>
          </a:stretch>
        </p:blipFill>
        <p:spPr>
          <a:xfrm>
            <a:off x="305555" y="1113949"/>
            <a:ext cx="4017169" cy="2835000"/>
          </a:xfrm>
          <a:prstGeom prst="roundRect">
            <a:avLst/>
          </a:prstGeom>
          <a:effectLst>
            <a:outerShdw blurRad="50800" dist="38100" dir="2700000" algn="tl" rotWithShape="0">
              <a:prstClr val="black">
                <a:alpha val="40000"/>
              </a:prstClr>
            </a:outerShdw>
          </a:effectLst>
        </p:spPr>
      </p:pic>
      <p:sp>
        <p:nvSpPr>
          <p:cNvPr id="12" name="文本框 11"/>
          <p:cNvSpPr txBox="1"/>
          <p:nvPr/>
        </p:nvSpPr>
        <p:spPr>
          <a:xfrm>
            <a:off x="1277779" y="4623911"/>
            <a:ext cx="6722745" cy="552652"/>
          </a:xfrm>
          <a:prstGeom prst="rect">
            <a:avLst/>
          </a:prstGeom>
          <a:noFill/>
        </p:spPr>
        <p:txBody>
          <a:bodyPr wrap="square" rtlCol="0" anchor="t">
            <a:spAutoFit/>
          </a:bodyPr>
          <a:lstStyle/>
          <a:p>
            <a:pPr algn="ctr" defTabSz="685800" fontAlgn="base">
              <a:lnSpc>
                <a:spcPct val="130000"/>
              </a:lnSpc>
              <a:spcBef>
                <a:spcPct val="0"/>
              </a:spcBef>
              <a:spcAft>
                <a:spcPct val="0"/>
              </a:spcAft>
            </a:pPr>
            <a:r>
              <a:rPr sz="1400" dirty="0" err="1">
                <a:latin typeface="黑体" panose="02010609060101010101" charset="-122"/>
                <a:ea typeface="黑体" panose="02010609060101010101" charset="-122"/>
                <a:cs typeface="宋体" panose="02010600030101010101" pitchFamily="2" charset="-122"/>
                <a:sym typeface="+mn-ea"/>
              </a:rPr>
              <a:t>被污染的水还能用吗？用了污染的水可能会发生什么</a:t>
            </a:r>
            <a:r>
              <a:rPr sz="1400" dirty="0">
                <a:latin typeface="黑体" panose="02010609060101010101" charset="-122"/>
                <a:ea typeface="黑体" panose="02010609060101010101" charset="-122"/>
                <a:cs typeface="宋体" panose="02010600030101010101" pitchFamily="2" charset="-122"/>
                <a:sym typeface="+mn-ea"/>
              </a:rPr>
              <a:t>？</a:t>
            </a:r>
          </a:p>
          <a:p>
            <a:pPr algn="ctr" defTabSz="685800" fontAlgn="base">
              <a:lnSpc>
                <a:spcPct val="130000"/>
              </a:lnSpc>
              <a:spcBef>
                <a:spcPct val="0"/>
              </a:spcBef>
              <a:spcAft>
                <a:spcPct val="0"/>
              </a:spcAft>
            </a:pPr>
            <a:r>
              <a:rPr sz="1050" dirty="0" err="1">
                <a:solidFill>
                  <a:srgbClr val="3FA74E"/>
                </a:solidFill>
                <a:latin typeface="黑体" panose="02010609060101010101" charset="-122"/>
                <a:ea typeface="黑体" panose="02010609060101010101" charset="-122"/>
                <a:cs typeface="宋体" panose="02010600030101010101" pitchFamily="2" charset="-122"/>
                <a:sym typeface="+mn-ea"/>
              </a:rPr>
              <a:t>大量的工业、农业和生活废弃物排入水中，珍贵的水资源正越来越多地受到污染</a:t>
            </a:r>
            <a:r>
              <a:rPr sz="1050" dirty="0">
                <a:solidFill>
                  <a:srgbClr val="3FA74E"/>
                </a:solidFill>
                <a:latin typeface="黑体" panose="02010609060101010101" charset="-122"/>
                <a:ea typeface="黑体" panose="02010609060101010101" charset="-122"/>
                <a:cs typeface="宋体" panose="02010600030101010101" pitchFamily="2" charset="-122"/>
                <a:sym typeface="+mn-ea"/>
              </a:rPr>
              <a:t>……</a:t>
            </a:r>
          </a:p>
        </p:txBody>
      </p:sp>
      <p:pic>
        <p:nvPicPr>
          <p:cNvPr id="13" name="图片 12" descr="C:\Users\think\Desktop\污水粮食.png污水粮食"/>
          <p:cNvPicPr>
            <a:picLocks noChangeAspect="1"/>
          </p:cNvPicPr>
          <p:nvPr/>
        </p:nvPicPr>
        <p:blipFill>
          <a:blip r:embed="rId5"/>
          <a:srcRect/>
          <a:stretch>
            <a:fillRect/>
          </a:stretch>
        </p:blipFill>
        <p:spPr>
          <a:xfrm>
            <a:off x="4610378" y="1113949"/>
            <a:ext cx="4252383" cy="2835000"/>
          </a:xfrm>
          <a:prstGeom prst="roundRect">
            <a:avLst/>
          </a:prstGeom>
          <a:effectLst>
            <a:outerShdw blurRad="50800" dist="38100" dir="2700000" algn="tl" rotWithShape="0">
              <a:prstClr val="black">
                <a:alpha val="40000"/>
              </a:prstClr>
            </a:outerShdw>
          </a:effectLst>
        </p:spPr>
      </p:pic>
      <p:sp>
        <p:nvSpPr>
          <p:cNvPr id="14" name="文本框 13"/>
          <p:cNvSpPr txBox="1"/>
          <p:nvPr/>
        </p:nvSpPr>
        <p:spPr>
          <a:xfrm>
            <a:off x="1292066" y="3949065"/>
            <a:ext cx="2045018" cy="367024"/>
          </a:xfrm>
          <a:prstGeom prst="rect">
            <a:avLst/>
          </a:prstGeom>
          <a:noFill/>
        </p:spPr>
        <p:txBody>
          <a:bodyPr wrap="square" rtlCol="0">
            <a:spAutoFit/>
          </a:bodyPr>
          <a:lstStyle/>
          <a:p>
            <a:pPr algn="ctr" defTabSz="685800" fontAlgn="base">
              <a:lnSpc>
                <a:spcPct val="130000"/>
              </a:lnSpc>
              <a:spcBef>
                <a:spcPct val="0"/>
              </a:spcBef>
              <a:spcAft>
                <a:spcPct val="0"/>
              </a:spcAft>
            </a:pPr>
            <a:r>
              <a:rPr lang="zh-CN" altLang="zh-CN" sz="1600">
                <a:latin typeface="黑体" panose="02010609060101010101" charset="-122"/>
                <a:ea typeface="黑体" panose="02010609060101010101" charset="-122"/>
                <a:cs typeface="黑体" panose="02010609060101010101" charset="-122"/>
                <a:sym typeface="+mn-ea"/>
              </a:rPr>
              <a:t>污水让动物死亡</a:t>
            </a:r>
          </a:p>
        </p:txBody>
      </p:sp>
      <p:sp>
        <p:nvSpPr>
          <p:cNvPr id="15" name="文本框 14"/>
          <p:cNvSpPr txBox="1"/>
          <p:nvPr/>
        </p:nvSpPr>
        <p:spPr>
          <a:xfrm>
            <a:off x="5760244" y="3949065"/>
            <a:ext cx="2045018" cy="367024"/>
          </a:xfrm>
          <a:prstGeom prst="rect">
            <a:avLst/>
          </a:prstGeom>
          <a:noFill/>
        </p:spPr>
        <p:txBody>
          <a:bodyPr wrap="square" rtlCol="0">
            <a:spAutoFit/>
          </a:bodyPr>
          <a:lstStyle/>
          <a:p>
            <a:pPr algn="ctr" defTabSz="685800" fontAlgn="base">
              <a:lnSpc>
                <a:spcPct val="130000"/>
              </a:lnSpc>
              <a:spcBef>
                <a:spcPct val="0"/>
              </a:spcBef>
              <a:spcAft>
                <a:spcPct val="0"/>
              </a:spcAft>
            </a:pPr>
            <a:r>
              <a:rPr lang="zh-CN" altLang="zh-CN" sz="1600">
                <a:latin typeface="黑体" panose="02010609060101010101" charset="-122"/>
                <a:ea typeface="黑体" panose="02010609060101010101" charset="-122"/>
                <a:cs typeface="黑体" panose="02010609060101010101" charset="-122"/>
                <a:sym typeface="+mn-ea"/>
              </a:rPr>
              <a:t>污水让植物枯萎</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E:\8.1\A-小班-世界水日\美术资源\导图\插图3-背景.png插图3-背景"/>
          <p:cNvPicPr>
            <a:picLocks noChangeAspect="1"/>
          </p:cNvPicPr>
          <p:nvPr/>
        </p:nvPicPr>
        <p:blipFill>
          <a:blip r:embed="rId3"/>
          <a:srcRect/>
          <a:stretch>
            <a:fillRect/>
          </a:stretch>
        </p:blipFill>
        <p:spPr>
          <a:xfrm>
            <a:off x="0" y="0"/>
            <a:ext cx="9144000" cy="5143500"/>
          </a:xfrm>
          <a:prstGeom prst="rect">
            <a:avLst/>
          </a:prstGeom>
        </p:spPr>
      </p:pic>
      <p:sp>
        <p:nvSpPr>
          <p:cNvPr id="3" name="文本框 2"/>
          <p:cNvSpPr txBox="1"/>
          <p:nvPr/>
        </p:nvSpPr>
        <p:spPr>
          <a:xfrm>
            <a:off x="143827" y="2241530"/>
            <a:ext cx="3447574" cy="1172885"/>
          </a:xfrm>
          <a:prstGeom prst="rect">
            <a:avLst/>
          </a:prstGeom>
          <a:noFill/>
        </p:spPr>
        <p:txBody>
          <a:bodyPr wrap="square" rtlCol="0" anchor="t">
            <a:spAutoFit/>
          </a:bodyPr>
          <a:lstStyle/>
          <a:p>
            <a:pPr indent="228600" defTabSz="685800" fontAlgn="base">
              <a:lnSpc>
                <a:spcPct val="130000"/>
              </a:lnSpc>
              <a:spcBef>
                <a:spcPct val="0"/>
              </a:spcBef>
              <a:spcAft>
                <a:spcPct val="0"/>
              </a:spcAft>
              <a:extLst>
                <a:ext uri="{35155182-B16C-46BC-9424-99874614C6A1}">
                  <wpsdc:indentchars xmlns:wpsdc="http://www.wps.cn/officeDocument/2017/drawingmlCustomData" xmlns="" val="200" checksum="1077528236"/>
                </a:ext>
              </a:extLst>
            </a:pPr>
            <a:r>
              <a:rPr sz="1400" dirty="0">
                <a:latin typeface="黑体" panose="02010609060101010101" charset="-122"/>
                <a:ea typeface="黑体" panose="02010609060101010101" charset="-122"/>
                <a:cs typeface="宋体" panose="02010600030101010101" pitchFamily="2" charset="-122"/>
                <a:sym typeface="+mn-ea"/>
              </a:rPr>
              <a:t>水资源对我们是如此地珍贵，但现在可使用的水资源却越来越少，有些地方还有着严重的水污染，于是，联合国将每年的3月22日设立为“世界水日”。</a:t>
            </a:r>
            <a:endParaRPr lang="zh-CN" altLang="en-US" sz="1400" dirty="0">
              <a:latin typeface="黑体" panose="02010609060101010101" charset="-122"/>
              <a:ea typeface="黑体" panose="02010609060101010101" charset="-122"/>
              <a:cs typeface="宋体" panose="02010600030101010101" pitchFamily="2" charset="-122"/>
              <a:sym typeface="+mn-ea"/>
            </a:endParaRPr>
          </a:p>
        </p:txBody>
      </p:sp>
      <p:pic>
        <p:nvPicPr>
          <p:cNvPr id="4" name="图片 3" descr="插图3-文字"/>
          <p:cNvPicPr>
            <a:picLocks noChangeAspect="1"/>
          </p:cNvPicPr>
          <p:nvPr/>
        </p:nvPicPr>
        <p:blipFill>
          <a:blip r:embed="rId4"/>
          <a:stretch>
            <a:fillRect/>
          </a:stretch>
        </p:blipFill>
        <p:spPr>
          <a:xfrm>
            <a:off x="2789873" y="573881"/>
            <a:ext cx="3447574" cy="1591628"/>
          </a:xfrm>
          <a:prstGeom prst="rect">
            <a:avLst/>
          </a:prstGeom>
        </p:spPr>
      </p:pic>
      <p:sp>
        <p:nvSpPr>
          <p:cNvPr id="5" name="文本框 4"/>
          <p:cNvSpPr txBox="1"/>
          <p:nvPr/>
        </p:nvSpPr>
        <p:spPr>
          <a:xfrm>
            <a:off x="5552599" y="2241530"/>
            <a:ext cx="3447574" cy="1172885"/>
          </a:xfrm>
          <a:prstGeom prst="rect">
            <a:avLst/>
          </a:prstGeom>
          <a:noFill/>
        </p:spPr>
        <p:txBody>
          <a:bodyPr wrap="square" rtlCol="0" anchor="t">
            <a:spAutoFit/>
          </a:bodyPr>
          <a:lstStyle/>
          <a:p>
            <a:pPr defTabSz="685800" fontAlgn="base">
              <a:lnSpc>
                <a:spcPct val="130000"/>
              </a:lnSpc>
              <a:spcBef>
                <a:spcPct val="0"/>
              </a:spcBef>
              <a:spcAft>
                <a:spcPct val="0"/>
              </a:spcAft>
            </a:pPr>
            <a:r>
              <a:rPr sz="1400" dirty="0" err="1">
                <a:latin typeface="黑体" panose="02010609060101010101" charset="-122"/>
                <a:ea typeface="黑体" panose="02010609060101010101" charset="-122"/>
                <a:cs typeface="宋体" panose="02010600030101010101" pitchFamily="2" charset="-122"/>
                <a:sym typeface="+mn-ea"/>
              </a:rPr>
              <a:t>为什么要设立“世界水日”呢？它想要提醒人们什么呢</a:t>
            </a:r>
            <a:r>
              <a:rPr sz="1400" dirty="0">
                <a:latin typeface="黑体" panose="02010609060101010101" charset="-122"/>
                <a:ea typeface="黑体" panose="02010609060101010101" charset="-122"/>
                <a:cs typeface="宋体" panose="02010600030101010101" pitchFamily="2" charset="-122"/>
                <a:sym typeface="+mn-ea"/>
              </a:rPr>
              <a:t>？</a:t>
            </a:r>
            <a:endParaRPr lang="en-US" sz="1400" dirty="0">
              <a:latin typeface="黑体" panose="02010609060101010101" charset="-122"/>
              <a:ea typeface="黑体" panose="02010609060101010101" charset="-122"/>
              <a:cs typeface="宋体" panose="02010600030101010101" pitchFamily="2" charset="-122"/>
              <a:sym typeface="+mn-ea"/>
            </a:endParaRPr>
          </a:p>
          <a:p>
            <a:pPr defTabSz="685800" fontAlgn="base">
              <a:lnSpc>
                <a:spcPct val="130000"/>
              </a:lnSpc>
              <a:spcBef>
                <a:spcPct val="0"/>
              </a:spcBef>
              <a:spcAft>
                <a:spcPct val="0"/>
              </a:spcAft>
            </a:pPr>
            <a:r>
              <a:rPr sz="1400" dirty="0" err="1">
                <a:latin typeface="黑体" panose="02010609060101010101" charset="-122"/>
                <a:ea typeface="黑体" panose="02010609060101010101" charset="-122"/>
                <a:cs typeface="宋体" panose="02010600030101010101" pitchFamily="2" charset="-122"/>
                <a:sym typeface="+mn-ea"/>
              </a:rPr>
              <a:t>设立“世界水日”是提倡大家节约用水，保护好我们珍贵的水资源</a:t>
            </a:r>
            <a:r>
              <a:rPr lang="en-US" altLang="zh-CN" sz="1400" dirty="0">
                <a:latin typeface="黑体" panose="02010609060101010101" charset="-122"/>
                <a:ea typeface="黑体" panose="02010609060101010101" charset="-122"/>
                <a:cs typeface="宋体" panose="02010600030101010101" pitchFamily="2" charset="-122"/>
                <a:sym typeface="+mn-ea"/>
              </a:rPr>
              <a:t>!</a:t>
            </a:r>
            <a:endParaRPr sz="1400" dirty="0">
              <a:latin typeface="黑体" panose="02010609060101010101" charset="-122"/>
              <a:ea typeface="黑体" panose="02010609060101010101" charset="-122"/>
              <a:cs typeface="宋体" panose="02010600030101010101" pitchFamily="2" charset="-122"/>
              <a:sym typeface="+mn-ea"/>
            </a:endParaRPr>
          </a:p>
        </p:txBody>
      </p:sp>
      <p:sp>
        <p:nvSpPr>
          <p:cNvPr id="6" name="圆角矩形 5"/>
          <p:cNvSpPr/>
          <p:nvPr/>
        </p:nvSpPr>
        <p:spPr>
          <a:xfrm>
            <a:off x="487204" y="218122"/>
            <a:ext cx="2152174" cy="294323"/>
          </a:xfrm>
          <a:prstGeom prst="roundRect">
            <a:avLst/>
          </a:prstGeom>
          <a:solidFill>
            <a:srgbClr val="A4E3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685800" fontAlgn="base">
              <a:spcBef>
                <a:spcPct val="0"/>
              </a:spcBef>
              <a:spcAft>
                <a:spcPct val="0"/>
              </a:spcAft>
            </a:pPr>
            <a:r>
              <a:rPr lang="zh-CN" altLang="en-US" sz="1050">
                <a:solidFill>
                  <a:srgbClr val="2C8F79"/>
                </a:solidFill>
                <a:latin typeface="黑体" panose="02010609060101010101" charset="-122"/>
                <a:ea typeface="黑体" panose="02010609060101010101" charset="-122"/>
                <a:sym typeface="+mn-ea"/>
              </a:rPr>
              <a:t>单击屏幕，强调世界水日及时间</a:t>
            </a:r>
          </a:p>
        </p:txBody>
      </p:sp>
      <p:pic>
        <p:nvPicPr>
          <p:cNvPr id="7" name="图片 6" descr="C:\Users\Administrator\Desktop\奇奇头\9.png9"/>
          <p:cNvPicPr>
            <a:picLocks noChangeAspect="1"/>
          </p:cNvPicPr>
          <p:nvPr/>
        </p:nvPicPr>
        <p:blipFill>
          <a:blip r:embed="rId5"/>
          <a:srcRect/>
          <a:stretch>
            <a:fillRect/>
          </a:stretch>
        </p:blipFill>
        <p:spPr>
          <a:xfrm>
            <a:off x="143827" y="95251"/>
            <a:ext cx="511493" cy="48815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000"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Effect transition="in" filter="fade">
                                      <p:cBhvr>
                                        <p:cTn id="9" dur="1000"/>
                                        <p:tgtEl>
                                          <p:spTgt spid="4"/>
                                        </p:tgtEl>
                                      </p:cBhvr>
                                    </p:animEffect>
                                  </p:childTnLst>
                                  <p:subTnLst>
                                    <p:audio>
                                      <p:cMediaNode>
                                        <p:cTn display="0" masterRel="sameClick">
                                          <p:stCondLst>
                                            <p:cond evt="begin" delay="0">
                                              <p:tn val="5"/>
                                            </p:cond>
                                          </p:stCondLst>
                                          <p:endCondLst>
                                            <p:cond evt="onStopAudio" delay="0">
                                              <p:tgtEl>
                                                <p:sldTgt/>
                                              </p:tgtEl>
                                            </p:cond>
                                          </p:endCondLst>
                                        </p:cTn>
                                        <p:tgtEl>
                                          <p:sndTgt r:embed="rId2" name="chimes.wav"/>
                                        </p:tgtEl>
                                      </p:cMediaNode>
                                    </p:audio>
                                  </p:subTnLst>
                                </p:cTn>
                              </p:par>
                            </p:childTnLst>
                          </p:cTn>
                        </p:par>
                        <p:par>
                          <p:cTn id="10" fill="hold">
                            <p:stCondLst>
                              <p:cond delay="1000"/>
                            </p:stCondLst>
                            <p:childTnLst>
                              <p:par>
                                <p:cTn id="11" presetID="32" presetClass="emph" presetSubtype="0" repeatCount="2000" fill="hold" nodeType="afterEffect">
                                  <p:stCondLst>
                                    <p:cond delay="0"/>
                                  </p:stCondLst>
                                  <p:childTnLst>
                                    <p:animRot by="120000">
                                      <p:cBhvr>
                                        <p:cTn id="12" dur="100" fill="hold">
                                          <p:stCondLst>
                                            <p:cond delay="0"/>
                                          </p:stCondLst>
                                        </p:cTn>
                                        <p:tgtEl>
                                          <p:spTgt spid="4"/>
                                        </p:tgtEl>
                                        <p:attrNameLst>
                                          <p:attrName>r</p:attrName>
                                        </p:attrNameLst>
                                      </p:cBhvr>
                                    </p:animRot>
                                    <p:animRot by="-240000">
                                      <p:cBhvr>
                                        <p:cTn id="13" dur="200" fill="hold">
                                          <p:stCondLst>
                                            <p:cond delay="200"/>
                                          </p:stCondLst>
                                        </p:cTn>
                                        <p:tgtEl>
                                          <p:spTgt spid="4"/>
                                        </p:tgtEl>
                                        <p:attrNameLst>
                                          <p:attrName>r</p:attrName>
                                        </p:attrNameLst>
                                      </p:cBhvr>
                                    </p:animRot>
                                    <p:animRot by="240000">
                                      <p:cBhvr>
                                        <p:cTn id="14" dur="200" fill="hold">
                                          <p:stCondLst>
                                            <p:cond delay="400"/>
                                          </p:stCondLst>
                                        </p:cTn>
                                        <p:tgtEl>
                                          <p:spTgt spid="4"/>
                                        </p:tgtEl>
                                        <p:attrNameLst>
                                          <p:attrName>r</p:attrName>
                                        </p:attrNameLst>
                                      </p:cBhvr>
                                    </p:animRot>
                                    <p:animRot by="-240000">
                                      <p:cBhvr>
                                        <p:cTn id="15" dur="200" fill="hold">
                                          <p:stCondLst>
                                            <p:cond delay="600"/>
                                          </p:stCondLst>
                                        </p:cTn>
                                        <p:tgtEl>
                                          <p:spTgt spid="4"/>
                                        </p:tgtEl>
                                        <p:attrNameLst>
                                          <p:attrName>r</p:attrName>
                                        </p:attrNameLst>
                                      </p:cBhvr>
                                    </p:animRot>
                                    <p:animRot by="120000">
                                      <p:cBhvr>
                                        <p:cTn id="16" dur="200" fill="hold">
                                          <p:stCondLst>
                                            <p:cond delay="800"/>
                                          </p:stCondLst>
                                        </p:cTn>
                                        <p:tgtEl>
                                          <p:spTgt spid="4"/>
                                        </p:tgtEl>
                                        <p:attrNameLst>
                                          <p:attrName>r</p:attrName>
                                        </p:attrNameLst>
                                      </p:cBhvr>
                                    </p:animRot>
                                  </p:childTnLst>
                                </p:cTn>
                              </p:par>
                              <p:par>
                                <p:cTn id="17" presetID="1"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xit" presetSubtype="0" fill="hold" grpId="0" nodeType="withEffect">
                                  <p:stCondLst>
                                    <p:cond delay="0"/>
                                  </p:stCondLst>
                                  <p:childTnLst>
                                    <p:set>
                                      <p:cBhvr>
                                        <p:cTn id="20" dur="1" fill="hold">
                                          <p:stCondLst>
                                            <p:cond delay="0"/>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圆角矩形 1"/>
          <p:cNvSpPr/>
          <p:nvPr/>
        </p:nvSpPr>
        <p:spPr>
          <a:xfrm>
            <a:off x="2751773" y="951548"/>
            <a:ext cx="5670000" cy="3753000"/>
          </a:xfrm>
          <a:prstGeom prst="roundRect">
            <a:avLst/>
          </a:prstGeom>
          <a:solidFill>
            <a:srgbClr val="DAF9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57175" indent="-257175" defTabSz="685800" fontAlgn="base">
              <a:lnSpc>
                <a:spcPct val="150000"/>
              </a:lnSpc>
              <a:spcBef>
                <a:spcPct val="0"/>
              </a:spcBef>
              <a:spcAft>
                <a:spcPct val="0"/>
              </a:spcAft>
              <a:buFont typeface="Wingdings" panose="05000000000000000000" charset="0"/>
              <a:buChar char="l"/>
            </a:pPr>
            <a:r>
              <a:rPr sz="1650" dirty="0">
                <a:solidFill>
                  <a:srgbClr val="2E867C"/>
                </a:solidFill>
                <a:latin typeface="黑体" panose="02010609060101010101" charset="-122"/>
                <a:ea typeface="黑体" panose="02010609060101010101" charset="-122"/>
                <a:cs typeface="宋体" panose="02010600030101010101" pitchFamily="2" charset="-122"/>
                <a:sym typeface="+mn-ea"/>
              </a:rPr>
              <a:t>出示组图“</a:t>
            </a:r>
            <a:r>
              <a:rPr sz="1650" dirty="0" err="1">
                <a:solidFill>
                  <a:srgbClr val="2E867C"/>
                </a:solidFill>
                <a:latin typeface="黑体" panose="02010609060101010101" charset="-122"/>
                <a:ea typeface="黑体" panose="02010609060101010101" charset="-122"/>
                <a:cs typeface="宋体" panose="02010600030101010101" pitchFamily="2" charset="-122"/>
                <a:sym typeface="+mn-ea"/>
              </a:rPr>
              <a:t>珍惜水资源</a:t>
            </a:r>
            <a:r>
              <a:rPr sz="1650" dirty="0">
                <a:solidFill>
                  <a:srgbClr val="2E867C"/>
                </a:solidFill>
                <a:latin typeface="黑体" panose="02010609060101010101" charset="-122"/>
                <a:ea typeface="黑体" panose="02010609060101010101" charset="-122"/>
                <a:cs typeface="宋体" panose="02010600030101010101" pitchFamily="2" charset="-122"/>
                <a:sym typeface="+mn-ea"/>
              </a:rPr>
              <a:t>”，</a:t>
            </a:r>
            <a:r>
              <a:rPr sz="1650" dirty="0" err="1">
                <a:solidFill>
                  <a:srgbClr val="2E867C"/>
                </a:solidFill>
                <a:latin typeface="黑体" panose="02010609060101010101" charset="-122"/>
                <a:ea typeface="黑体" panose="02010609060101010101" charset="-122"/>
                <a:cs typeface="宋体" panose="02010600030101010101" pitchFamily="2" charset="-122"/>
                <a:sym typeface="+mn-ea"/>
              </a:rPr>
              <a:t>鼓励幼儿联系已有经验，分享节约用水、保护水资源的办法</a:t>
            </a:r>
            <a:r>
              <a:rPr sz="1650" dirty="0">
                <a:solidFill>
                  <a:srgbClr val="2E867C"/>
                </a:solidFill>
                <a:latin typeface="黑体" panose="02010609060101010101" charset="-122"/>
                <a:ea typeface="黑体" panose="02010609060101010101" charset="-122"/>
                <a:cs typeface="宋体" panose="02010600030101010101" pitchFamily="2" charset="-122"/>
                <a:sym typeface="+mn-ea"/>
              </a:rPr>
              <a:t>。</a:t>
            </a:r>
          </a:p>
          <a:p>
            <a:pPr defTabSz="685800" fontAlgn="base">
              <a:lnSpc>
                <a:spcPct val="150000"/>
              </a:lnSpc>
              <a:spcBef>
                <a:spcPct val="0"/>
              </a:spcBef>
              <a:spcAft>
                <a:spcPct val="0"/>
              </a:spcAft>
            </a:pPr>
            <a:r>
              <a:rPr sz="1350" dirty="0">
                <a:solidFill>
                  <a:srgbClr val="2E867C"/>
                </a:solidFill>
                <a:latin typeface="黑体" panose="02010609060101010101" charset="-122"/>
                <a:ea typeface="黑体" panose="02010609060101010101" charset="-122"/>
                <a:cs typeface="宋体" panose="02010600030101010101" pitchFamily="2" charset="-122"/>
                <a:sym typeface="+mn-ea"/>
              </a:rPr>
              <a:t>1.出示组图“珍惜水资源-节水”，</a:t>
            </a:r>
            <a:r>
              <a:rPr lang="zh-CN" altLang="en-US" sz="1350" dirty="0">
                <a:solidFill>
                  <a:srgbClr val="2E867C"/>
                </a:solidFill>
                <a:latin typeface="黑体" panose="02010609060101010101" charset="-122"/>
                <a:ea typeface="黑体" panose="02010609060101010101" charset="-122"/>
                <a:cs typeface="宋体" panose="02010600030101010101" pitchFamily="2" charset="-122"/>
                <a:sym typeface="+mn-ea"/>
              </a:rPr>
              <a:t>操作课件，激发</a:t>
            </a:r>
            <a:r>
              <a:rPr sz="1350" dirty="0" err="1">
                <a:solidFill>
                  <a:srgbClr val="2E867C"/>
                </a:solidFill>
                <a:latin typeface="黑体" panose="02010609060101010101" charset="-122"/>
                <a:ea typeface="黑体" panose="02010609060101010101" charset="-122"/>
                <a:cs typeface="宋体" panose="02010600030101010101" pitchFamily="2" charset="-122"/>
                <a:sym typeface="+mn-ea"/>
              </a:rPr>
              <a:t>幼儿</a:t>
            </a:r>
            <a:r>
              <a:rPr lang="zh-CN" altLang="en-US" sz="1350" dirty="0">
                <a:solidFill>
                  <a:srgbClr val="2E867C"/>
                </a:solidFill>
                <a:latin typeface="黑体" panose="02010609060101010101" charset="-122"/>
                <a:ea typeface="黑体" panose="02010609060101010101" charset="-122"/>
                <a:cs typeface="宋体" panose="02010600030101010101" pitchFamily="2" charset="-122"/>
                <a:sym typeface="+mn-ea"/>
              </a:rPr>
              <a:t>分享</a:t>
            </a:r>
            <a:r>
              <a:rPr sz="1350" dirty="0" err="1">
                <a:solidFill>
                  <a:srgbClr val="2E867C"/>
                </a:solidFill>
                <a:latin typeface="黑体" panose="02010609060101010101" charset="-122"/>
                <a:ea typeface="黑体" panose="02010609060101010101" charset="-122"/>
                <a:cs typeface="宋体" panose="02010600030101010101" pitchFamily="2" charset="-122"/>
                <a:sym typeface="+mn-ea"/>
              </a:rPr>
              <a:t>更多节约用水的办法</a:t>
            </a:r>
            <a:r>
              <a:rPr sz="1350" dirty="0">
                <a:solidFill>
                  <a:srgbClr val="2E867C"/>
                </a:solidFill>
                <a:latin typeface="黑体" panose="02010609060101010101" charset="-122"/>
                <a:ea typeface="黑体" panose="02010609060101010101" charset="-122"/>
                <a:cs typeface="宋体" panose="02010600030101010101" pitchFamily="2" charset="-122"/>
                <a:sym typeface="+mn-ea"/>
              </a:rPr>
              <a:t>。</a:t>
            </a:r>
          </a:p>
          <a:p>
            <a:pPr defTabSz="685800" fontAlgn="base">
              <a:lnSpc>
                <a:spcPct val="150000"/>
              </a:lnSpc>
              <a:spcBef>
                <a:spcPct val="0"/>
              </a:spcBef>
              <a:spcAft>
                <a:spcPct val="0"/>
              </a:spcAft>
            </a:pPr>
            <a:r>
              <a:rPr sz="1350" dirty="0">
                <a:solidFill>
                  <a:srgbClr val="2E867C"/>
                </a:solidFill>
                <a:latin typeface="黑体" panose="02010609060101010101" charset="-122"/>
                <a:ea typeface="黑体" panose="02010609060101010101" charset="-122"/>
                <a:cs typeface="宋体" panose="02010600030101010101" pitchFamily="2" charset="-122"/>
                <a:sym typeface="+mn-ea"/>
              </a:rPr>
              <a:t>——</a:t>
            </a:r>
            <a:r>
              <a:rPr sz="1350" dirty="0" err="1">
                <a:solidFill>
                  <a:srgbClr val="2E867C"/>
                </a:solidFill>
                <a:latin typeface="黑体" panose="02010609060101010101" charset="-122"/>
                <a:ea typeface="黑体" panose="02010609060101010101" charset="-122"/>
                <a:cs typeface="宋体" panose="02010600030101010101" pitchFamily="2" charset="-122"/>
                <a:sym typeface="+mn-ea"/>
              </a:rPr>
              <a:t>你知道怎么节约用水吗？有什么好方法，和大家分享一下吧</a:t>
            </a:r>
            <a:r>
              <a:rPr sz="1350" dirty="0">
                <a:solidFill>
                  <a:srgbClr val="2E867C"/>
                </a:solidFill>
                <a:latin typeface="黑体" panose="02010609060101010101" charset="-122"/>
                <a:ea typeface="黑体" panose="02010609060101010101" charset="-122"/>
                <a:cs typeface="宋体" panose="02010600030101010101" pitchFamily="2" charset="-122"/>
                <a:sym typeface="+mn-ea"/>
              </a:rPr>
              <a:t>。</a:t>
            </a:r>
          </a:p>
          <a:p>
            <a:pPr defTabSz="685800" fontAlgn="base">
              <a:lnSpc>
                <a:spcPct val="150000"/>
              </a:lnSpc>
              <a:spcBef>
                <a:spcPct val="0"/>
              </a:spcBef>
              <a:spcAft>
                <a:spcPct val="0"/>
              </a:spcAft>
            </a:pPr>
            <a:r>
              <a:rPr sz="1350" dirty="0">
                <a:solidFill>
                  <a:srgbClr val="2E867C"/>
                </a:solidFill>
                <a:latin typeface="黑体" panose="02010609060101010101" charset="-122"/>
                <a:ea typeface="黑体" panose="02010609060101010101" charset="-122"/>
                <a:cs typeface="宋体" panose="02010600030101010101" pitchFamily="2" charset="-122"/>
                <a:sym typeface="+mn-ea"/>
              </a:rPr>
              <a:t>——</a:t>
            </a:r>
            <a:r>
              <a:rPr sz="1350" dirty="0" err="1">
                <a:solidFill>
                  <a:srgbClr val="2E867C"/>
                </a:solidFill>
                <a:latin typeface="黑体" panose="02010609060101010101" charset="-122"/>
                <a:ea typeface="黑体" panose="02010609060101010101" charset="-122"/>
                <a:cs typeface="宋体" panose="02010600030101010101" pitchFamily="2" charset="-122"/>
                <a:sym typeface="+mn-ea"/>
              </a:rPr>
              <a:t>XX小朋友的方法真不错，有了这个小妙招，我们就又能节约许多水啦。还有什么节水方法，谁来说说</a:t>
            </a:r>
            <a:r>
              <a:rPr sz="1350" dirty="0">
                <a:solidFill>
                  <a:srgbClr val="2E867C"/>
                </a:solidFill>
                <a:latin typeface="黑体" panose="02010609060101010101" charset="-122"/>
                <a:ea typeface="黑体" panose="02010609060101010101" charset="-122"/>
                <a:cs typeface="宋体" panose="02010600030101010101" pitchFamily="2" charset="-122"/>
                <a:sym typeface="+mn-ea"/>
              </a:rPr>
              <a:t>？</a:t>
            </a:r>
          </a:p>
          <a:p>
            <a:pPr marL="214313" indent="-214313" defTabSz="685800" fontAlgn="base">
              <a:lnSpc>
                <a:spcPct val="150000"/>
              </a:lnSpc>
              <a:spcBef>
                <a:spcPct val="0"/>
              </a:spcBef>
              <a:spcAft>
                <a:spcPct val="0"/>
              </a:spcAft>
              <a:buFont typeface="Wingdings" panose="05000000000000000000" charset="0"/>
              <a:buChar char="Ø"/>
            </a:pPr>
            <a:r>
              <a:rPr sz="1050" dirty="0">
                <a:solidFill>
                  <a:srgbClr val="2E867C"/>
                </a:solidFill>
                <a:latin typeface="黑体" panose="02010609060101010101" charset="-122"/>
                <a:ea typeface="黑体" panose="02010609060101010101" charset="-122"/>
                <a:cs typeface="宋体" panose="02010600030101010101" pitchFamily="2" charset="-122"/>
                <a:sym typeface="+mn-ea"/>
              </a:rPr>
              <a:t>活动建议：如果幼儿说出的节水办法较少，教师可以借助生活场景引导幼儿回忆节水办法，如：“洗完脸的水可以用来做什么呢？”“刷牙的时候水龙头可以一直开着吗？”“只</a:t>
            </a:r>
            <a:r>
              <a:rPr lang="zh-CN" altLang="en-US" sz="1050" dirty="0">
                <a:solidFill>
                  <a:srgbClr val="2E867C"/>
                </a:solidFill>
                <a:latin typeface="黑体" panose="02010609060101010101" charset="-122"/>
                <a:ea typeface="黑体" panose="02010609060101010101" charset="-122"/>
                <a:cs typeface="宋体" panose="02010600030101010101" pitchFamily="2" charset="-122"/>
                <a:sym typeface="+mn-ea"/>
              </a:rPr>
              <a:t>需要</a:t>
            </a:r>
            <a:r>
              <a:rPr sz="1050" dirty="0" err="1">
                <a:solidFill>
                  <a:srgbClr val="2E867C"/>
                </a:solidFill>
                <a:latin typeface="黑体" panose="02010609060101010101" charset="-122"/>
                <a:ea typeface="黑体" panose="02010609060101010101" charset="-122"/>
                <a:cs typeface="宋体" panose="02010600030101010101" pitchFamily="2" charset="-122"/>
                <a:sym typeface="+mn-ea"/>
              </a:rPr>
              <a:t>洗一件短袖时，要用洗衣机来洗吗</a:t>
            </a:r>
            <a:r>
              <a:rPr sz="1050" dirty="0">
                <a:solidFill>
                  <a:srgbClr val="2E867C"/>
                </a:solidFill>
                <a:latin typeface="黑体" panose="02010609060101010101" charset="-122"/>
                <a:ea typeface="黑体" panose="02010609060101010101" charset="-122"/>
                <a:cs typeface="宋体" panose="02010600030101010101" pitchFamily="2" charset="-122"/>
                <a:sym typeface="+mn-ea"/>
              </a:rPr>
              <a:t>？”</a:t>
            </a:r>
            <a:r>
              <a:rPr sz="1050" dirty="0" err="1">
                <a:solidFill>
                  <a:srgbClr val="2E867C"/>
                </a:solidFill>
                <a:latin typeface="黑体" panose="02010609060101010101" charset="-122"/>
                <a:ea typeface="黑体" panose="02010609060101010101" charset="-122"/>
                <a:cs typeface="宋体" panose="02010600030101010101" pitchFamily="2" charset="-122"/>
                <a:sym typeface="+mn-ea"/>
              </a:rPr>
              <a:t>等</a:t>
            </a:r>
            <a:r>
              <a:rPr sz="1050" dirty="0">
                <a:solidFill>
                  <a:srgbClr val="2E867C"/>
                </a:solidFill>
                <a:latin typeface="黑体" panose="02010609060101010101" charset="-122"/>
                <a:ea typeface="黑体" panose="02010609060101010101" charset="-122"/>
                <a:cs typeface="宋体" panose="02010600030101010101" pitchFamily="2" charset="-122"/>
                <a:sym typeface="+mn-ea"/>
              </a:rPr>
              <a:t>。</a:t>
            </a:r>
          </a:p>
          <a:p>
            <a:pPr defTabSz="685800" fontAlgn="base">
              <a:lnSpc>
                <a:spcPct val="150000"/>
              </a:lnSpc>
              <a:spcBef>
                <a:spcPct val="0"/>
              </a:spcBef>
              <a:spcAft>
                <a:spcPct val="0"/>
              </a:spcAft>
            </a:pPr>
            <a:r>
              <a:rPr sz="1350" dirty="0" err="1">
                <a:solidFill>
                  <a:srgbClr val="2E867C"/>
                </a:solidFill>
                <a:latin typeface="黑体" panose="02010609060101010101" charset="-122"/>
                <a:ea typeface="黑体" panose="02010609060101010101" charset="-122"/>
                <a:cs typeface="宋体" panose="02010600030101010101" pitchFamily="2" charset="-122"/>
                <a:sym typeface="+mn-ea"/>
              </a:rPr>
              <a:t>小结：我们离不开水，植物和小动物们也都需要水。水资源十分宝贵，我们要珍惜水资源，节约用水，做一个合格的节水小标兵</a:t>
            </a:r>
            <a:r>
              <a:rPr sz="1350" dirty="0">
                <a:solidFill>
                  <a:srgbClr val="2E867C"/>
                </a:solidFill>
                <a:latin typeface="黑体" panose="02010609060101010101" charset="-122"/>
                <a:ea typeface="黑体" panose="02010609060101010101" charset="-122"/>
                <a:cs typeface="宋体" panose="02010600030101010101" pitchFamily="2" charset="-122"/>
                <a:sym typeface="+mn-ea"/>
              </a:rPr>
              <a:t>。</a:t>
            </a:r>
          </a:p>
        </p:txBody>
      </p:sp>
      <p:sp>
        <p:nvSpPr>
          <p:cNvPr id="6" name="圆角矩形 5"/>
          <p:cNvSpPr/>
          <p:nvPr/>
        </p:nvSpPr>
        <p:spPr>
          <a:xfrm>
            <a:off x="271463" y="194787"/>
            <a:ext cx="1312545" cy="486251"/>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base">
              <a:spcBef>
                <a:spcPct val="0"/>
              </a:spcBef>
              <a:spcAft>
                <a:spcPct val="0"/>
              </a:spcAft>
            </a:pPr>
            <a:r>
              <a:rPr lang="zh-CN" altLang="en-US" sz="2400">
                <a:solidFill>
                  <a:srgbClr val="2D6B6F"/>
                </a:solidFill>
                <a:latin typeface="黑体" panose="02010609060101010101" charset="-122"/>
                <a:ea typeface="黑体" panose="02010609060101010101" charset="-122"/>
              </a:rPr>
              <a:t>备课页</a:t>
            </a:r>
          </a:p>
        </p:txBody>
      </p:sp>
      <p:pic>
        <p:nvPicPr>
          <p:cNvPr id="3" name="图片 2" descr="美美老师-人设（边线版）0005"/>
          <p:cNvPicPr>
            <a:picLocks noChangeAspect="1"/>
          </p:cNvPicPr>
          <p:nvPr/>
        </p:nvPicPr>
        <p:blipFill>
          <a:blip r:embed="rId3"/>
          <a:stretch>
            <a:fillRect/>
          </a:stretch>
        </p:blipFill>
        <p:spPr>
          <a:xfrm>
            <a:off x="271463" y="1296353"/>
            <a:ext cx="2438400" cy="3658076"/>
          </a:xfrm>
          <a:prstGeom prst="rect">
            <a:avLst/>
          </a:prstGeom>
        </p:spPr>
      </p:pic>
      <p:sp>
        <p:nvSpPr>
          <p:cNvPr id="4" name="文本框 3"/>
          <p:cNvSpPr txBox="1"/>
          <p:nvPr/>
        </p:nvSpPr>
        <p:spPr>
          <a:xfrm>
            <a:off x="1652588" y="256699"/>
            <a:ext cx="3423761" cy="603050"/>
          </a:xfrm>
          <a:prstGeom prst="rect">
            <a:avLst/>
          </a:prstGeom>
          <a:noFill/>
        </p:spPr>
        <p:txBody>
          <a:bodyPr wrap="square" rtlCol="0">
            <a:spAutoFit/>
          </a:bodyPr>
          <a:lstStyle/>
          <a:p>
            <a:pPr algn="ctr" defTabSz="685800" fontAlgn="base">
              <a:lnSpc>
                <a:spcPct val="150000"/>
              </a:lnSpc>
              <a:spcBef>
                <a:spcPct val="0"/>
              </a:spcBef>
              <a:spcAft>
                <a:spcPct val="0"/>
              </a:spcAft>
            </a:pPr>
            <a:r>
              <a:rPr lang="zh-CN" altLang="zh-CN" sz="1200">
                <a:solidFill>
                  <a:srgbClr val="FFFFFF">
                    <a:lumMod val="65000"/>
                  </a:srgbClr>
                </a:solidFill>
                <a:latin typeface="黑体" panose="02010609060101010101" charset="-122"/>
                <a:ea typeface="黑体" panose="02010609060101010101" charset="-122"/>
                <a:cs typeface="黑体" panose="02010609060101010101" charset="-122"/>
                <a:sym typeface="+mn-ea"/>
              </a:rPr>
              <a:t>（本备课页仅供备课使用，授课前请删除或隐藏）</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图片 24" descr="插图4-背景"/>
          <p:cNvPicPr>
            <a:picLocks noChangeAspect="1"/>
          </p:cNvPicPr>
          <p:nvPr/>
        </p:nvPicPr>
        <p:blipFill>
          <a:blip r:embed="rId5"/>
          <a:stretch>
            <a:fillRect/>
          </a:stretch>
        </p:blipFill>
        <p:spPr>
          <a:xfrm>
            <a:off x="0" y="0"/>
            <a:ext cx="9144000" cy="5143500"/>
          </a:xfrm>
          <a:prstGeom prst="rect">
            <a:avLst/>
          </a:prstGeom>
        </p:spPr>
      </p:pic>
      <p:sp>
        <p:nvSpPr>
          <p:cNvPr id="3" name="文本框 2"/>
          <p:cNvSpPr txBox="1"/>
          <p:nvPr/>
        </p:nvSpPr>
        <p:spPr>
          <a:xfrm>
            <a:off x="1306288" y="4406220"/>
            <a:ext cx="7032135" cy="401328"/>
          </a:xfrm>
          <a:prstGeom prst="rect">
            <a:avLst/>
          </a:prstGeom>
          <a:noFill/>
        </p:spPr>
        <p:txBody>
          <a:bodyPr wrap="square" rtlCol="0" anchor="t">
            <a:spAutoFit/>
          </a:bodyPr>
          <a:lstStyle/>
          <a:p>
            <a:pPr algn="ctr" defTabSz="685800" fontAlgn="base">
              <a:lnSpc>
                <a:spcPct val="130000"/>
              </a:lnSpc>
              <a:spcBef>
                <a:spcPct val="0"/>
              </a:spcBef>
              <a:spcAft>
                <a:spcPct val="0"/>
              </a:spcAft>
            </a:pPr>
            <a:r>
              <a:rPr dirty="0" err="1">
                <a:latin typeface="黑体" panose="02010609060101010101" charset="-122"/>
                <a:ea typeface="黑体" panose="02010609060101010101" charset="-122"/>
                <a:cs typeface="宋体" panose="02010600030101010101" pitchFamily="2" charset="-122"/>
                <a:sym typeface="+mn-ea"/>
              </a:rPr>
              <a:t>你知道怎么节约用水吗？有什么好方法，和大家分享一下吧</a:t>
            </a:r>
            <a:r>
              <a:rPr dirty="0">
                <a:latin typeface="黑体" panose="02010609060101010101" charset="-122"/>
                <a:ea typeface="黑体" panose="02010609060101010101" charset="-122"/>
                <a:cs typeface="宋体" panose="02010600030101010101" pitchFamily="2" charset="-122"/>
                <a:sym typeface="+mn-ea"/>
              </a:rPr>
              <a:t>。</a:t>
            </a:r>
          </a:p>
        </p:txBody>
      </p:sp>
      <p:pic>
        <p:nvPicPr>
          <p:cNvPr id="5" name="图片 4" descr="插图4-水滴"/>
          <p:cNvPicPr>
            <a:picLocks noChangeAspect="1"/>
          </p:cNvPicPr>
          <p:nvPr/>
        </p:nvPicPr>
        <p:blipFill>
          <a:blip r:embed="rId6"/>
          <a:stretch>
            <a:fillRect/>
          </a:stretch>
        </p:blipFill>
        <p:spPr>
          <a:xfrm>
            <a:off x="1709738" y="843439"/>
            <a:ext cx="621030" cy="932021"/>
          </a:xfrm>
          <a:prstGeom prst="rect">
            <a:avLst/>
          </a:prstGeom>
        </p:spPr>
      </p:pic>
      <p:sp>
        <p:nvSpPr>
          <p:cNvPr id="8" name="圆角矩形 7"/>
          <p:cNvSpPr/>
          <p:nvPr/>
        </p:nvSpPr>
        <p:spPr>
          <a:xfrm>
            <a:off x="143827" y="207514"/>
            <a:ext cx="6517481" cy="294323"/>
          </a:xfrm>
          <a:prstGeom prst="roundRect">
            <a:avLst/>
          </a:prstGeom>
          <a:solidFill>
            <a:srgbClr val="A4E3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base">
              <a:spcBef>
                <a:spcPct val="0"/>
              </a:spcBef>
              <a:spcAft>
                <a:spcPct val="0"/>
              </a:spcAft>
            </a:pPr>
            <a:r>
              <a:rPr lang="zh-CN" altLang="en-US" sz="1600" dirty="0">
                <a:solidFill>
                  <a:schemeClr val="tx1"/>
                </a:solidFill>
                <a:latin typeface="黑体" panose="02010609060101010101" charset="-122"/>
                <a:ea typeface="黑体" panose="02010609060101010101" charset="-122"/>
                <a:sym typeface="+mn-ea"/>
              </a:rPr>
              <a:t>学生每回答一次，教师点击屏幕一次，为水瓶装水，共5次</a:t>
            </a:r>
          </a:p>
        </p:txBody>
      </p:sp>
      <p:pic>
        <p:nvPicPr>
          <p:cNvPr id="9" name="图片 8" descr="C:\Users\Administrator\Desktop\奇奇头\9.png9"/>
          <p:cNvPicPr>
            <a:picLocks noChangeAspect="1"/>
          </p:cNvPicPr>
          <p:nvPr/>
        </p:nvPicPr>
        <p:blipFill>
          <a:blip r:embed="rId7"/>
          <a:srcRect/>
          <a:stretch>
            <a:fillRect/>
          </a:stretch>
        </p:blipFill>
        <p:spPr>
          <a:xfrm>
            <a:off x="143827" y="95251"/>
            <a:ext cx="511493" cy="488156"/>
          </a:xfrm>
          <a:prstGeom prst="rect">
            <a:avLst/>
          </a:prstGeom>
        </p:spPr>
      </p:pic>
      <p:pic>
        <p:nvPicPr>
          <p:cNvPr id="10" name="图片 9" descr="插图4-水滴"/>
          <p:cNvPicPr>
            <a:picLocks noChangeAspect="1"/>
          </p:cNvPicPr>
          <p:nvPr/>
        </p:nvPicPr>
        <p:blipFill>
          <a:blip r:embed="rId6"/>
          <a:stretch>
            <a:fillRect/>
          </a:stretch>
        </p:blipFill>
        <p:spPr>
          <a:xfrm>
            <a:off x="7434263" y="2301717"/>
            <a:ext cx="621030" cy="932021"/>
          </a:xfrm>
          <a:prstGeom prst="rect">
            <a:avLst/>
          </a:prstGeom>
        </p:spPr>
      </p:pic>
      <p:pic>
        <p:nvPicPr>
          <p:cNvPr id="11" name="图片 10" descr="插图4-水滴"/>
          <p:cNvPicPr>
            <a:picLocks noChangeAspect="1"/>
          </p:cNvPicPr>
          <p:nvPr/>
        </p:nvPicPr>
        <p:blipFill>
          <a:blip r:embed="rId6"/>
          <a:stretch>
            <a:fillRect/>
          </a:stretch>
        </p:blipFill>
        <p:spPr>
          <a:xfrm>
            <a:off x="1142524" y="2301717"/>
            <a:ext cx="567214" cy="851059"/>
          </a:xfrm>
          <a:prstGeom prst="rect">
            <a:avLst/>
          </a:prstGeom>
        </p:spPr>
      </p:pic>
      <p:pic>
        <p:nvPicPr>
          <p:cNvPr id="12" name="图片 11" descr="插图4-水滴"/>
          <p:cNvPicPr>
            <a:picLocks noChangeAspect="1"/>
          </p:cNvPicPr>
          <p:nvPr/>
        </p:nvPicPr>
        <p:blipFill>
          <a:blip r:embed="rId6"/>
          <a:stretch>
            <a:fillRect/>
          </a:stretch>
        </p:blipFill>
        <p:spPr>
          <a:xfrm>
            <a:off x="2195512" y="2429351"/>
            <a:ext cx="488633" cy="733425"/>
          </a:xfrm>
          <a:prstGeom prst="rect">
            <a:avLst/>
          </a:prstGeom>
        </p:spPr>
      </p:pic>
      <p:pic>
        <p:nvPicPr>
          <p:cNvPr id="13" name="图片 12" descr="插图4-水滴"/>
          <p:cNvPicPr>
            <a:picLocks noChangeAspect="1"/>
          </p:cNvPicPr>
          <p:nvPr/>
        </p:nvPicPr>
        <p:blipFill>
          <a:blip r:embed="rId6"/>
          <a:stretch>
            <a:fillRect/>
          </a:stretch>
        </p:blipFill>
        <p:spPr>
          <a:xfrm>
            <a:off x="6516052" y="1329690"/>
            <a:ext cx="488633" cy="733425"/>
          </a:xfrm>
          <a:prstGeom prst="rect">
            <a:avLst/>
          </a:prstGeom>
        </p:spPr>
      </p:pic>
      <p:pic>
        <p:nvPicPr>
          <p:cNvPr id="14" name="图片 13" descr="插图4-水滴"/>
          <p:cNvPicPr>
            <a:picLocks noChangeAspect="1"/>
          </p:cNvPicPr>
          <p:nvPr/>
        </p:nvPicPr>
        <p:blipFill>
          <a:blip r:embed="rId6"/>
          <a:stretch>
            <a:fillRect/>
          </a:stretch>
        </p:blipFill>
        <p:spPr>
          <a:xfrm>
            <a:off x="6274548" y="3242484"/>
            <a:ext cx="488633" cy="733425"/>
          </a:xfrm>
          <a:prstGeom prst="rect">
            <a:avLst/>
          </a:prstGeom>
        </p:spPr>
      </p:pic>
      <p:pic>
        <p:nvPicPr>
          <p:cNvPr id="16" name="图片 15" descr="插图4-水滴"/>
          <p:cNvPicPr>
            <a:picLocks noChangeAspect="1"/>
          </p:cNvPicPr>
          <p:nvPr/>
        </p:nvPicPr>
        <p:blipFill>
          <a:blip r:embed="rId6"/>
          <a:stretch>
            <a:fillRect/>
          </a:stretch>
        </p:blipFill>
        <p:spPr>
          <a:xfrm>
            <a:off x="8244364" y="1653540"/>
            <a:ext cx="488633" cy="733425"/>
          </a:xfrm>
          <a:prstGeom prst="rect">
            <a:avLst/>
          </a:prstGeom>
        </p:spPr>
      </p:pic>
      <p:pic>
        <p:nvPicPr>
          <p:cNvPr id="17" name="图片 16" descr="插图4-水滴"/>
          <p:cNvPicPr>
            <a:picLocks noChangeAspect="1"/>
          </p:cNvPicPr>
          <p:nvPr/>
        </p:nvPicPr>
        <p:blipFill>
          <a:blip r:embed="rId6"/>
          <a:stretch>
            <a:fillRect/>
          </a:stretch>
        </p:blipFill>
        <p:spPr>
          <a:xfrm>
            <a:off x="251460" y="1346836"/>
            <a:ext cx="621030" cy="932021"/>
          </a:xfrm>
          <a:prstGeom prst="rect">
            <a:avLst/>
          </a:prstGeom>
        </p:spPr>
      </p:pic>
      <p:pic>
        <p:nvPicPr>
          <p:cNvPr id="18" name="图片 17" descr="插图4-水滴"/>
          <p:cNvPicPr>
            <a:picLocks noChangeAspect="1"/>
          </p:cNvPicPr>
          <p:nvPr/>
        </p:nvPicPr>
        <p:blipFill>
          <a:blip r:embed="rId6"/>
          <a:stretch>
            <a:fillRect/>
          </a:stretch>
        </p:blipFill>
        <p:spPr>
          <a:xfrm>
            <a:off x="7747829" y="3423002"/>
            <a:ext cx="591979" cy="888683"/>
          </a:xfrm>
          <a:prstGeom prst="rect">
            <a:avLst/>
          </a:prstGeom>
        </p:spPr>
      </p:pic>
      <p:pic>
        <p:nvPicPr>
          <p:cNvPr id="21" name="图片 20" descr="插图4-水滴"/>
          <p:cNvPicPr>
            <a:picLocks noChangeAspect="1"/>
          </p:cNvPicPr>
          <p:nvPr/>
        </p:nvPicPr>
        <p:blipFill>
          <a:blip r:embed="rId6"/>
          <a:stretch>
            <a:fillRect/>
          </a:stretch>
        </p:blipFill>
        <p:spPr>
          <a:xfrm>
            <a:off x="1714393" y="3328467"/>
            <a:ext cx="591979" cy="888683"/>
          </a:xfrm>
          <a:prstGeom prst="rect">
            <a:avLst/>
          </a:prstGeom>
        </p:spPr>
      </p:pic>
      <p:pic>
        <p:nvPicPr>
          <p:cNvPr id="22" name="图片 21" descr="插图4-水滴"/>
          <p:cNvPicPr>
            <a:picLocks noChangeAspect="1"/>
          </p:cNvPicPr>
          <p:nvPr/>
        </p:nvPicPr>
        <p:blipFill>
          <a:blip r:embed="rId6"/>
          <a:stretch>
            <a:fillRect/>
          </a:stretch>
        </p:blipFill>
        <p:spPr>
          <a:xfrm>
            <a:off x="413385" y="3273743"/>
            <a:ext cx="488633" cy="733425"/>
          </a:xfrm>
          <a:prstGeom prst="rect">
            <a:avLst/>
          </a:prstGeom>
        </p:spPr>
      </p:pic>
      <p:pic>
        <p:nvPicPr>
          <p:cNvPr id="23" name="图片 22" descr="插图4-水滴"/>
          <p:cNvPicPr>
            <a:picLocks noChangeAspect="1"/>
          </p:cNvPicPr>
          <p:nvPr/>
        </p:nvPicPr>
        <p:blipFill>
          <a:blip r:embed="rId6"/>
          <a:stretch>
            <a:fillRect/>
          </a:stretch>
        </p:blipFill>
        <p:spPr>
          <a:xfrm>
            <a:off x="7447598" y="453867"/>
            <a:ext cx="594836" cy="892969"/>
          </a:xfrm>
          <a:prstGeom prst="rect">
            <a:avLst/>
          </a:prstGeom>
        </p:spPr>
      </p:pic>
      <p:pic>
        <p:nvPicPr>
          <p:cNvPr id="6" name="1" descr="插图4-空瓶子"/>
          <p:cNvPicPr>
            <a:picLocks noChangeAspect="1"/>
          </p:cNvPicPr>
          <p:nvPr/>
        </p:nvPicPr>
        <p:blipFill>
          <a:blip r:embed="rId8"/>
          <a:stretch>
            <a:fillRect/>
          </a:stretch>
        </p:blipFill>
        <p:spPr>
          <a:xfrm>
            <a:off x="2852262" y="605179"/>
            <a:ext cx="3661886" cy="3166586"/>
          </a:xfrm>
          <a:prstGeom prst="rect">
            <a:avLst/>
          </a:prstGeom>
        </p:spPr>
      </p:pic>
      <p:pic>
        <p:nvPicPr>
          <p:cNvPr id="15" name="2" descr="E:\8.1\A-小班-世界水日\美术资源\导图\插图4-水瓶蓄水1.png插图4-水瓶蓄水1"/>
          <p:cNvPicPr>
            <a:picLocks noChangeAspect="1"/>
          </p:cNvPicPr>
          <p:nvPr/>
        </p:nvPicPr>
        <p:blipFill>
          <a:blip r:embed="rId9"/>
          <a:srcRect/>
          <a:stretch>
            <a:fillRect/>
          </a:stretch>
        </p:blipFill>
        <p:spPr>
          <a:xfrm>
            <a:off x="2842618" y="594360"/>
            <a:ext cx="3661886" cy="3164681"/>
          </a:xfrm>
          <a:prstGeom prst="rect">
            <a:avLst/>
          </a:prstGeom>
        </p:spPr>
      </p:pic>
      <p:pic>
        <p:nvPicPr>
          <p:cNvPr id="20" name="3" descr="E:\8.1\A-小班-世界水日\美术资源\导图\插图4-水瓶蓄水2.png插图4-水瓶蓄水2"/>
          <p:cNvPicPr>
            <a:picLocks noChangeAspect="1"/>
          </p:cNvPicPr>
          <p:nvPr/>
        </p:nvPicPr>
        <p:blipFill>
          <a:blip r:embed="rId10"/>
          <a:srcRect/>
          <a:stretch>
            <a:fillRect/>
          </a:stretch>
        </p:blipFill>
        <p:spPr>
          <a:xfrm>
            <a:off x="2843094" y="619812"/>
            <a:ext cx="3661410" cy="3164681"/>
          </a:xfrm>
          <a:prstGeom prst="rect">
            <a:avLst/>
          </a:prstGeom>
        </p:spPr>
      </p:pic>
      <p:pic>
        <p:nvPicPr>
          <p:cNvPr id="2" name="4" descr="E:\8.1\A-小班-世界水日\美术资源\导图\插图4-水瓶蓄水3.png插图4-水瓶蓄水3"/>
          <p:cNvPicPr>
            <a:picLocks noChangeAspect="1"/>
          </p:cNvPicPr>
          <p:nvPr/>
        </p:nvPicPr>
        <p:blipFill>
          <a:blip r:embed="rId11"/>
          <a:srcRect/>
          <a:stretch>
            <a:fillRect/>
          </a:stretch>
        </p:blipFill>
        <p:spPr>
          <a:xfrm>
            <a:off x="2831069" y="573747"/>
            <a:ext cx="3661410" cy="3164205"/>
          </a:xfrm>
          <a:prstGeom prst="rect">
            <a:avLst/>
          </a:prstGeom>
        </p:spPr>
      </p:pic>
      <p:pic>
        <p:nvPicPr>
          <p:cNvPr id="7" name="5" descr="E:\8.1\A-小班-世界水日\美术资源\导图\插图4-水瓶蓄水4.png插图4-水瓶蓄水4"/>
          <p:cNvPicPr>
            <a:picLocks noChangeAspect="1"/>
          </p:cNvPicPr>
          <p:nvPr/>
        </p:nvPicPr>
        <p:blipFill>
          <a:blip r:embed="rId12"/>
          <a:srcRect/>
          <a:stretch>
            <a:fillRect/>
          </a:stretch>
        </p:blipFill>
        <p:spPr>
          <a:xfrm>
            <a:off x="2843094" y="595312"/>
            <a:ext cx="3660934" cy="3164205"/>
          </a:xfrm>
          <a:prstGeom prst="rect">
            <a:avLst/>
          </a:prstGeom>
        </p:spPr>
      </p:pic>
      <p:pic>
        <p:nvPicPr>
          <p:cNvPr id="19" name="6" descr="E:\8.1\A-小班-世界水日\美术资源\导图\插图4-水瓶蓄水5.png插图4-水瓶蓄水5"/>
          <p:cNvPicPr>
            <a:picLocks noChangeAspect="1"/>
          </p:cNvPicPr>
          <p:nvPr/>
        </p:nvPicPr>
        <p:blipFill>
          <a:blip r:embed="rId13"/>
          <a:srcRect/>
          <a:stretch>
            <a:fillRect/>
          </a:stretch>
        </p:blipFill>
        <p:spPr>
          <a:xfrm>
            <a:off x="2831069" y="560547"/>
            <a:ext cx="3660934" cy="316372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2" presetClass="emph" presetSubtype="0" repeatCount="2000" fill="hold" nodeType="clickEffect">
                                  <p:stCondLst>
                                    <p:cond delay="0"/>
                                  </p:stCondLst>
                                  <p:childTnLst>
                                    <p:animRot by="120000">
                                      <p:cBhvr>
                                        <p:cTn id="6" dur="100" fill="hold">
                                          <p:stCondLst>
                                            <p:cond delay="0"/>
                                          </p:stCondLst>
                                        </p:cTn>
                                        <p:tgtEl>
                                          <p:spTgt spid="6"/>
                                        </p:tgtEl>
                                        <p:attrNameLst>
                                          <p:attrName>r</p:attrName>
                                        </p:attrNameLst>
                                      </p:cBhvr>
                                    </p:animRot>
                                    <p:animRot by="-240000">
                                      <p:cBhvr>
                                        <p:cTn id="7" dur="200" fill="hold">
                                          <p:stCondLst>
                                            <p:cond delay="200"/>
                                          </p:stCondLst>
                                        </p:cTn>
                                        <p:tgtEl>
                                          <p:spTgt spid="6"/>
                                        </p:tgtEl>
                                        <p:attrNameLst>
                                          <p:attrName>r</p:attrName>
                                        </p:attrNameLst>
                                      </p:cBhvr>
                                    </p:animRot>
                                    <p:animRot by="240000">
                                      <p:cBhvr>
                                        <p:cTn id="8" dur="200" fill="hold">
                                          <p:stCondLst>
                                            <p:cond delay="400"/>
                                          </p:stCondLst>
                                        </p:cTn>
                                        <p:tgtEl>
                                          <p:spTgt spid="6"/>
                                        </p:tgtEl>
                                        <p:attrNameLst>
                                          <p:attrName>r</p:attrName>
                                        </p:attrNameLst>
                                      </p:cBhvr>
                                    </p:animRot>
                                    <p:animRot by="-240000">
                                      <p:cBhvr>
                                        <p:cTn id="9" dur="200" fill="hold">
                                          <p:stCondLst>
                                            <p:cond delay="600"/>
                                          </p:stCondLst>
                                        </p:cTn>
                                        <p:tgtEl>
                                          <p:spTgt spid="6"/>
                                        </p:tgtEl>
                                        <p:attrNameLst>
                                          <p:attrName>r</p:attrName>
                                        </p:attrNameLst>
                                      </p:cBhvr>
                                    </p:animRot>
                                    <p:animRot by="120000">
                                      <p:cBhvr>
                                        <p:cTn id="10" dur="200" fill="hold">
                                          <p:stCondLst>
                                            <p:cond delay="800"/>
                                          </p:stCondLst>
                                        </p:cTn>
                                        <p:tgtEl>
                                          <p:spTgt spid="6"/>
                                        </p:tgtEl>
                                        <p:attrNameLst>
                                          <p:attrName>r</p:attrName>
                                        </p:attrNameLst>
                                      </p:cBhvr>
                                    </p:animRot>
                                  </p:childTnLst>
                                </p:cTn>
                              </p:par>
                              <p:par>
                                <p:cTn id="11" presetID="10" presetClass="entr" presetSubtype="0" fill="hold" nodeType="withEffect">
                                  <p:stCondLst>
                                    <p:cond delay="200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par>
                                <p:cTn id="14" presetID="10" presetClass="exit" presetSubtype="0" fill="hold" nodeType="withEffect">
                                  <p:stCondLst>
                                    <p:cond delay="2500"/>
                                  </p:stCondLst>
                                  <p:childTnLst>
                                    <p:animEffect transition="out" filter="fade">
                                      <p:cBhvr>
                                        <p:cTn id="15" dur="500"/>
                                        <p:tgtEl>
                                          <p:spTgt spid="6"/>
                                        </p:tgtEl>
                                      </p:cBhvr>
                                    </p:animEffect>
                                    <p:set>
                                      <p:cBhvr>
                                        <p:cTn id="16" dur="1" fill="hold">
                                          <p:stCondLst>
                                            <p:cond delay="499"/>
                                          </p:stCondLst>
                                        </p:cTn>
                                        <p:tgtEl>
                                          <p:spTgt spid="6"/>
                                        </p:tgtEl>
                                        <p:attrNameLst>
                                          <p:attrName>style.visibility</p:attrName>
                                        </p:attrNameLst>
                                      </p:cBhvr>
                                      <p:to>
                                        <p:strVal val="hidden"/>
                                      </p:to>
                                    </p:set>
                                  </p:childTnLst>
                                </p:cTn>
                              </p:par>
                              <p:par>
                                <p:cTn id="17" presetID="0" presetClass="path" presetSubtype="0" accel="50000" decel="50000" fill="hold" nodeType="withEffect">
                                  <p:stCondLst>
                                    <p:cond delay="0"/>
                                  </p:stCondLst>
                                  <p:childTnLst>
                                    <p:animMotion origin="layout" path="M -2.71141e-05 0.0170297 C -0.0287002 0.00296064 -0.0881499 -0.073433 -0.165534 -0.0243886 C -0.242918 0.0246559 -0.346042 0.204134 -0.387059 0.262384 " pathEditMode="relative" rAng="0" ptsTypes="">
                                      <p:cBhvr>
                                        <p:cTn id="18" dur="1000" fill="hold"/>
                                        <p:tgtEl>
                                          <p:spTgt spid="23"/>
                                        </p:tgtEl>
                                        <p:attrNameLst>
                                          <p:attrName>ppt_x</p:attrName>
                                          <p:attrName>ppt_y</p:attrName>
                                        </p:attrNameLst>
                                      </p:cBhvr>
                                      <p:rCtr x="-19300" y="9400"/>
                                    </p:animMotion>
                                  </p:childTnLst>
                                  <p:subTnLst>
                                    <p:audio>
                                      <p:cMediaNode>
                                        <p:cTn display="0" masterRel="sameClick">
                                          <p:stCondLst>
                                            <p:cond evt="begin" delay="0">
                                              <p:tn val="17"/>
                                            </p:cond>
                                          </p:stCondLst>
                                          <p:endCondLst>
                                            <p:cond evt="onStopAudio" delay="0">
                                              <p:tgtEl>
                                                <p:sldTgt/>
                                              </p:tgtEl>
                                            </p:cond>
                                          </p:endCondLst>
                                        </p:cTn>
                                        <p:tgtEl>
                                          <p:sndTgt r:embed="rId3" name="水声.wav"/>
                                        </p:tgtEl>
                                      </p:cMediaNode>
                                    </p:audio>
                                  </p:subTnLst>
                                </p:cTn>
                              </p:par>
                              <p:par>
                                <p:cTn id="19" presetID="10" presetClass="exit" presetSubtype="0" fill="hold" nodeType="withEffect">
                                  <p:stCondLst>
                                    <p:cond delay="1000"/>
                                  </p:stCondLst>
                                  <p:childTnLst>
                                    <p:animEffect transition="out" filter="fade">
                                      <p:cBhvr>
                                        <p:cTn id="20" dur="500"/>
                                        <p:tgtEl>
                                          <p:spTgt spid="23"/>
                                        </p:tgtEl>
                                      </p:cBhvr>
                                    </p:animEffect>
                                    <p:set>
                                      <p:cBhvr>
                                        <p:cTn id="21" dur="1" fill="hold">
                                          <p:stCondLst>
                                            <p:cond delay="499"/>
                                          </p:stCondLst>
                                        </p:cTn>
                                        <p:tgtEl>
                                          <p:spTgt spid="23"/>
                                        </p:tgtEl>
                                        <p:attrNameLst>
                                          <p:attrName>style.visibility</p:attrName>
                                        </p:attrNameLst>
                                      </p:cBhvr>
                                      <p:to>
                                        <p:strVal val="hidden"/>
                                      </p:to>
                                    </p:set>
                                  </p:childTnLst>
                                </p:cTn>
                              </p:par>
                              <p:par>
                                <p:cTn id="22" presetID="0" presetClass="path" presetSubtype="0" accel="50000" decel="50000" fill="hold" nodeType="withEffect">
                                  <p:stCondLst>
                                    <p:cond delay="1000"/>
                                  </p:stCondLst>
                                  <p:childTnLst>
                                    <p:animMotion origin="layout" path="M 0 0 C 0.0180729 -0.00944444 0.0571875 -0.0399074 0.103073 -0.0457407 C 0.148958 -0.0515741 0.193698 -0.0737037 0.229531 -0.0291667 C 0.265365 0.0153704 0.274219 0.136019 0.28224 0.176944 " pathEditMode="relative" ptsTypes="">
                                      <p:cBhvr>
                                        <p:cTn id="23" dur="2000" fill="hold"/>
                                        <p:tgtEl>
                                          <p:spTgt spid="5"/>
                                        </p:tgtEl>
                                        <p:attrNameLst>
                                          <p:attrName>ppt_x</p:attrName>
                                          <p:attrName>ppt_y</p:attrName>
                                        </p:attrNameLst>
                                      </p:cBhvr>
                                    </p:animMotion>
                                  </p:childTnLst>
                                  <p:subTnLst>
                                    <p:audio>
                                      <p:cMediaNode>
                                        <p:cTn display="0" masterRel="sameClick">
                                          <p:stCondLst>
                                            <p:cond evt="begin" delay="0">
                                              <p:tn val="22"/>
                                            </p:cond>
                                          </p:stCondLst>
                                          <p:endCondLst>
                                            <p:cond evt="onStopAudio" delay="0">
                                              <p:tgtEl>
                                                <p:sldTgt/>
                                              </p:tgtEl>
                                            </p:cond>
                                          </p:endCondLst>
                                        </p:cTn>
                                        <p:tgtEl>
                                          <p:sndTgt r:embed="rId3" name="水声.wav"/>
                                        </p:tgtEl>
                                      </p:cMediaNode>
                                    </p:audio>
                                  </p:subTnLst>
                                </p:cTn>
                              </p:par>
                              <p:par>
                                <p:cTn id="24" presetID="10" presetClass="exit" presetSubtype="0" fill="hold" nodeType="withEffect">
                                  <p:stCondLst>
                                    <p:cond delay="2000"/>
                                  </p:stCondLst>
                                  <p:childTnLst>
                                    <p:animEffect transition="out" filter="fade">
                                      <p:cBhvr>
                                        <p:cTn id="25" dur="500"/>
                                        <p:tgtEl>
                                          <p:spTgt spid="5"/>
                                        </p:tgtEl>
                                      </p:cBhvr>
                                    </p:animEffect>
                                    <p:set>
                                      <p:cBhvr>
                                        <p:cTn id="26" dur="1" fill="hold">
                                          <p:stCondLst>
                                            <p:cond delay="499"/>
                                          </p:stCondLst>
                                        </p:cTn>
                                        <p:tgtEl>
                                          <p:spTgt spid="5"/>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32" presetClass="emph" presetSubtype="0" repeatCount="2000" fill="hold" nodeType="clickEffect">
                                  <p:stCondLst>
                                    <p:cond delay="0"/>
                                  </p:stCondLst>
                                  <p:childTnLst>
                                    <p:animRot by="120000">
                                      <p:cBhvr>
                                        <p:cTn id="30" dur="100" fill="hold">
                                          <p:stCondLst>
                                            <p:cond delay="0"/>
                                          </p:stCondLst>
                                        </p:cTn>
                                        <p:tgtEl>
                                          <p:spTgt spid="15"/>
                                        </p:tgtEl>
                                        <p:attrNameLst>
                                          <p:attrName>r</p:attrName>
                                        </p:attrNameLst>
                                      </p:cBhvr>
                                    </p:animRot>
                                    <p:animRot by="-240000">
                                      <p:cBhvr>
                                        <p:cTn id="31" dur="200" fill="hold">
                                          <p:stCondLst>
                                            <p:cond delay="200"/>
                                          </p:stCondLst>
                                        </p:cTn>
                                        <p:tgtEl>
                                          <p:spTgt spid="15"/>
                                        </p:tgtEl>
                                        <p:attrNameLst>
                                          <p:attrName>r</p:attrName>
                                        </p:attrNameLst>
                                      </p:cBhvr>
                                    </p:animRot>
                                    <p:animRot by="240000">
                                      <p:cBhvr>
                                        <p:cTn id="32" dur="200" fill="hold">
                                          <p:stCondLst>
                                            <p:cond delay="400"/>
                                          </p:stCondLst>
                                        </p:cTn>
                                        <p:tgtEl>
                                          <p:spTgt spid="15"/>
                                        </p:tgtEl>
                                        <p:attrNameLst>
                                          <p:attrName>r</p:attrName>
                                        </p:attrNameLst>
                                      </p:cBhvr>
                                    </p:animRot>
                                    <p:animRot by="-240000">
                                      <p:cBhvr>
                                        <p:cTn id="33" dur="200" fill="hold">
                                          <p:stCondLst>
                                            <p:cond delay="600"/>
                                          </p:stCondLst>
                                        </p:cTn>
                                        <p:tgtEl>
                                          <p:spTgt spid="15"/>
                                        </p:tgtEl>
                                        <p:attrNameLst>
                                          <p:attrName>r</p:attrName>
                                        </p:attrNameLst>
                                      </p:cBhvr>
                                    </p:animRot>
                                    <p:animRot by="120000">
                                      <p:cBhvr>
                                        <p:cTn id="34" dur="200" fill="hold">
                                          <p:stCondLst>
                                            <p:cond delay="800"/>
                                          </p:stCondLst>
                                        </p:cTn>
                                        <p:tgtEl>
                                          <p:spTgt spid="15"/>
                                        </p:tgtEl>
                                        <p:attrNameLst>
                                          <p:attrName>r</p:attrName>
                                        </p:attrNameLst>
                                      </p:cBhvr>
                                    </p:animRot>
                                  </p:childTnLst>
                                </p:cTn>
                              </p:par>
                              <p:par>
                                <p:cTn id="35" presetID="10" presetClass="entr" presetSubtype="0" fill="hold" nodeType="withEffect">
                                  <p:stCondLst>
                                    <p:cond delay="200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500"/>
                                        <p:tgtEl>
                                          <p:spTgt spid="20"/>
                                        </p:tgtEl>
                                      </p:cBhvr>
                                    </p:animEffect>
                                  </p:childTnLst>
                                </p:cTn>
                              </p:par>
                              <p:par>
                                <p:cTn id="38" presetID="10" presetClass="exit" presetSubtype="0" fill="hold" nodeType="withEffect">
                                  <p:stCondLst>
                                    <p:cond delay="2500"/>
                                  </p:stCondLst>
                                  <p:childTnLst>
                                    <p:animEffect transition="out" filter="fade">
                                      <p:cBhvr>
                                        <p:cTn id="39" dur="500"/>
                                        <p:tgtEl>
                                          <p:spTgt spid="15"/>
                                        </p:tgtEl>
                                      </p:cBhvr>
                                    </p:animEffect>
                                    <p:set>
                                      <p:cBhvr>
                                        <p:cTn id="40" dur="1" fill="hold">
                                          <p:stCondLst>
                                            <p:cond delay="499"/>
                                          </p:stCondLst>
                                        </p:cTn>
                                        <p:tgtEl>
                                          <p:spTgt spid="15"/>
                                        </p:tgtEl>
                                        <p:attrNameLst>
                                          <p:attrName>style.visibility</p:attrName>
                                        </p:attrNameLst>
                                      </p:cBhvr>
                                      <p:to>
                                        <p:strVal val="hidden"/>
                                      </p:to>
                                    </p:set>
                                  </p:childTnLst>
                                </p:cTn>
                              </p:par>
                              <p:par>
                                <p:cTn id="41" presetID="0" presetClass="path" presetSubtype="0" accel="50000" decel="50000" fill="hold" nodeType="withEffect">
                                  <p:stCondLst>
                                    <p:cond delay="0"/>
                                  </p:stCondLst>
                                  <p:childTnLst>
                                    <p:animMotion origin="layout" path="M 0 0 C -0.013125 -0.0197222 -0.0384375 -0.0771296 -0.0772917 -0.1 C -0.116146 -0.12287 -0.15901 -0.122037 -0.194375 -0.114537 C -0.22974 -0.107037 -0.236302 -0.0958333 -0.254115 -0.0625 C -0.271927 -0.0291667 -0.27875 0.0301852 -0.283385 0.052037 " pathEditMode="relative" ptsTypes="">
                                      <p:cBhvr>
                                        <p:cTn id="42" dur="2000" fill="hold"/>
                                        <p:tgtEl>
                                          <p:spTgt spid="13"/>
                                        </p:tgtEl>
                                        <p:attrNameLst>
                                          <p:attrName>ppt_x</p:attrName>
                                          <p:attrName>ppt_y</p:attrName>
                                        </p:attrNameLst>
                                      </p:cBhvr>
                                    </p:animMotion>
                                  </p:childTnLst>
                                  <p:subTnLst>
                                    <p:audio>
                                      <p:cMediaNode>
                                        <p:cTn display="0" masterRel="sameClick">
                                          <p:stCondLst>
                                            <p:cond evt="begin" delay="0">
                                              <p:tn val="41"/>
                                            </p:cond>
                                          </p:stCondLst>
                                          <p:endCondLst>
                                            <p:cond evt="onStopAudio" delay="0">
                                              <p:tgtEl>
                                                <p:sldTgt/>
                                              </p:tgtEl>
                                            </p:cond>
                                          </p:endCondLst>
                                        </p:cTn>
                                        <p:tgtEl>
                                          <p:sndTgt r:embed="rId3" name="水声.wav"/>
                                        </p:tgtEl>
                                      </p:cMediaNode>
                                    </p:audio>
                                  </p:subTnLst>
                                </p:cTn>
                              </p:par>
                              <p:par>
                                <p:cTn id="43" presetID="10" presetClass="exit" presetSubtype="0" fill="hold" nodeType="withEffect">
                                  <p:stCondLst>
                                    <p:cond delay="1000"/>
                                  </p:stCondLst>
                                  <p:childTnLst>
                                    <p:animEffect transition="out" filter="fade">
                                      <p:cBhvr>
                                        <p:cTn id="44" dur="500"/>
                                        <p:tgtEl>
                                          <p:spTgt spid="13"/>
                                        </p:tgtEl>
                                      </p:cBhvr>
                                    </p:animEffect>
                                    <p:set>
                                      <p:cBhvr>
                                        <p:cTn id="45" dur="1" fill="hold">
                                          <p:stCondLst>
                                            <p:cond delay="499"/>
                                          </p:stCondLst>
                                        </p:cTn>
                                        <p:tgtEl>
                                          <p:spTgt spid="13"/>
                                        </p:tgtEl>
                                        <p:attrNameLst>
                                          <p:attrName>style.visibility</p:attrName>
                                        </p:attrNameLst>
                                      </p:cBhvr>
                                      <p:to>
                                        <p:strVal val="hidden"/>
                                      </p:to>
                                    </p:set>
                                  </p:childTnLst>
                                </p:cTn>
                              </p:par>
                              <p:par>
                                <p:cTn id="46" presetID="0" presetClass="path" presetSubtype="0" accel="50000" decel="50000" fill="hold" nodeType="withEffect">
                                  <p:stCondLst>
                                    <p:cond delay="1000"/>
                                  </p:stCondLst>
                                  <p:childTnLst>
                                    <p:animMotion origin="layout" path="M 0 0 C 0.00276042 -0.0409259 0.0009375 -0.149815 0.0222396 -0.216481 C 0.0435417 -0.283148 0.0749479 -0.308148 0.106563 -0.333148 C 0.138177 -0.358148 0.158281 -0.351852 0.180312 -0.341389 C 0.202344 -0.330926 0.204896 -0.314722 0.216615 -0.281019 C 0.228333 -0.247315 0.235156 -0.193241 0.238854 -0.172778 " pathEditMode="relative" ptsTypes="">
                                      <p:cBhvr>
                                        <p:cTn id="47" dur="2000" fill="hold"/>
                                        <p:tgtEl>
                                          <p:spTgt spid="12"/>
                                        </p:tgtEl>
                                        <p:attrNameLst>
                                          <p:attrName>ppt_x</p:attrName>
                                          <p:attrName>ppt_y</p:attrName>
                                        </p:attrNameLst>
                                      </p:cBhvr>
                                    </p:animMotion>
                                  </p:childTnLst>
                                  <p:subTnLst>
                                    <p:audio>
                                      <p:cMediaNode>
                                        <p:cTn display="0" masterRel="sameClick">
                                          <p:stCondLst>
                                            <p:cond evt="begin" delay="0">
                                              <p:tn val="46"/>
                                            </p:cond>
                                          </p:stCondLst>
                                          <p:endCondLst>
                                            <p:cond evt="onStopAudio" delay="0">
                                              <p:tgtEl>
                                                <p:sldTgt/>
                                              </p:tgtEl>
                                            </p:cond>
                                          </p:endCondLst>
                                        </p:cTn>
                                        <p:tgtEl>
                                          <p:sndTgt r:embed="rId3" name="水声.wav"/>
                                        </p:tgtEl>
                                      </p:cMediaNode>
                                    </p:audio>
                                  </p:subTnLst>
                                </p:cTn>
                              </p:par>
                              <p:par>
                                <p:cTn id="48" presetID="10" presetClass="exit" presetSubtype="0" fill="hold" nodeType="withEffect">
                                  <p:stCondLst>
                                    <p:cond delay="2000"/>
                                  </p:stCondLst>
                                  <p:childTnLst>
                                    <p:animEffect transition="out" filter="fade">
                                      <p:cBhvr>
                                        <p:cTn id="49" dur="500"/>
                                        <p:tgtEl>
                                          <p:spTgt spid="12"/>
                                        </p:tgtEl>
                                      </p:cBhvr>
                                    </p:animEffect>
                                    <p:set>
                                      <p:cBhvr>
                                        <p:cTn id="50" dur="1" fill="hold">
                                          <p:stCondLst>
                                            <p:cond delay="499"/>
                                          </p:stCondLst>
                                        </p:cTn>
                                        <p:tgtEl>
                                          <p:spTgt spid="12"/>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32" presetClass="emph" presetSubtype="0" repeatCount="2000" fill="hold" nodeType="clickEffect">
                                  <p:stCondLst>
                                    <p:cond delay="0"/>
                                  </p:stCondLst>
                                  <p:childTnLst>
                                    <p:animRot by="120000">
                                      <p:cBhvr>
                                        <p:cTn id="54" dur="100" fill="hold">
                                          <p:stCondLst>
                                            <p:cond delay="0"/>
                                          </p:stCondLst>
                                        </p:cTn>
                                        <p:tgtEl>
                                          <p:spTgt spid="20"/>
                                        </p:tgtEl>
                                        <p:attrNameLst>
                                          <p:attrName>r</p:attrName>
                                        </p:attrNameLst>
                                      </p:cBhvr>
                                    </p:animRot>
                                    <p:animRot by="-240000">
                                      <p:cBhvr>
                                        <p:cTn id="55" dur="200" fill="hold">
                                          <p:stCondLst>
                                            <p:cond delay="200"/>
                                          </p:stCondLst>
                                        </p:cTn>
                                        <p:tgtEl>
                                          <p:spTgt spid="20"/>
                                        </p:tgtEl>
                                        <p:attrNameLst>
                                          <p:attrName>r</p:attrName>
                                        </p:attrNameLst>
                                      </p:cBhvr>
                                    </p:animRot>
                                    <p:animRot by="240000">
                                      <p:cBhvr>
                                        <p:cTn id="56" dur="200" fill="hold">
                                          <p:stCondLst>
                                            <p:cond delay="400"/>
                                          </p:stCondLst>
                                        </p:cTn>
                                        <p:tgtEl>
                                          <p:spTgt spid="20"/>
                                        </p:tgtEl>
                                        <p:attrNameLst>
                                          <p:attrName>r</p:attrName>
                                        </p:attrNameLst>
                                      </p:cBhvr>
                                    </p:animRot>
                                    <p:animRot by="-240000">
                                      <p:cBhvr>
                                        <p:cTn id="57" dur="200" fill="hold">
                                          <p:stCondLst>
                                            <p:cond delay="600"/>
                                          </p:stCondLst>
                                        </p:cTn>
                                        <p:tgtEl>
                                          <p:spTgt spid="20"/>
                                        </p:tgtEl>
                                        <p:attrNameLst>
                                          <p:attrName>r</p:attrName>
                                        </p:attrNameLst>
                                      </p:cBhvr>
                                    </p:animRot>
                                    <p:animRot by="120000">
                                      <p:cBhvr>
                                        <p:cTn id="58" dur="200" fill="hold">
                                          <p:stCondLst>
                                            <p:cond delay="800"/>
                                          </p:stCondLst>
                                        </p:cTn>
                                        <p:tgtEl>
                                          <p:spTgt spid="20"/>
                                        </p:tgtEl>
                                        <p:attrNameLst>
                                          <p:attrName>r</p:attrName>
                                        </p:attrNameLst>
                                      </p:cBhvr>
                                    </p:animRot>
                                  </p:childTnLst>
                                </p:cTn>
                              </p:par>
                              <p:par>
                                <p:cTn id="59" presetID="10" presetClass="entr" presetSubtype="0" fill="hold" nodeType="withEffect">
                                  <p:stCondLst>
                                    <p:cond delay="2000"/>
                                  </p:stCondLst>
                                  <p:childTnLst>
                                    <p:set>
                                      <p:cBhvr>
                                        <p:cTn id="60" dur="1" fill="hold">
                                          <p:stCondLst>
                                            <p:cond delay="0"/>
                                          </p:stCondLst>
                                        </p:cTn>
                                        <p:tgtEl>
                                          <p:spTgt spid="2"/>
                                        </p:tgtEl>
                                        <p:attrNameLst>
                                          <p:attrName>style.visibility</p:attrName>
                                        </p:attrNameLst>
                                      </p:cBhvr>
                                      <p:to>
                                        <p:strVal val="visible"/>
                                      </p:to>
                                    </p:set>
                                    <p:animEffect transition="in" filter="fade">
                                      <p:cBhvr>
                                        <p:cTn id="61" dur="500"/>
                                        <p:tgtEl>
                                          <p:spTgt spid="2"/>
                                        </p:tgtEl>
                                      </p:cBhvr>
                                    </p:animEffect>
                                  </p:childTnLst>
                                </p:cTn>
                              </p:par>
                              <p:par>
                                <p:cTn id="62" presetID="10" presetClass="exit" presetSubtype="0" fill="hold" nodeType="withEffect">
                                  <p:stCondLst>
                                    <p:cond delay="2500"/>
                                  </p:stCondLst>
                                  <p:childTnLst>
                                    <p:animEffect transition="out" filter="fade">
                                      <p:cBhvr>
                                        <p:cTn id="63" dur="500"/>
                                        <p:tgtEl>
                                          <p:spTgt spid="20"/>
                                        </p:tgtEl>
                                      </p:cBhvr>
                                    </p:animEffect>
                                    <p:set>
                                      <p:cBhvr>
                                        <p:cTn id="64" dur="1" fill="hold">
                                          <p:stCondLst>
                                            <p:cond delay="499"/>
                                          </p:stCondLst>
                                        </p:cTn>
                                        <p:tgtEl>
                                          <p:spTgt spid="20"/>
                                        </p:tgtEl>
                                        <p:attrNameLst>
                                          <p:attrName>style.visibility</p:attrName>
                                        </p:attrNameLst>
                                      </p:cBhvr>
                                      <p:to>
                                        <p:strVal val="hidden"/>
                                      </p:to>
                                    </p:set>
                                  </p:childTnLst>
                                </p:cTn>
                              </p:par>
                              <p:par>
                                <p:cTn id="65" presetID="0" presetClass="path" presetSubtype="0" accel="50000" decel="50000" fill="hold" nodeType="withEffect">
                                  <p:stCondLst>
                                    <p:cond delay="0"/>
                                  </p:stCondLst>
                                  <p:childTnLst>
                                    <p:animMotion origin="layout" path="M 0 0 C -0.0183333 -0.0165741 -0.0539063 -0.0558333 -0.10776 -0.0916667 C -0.161615 -0.1275 -0.209583 -0.166574 -0.269323 -0.179074 C -0.329062 -0.191574 -0.37099 -0.179074 -0.406354 -0.154074 C -0.441719 -0.129074 -0.440937 -0.0736111 -0.446146 -0.0541667 " pathEditMode="relative" ptsTypes="">
                                      <p:cBhvr>
                                        <p:cTn id="66" dur="2000" fill="hold"/>
                                        <p:tgtEl>
                                          <p:spTgt spid="16"/>
                                        </p:tgtEl>
                                        <p:attrNameLst>
                                          <p:attrName>ppt_x</p:attrName>
                                          <p:attrName>ppt_y</p:attrName>
                                        </p:attrNameLst>
                                      </p:cBhvr>
                                    </p:animMotion>
                                  </p:childTnLst>
                                  <p:subTnLst>
                                    <p:audio>
                                      <p:cMediaNode>
                                        <p:cTn display="0" masterRel="sameClick">
                                          <p:stCondLst>
                                            <p:cond evt="begin" delay="0">
                                              <p:tn val="65"/>
                                            </p:cond>
                                          </p:stCondLst>
                                          <p:endCondLst>
                                            <p:cond evt="onStopAudio" delay="0">
                                              <p:tgtEl>
                                                <p:sldTgt/>
                                              </p:tgtEl>
                                            </p:cond>
                                          </p:endCondLst>
                                        </p:cTn>
                                        <p:tgtEl>
                                          <p:sndTgt r:embed="rId3" name="水声.wav"/>
                                        </p:tgtEl>
                                      </p:cMediaNode>
                                    </p:audio>
                                  </p:subTnLst>
                                </p:cTn>
                              </p:par>
                              <p:par>
                                <p:cTn id="67" presetID="10" presetClass="exit" presetSubtype="0" fill="hold" nodeType="withEffect">
                                  <p:stCondLst>
                                    <p:cond delay="1000"/>
                                  </p:stCondLst>
                                  <p:childTnLst>
                                    <p:animEffect transition="out" filter="fade">
                                      <p:cBhvr>
                                        <p:cTn id="68" dur="500"/>
                                        <p:tgtEl>
                                          <p:spTgt spid="16"/>
                                        </p:tgtEl>
                                      </p:cBhvr>
                                    </p:animEffect>
                                    <p:set>
                                      <p:cBhvr>
                                        <p:cTn id="69" dur="1" fill="hold">
                                          <p:stCondLst>
                                            <p:cond delay="499"/>
                                          </p:stCondLst>
                                        </p:cTn>
                                        <p:tgtEl>
                                          <p:spTgt spid="16"/>
                                        </p:tgtEl>
                                        <p:attrNameLst>
                                          <p:attrName>style.visibility</p:attrName>
                                        </p:attrNameLst>
                                      </p:cBhvr>
                                      <p:to>
                                        <p:strVal val="hidden"/>
                                      </p:to>
                                    </p:set>
                                  </p:childTnLst>
                                </p:cTn>
                              </p:par>
                              <p:par>
                                <p:cTn id="70" presetID="0" presetClass="path" presetSubtype="0" accel="50000" decel="50000" fill="hold" nodeType="withEffect">
                                  <p:stCondLst>
                                    <p:cond delay="1000"/>
                                  </p:stCondLst>
                                  <p:childTnLst>
                                    <p:animMotion origin="layout" path="M 0 0 C 0.00963542 -0.0373148 0.0234375 -0.136111 0.0608854 -0.197778 C 0.0983333 -0.259444 0.13724 -0.293981 0.187344 -0.308148 C 0.237448 -0.322315 0.276823 -0.296019 0.311458 -0.268519 C 0.346094 -0.241019 0.353281 -0.189537 0.360625 -0.170741 " pathEditMode="relative" ptsTypes="">
                                      <p:cBhvr>
                                        <p:cTn id="71" dur="2000" fill="hold"/>
                                        <p:tgtEl>
                                          <p:spTgt spid="11"/>
                                        </p:tgtEl>
                                        <p:attrNameLst>
                                          <p:attrName>ppt_x</p:attrName>
                                          <p:attrName>ppt_y</p:attrName>
                                        </p:attrNameLst>
                                      </p:cBhvr>
                                    </p:animMotion>
                                  </p:childTnLst>
                                  <p:subTnLst>
                                    <p:audio>
                                      <p:cMediaNode>
                                        <p:cTn display="0" masterRel="sameClick">
                                          <p:stCondLst>
                                            <p:cond evt="begin" delay="0">
                                              <p:tn val="70"/>
                                            </p:cond>
                                          </p:stCondLst>
                                          <p:endCondLst>
                                            <p:cond evt="onStopAudio" delay="0">
                                              <p:tgtEl>
                                                <p:sldTgt/>
                                              </p:tgtEl>
                                            </p:cond>
                                          </p:endCondLst>
                                        </p:cTn>
                                        <p:tgtEl>
                                          <p:sndTgt r:embed="rId3" name="水声.wav"/>
                                        </p:tgtEl>
                                      </p:cMediaNode>
                                    </p:audio>
                                  </p:subTnLst>
                                </p:cTn>
                              </p:par>
                              <p:par>
                                <p:cTn id="72" presetID="10" presetClass="exit" presetSubtype="0" fill="hold" nodeType="withEffect">
                                  <p:stCondLst>
                                    <p:cond delay="2000"/>
                                  </p:stCondLst>
                                  <p:childTnLst>
                                    <p:animEffect transition="out" filter="fade">
                                      <p:cBhvr>
                                        <p:cTn id="73" dur="500"/>
                                        <p:tgtEl>
                                          <p:spTgt spid="11"/>
                                        </p:tgtEl>
                                      </p:cBhvr>
                                    </p:animEffect>
                                    <p:set>
                                      <p:cBhvr>
                                        <p:cTn id="74" dur="1" fill="hold">
                                          <p:stCondLst>
                                            <p:cond delay="499"/>
                                          </p:stCondLst>
                                        </p:cTn>
                                        <p:tgtEl>
                                          <p:spTgt spid="11"/>
                                        </p:tgtEl>
                                        <p:attrNameLst>
                                          <p:attrName>style.visibility</p:attrName>
                                        </p:attrNameLst>
                                      </p:cBhvr>
                                      <p:to>
                                        <p:strVal val="hidden"/>
                                      </p:to>
                                    </p:set>
                                  </p:childTnLst>
                                </p:cTn>
                              </p:par>
                            </p:childTnLst>
                          </p:cTn>
                        </p:par>
                      </p:childTnLst>
                    </p:cTn>
                  </p:par>
                  <p:par>
                    <p:cTn id="75" fill="hold">
                      <p:stCondLst>
                        <p:cond delay="indefinite"/>
                      </p:stCondLst>
                      <p:childTnLst>
                        <p:par>
                          <p:cTn id="76" fill="hold">
                            <p:stCondLst>
                              <p:cond delay="0"/>
                            </p:stCondLst>
                            <p:childTnLst>
                              <p:par>
                                <p:cTn id="77" presetID="32" presetClass="emph" presetSubtype="0" repeatCount="3000" fill="hold" nodeType="clickEffect">
                                  <p:stCondLst>
                                    <p:cond delay="0"/>
                                  </p:stCondLst>
                                  <p:childTnLst>
                                    <p:animRot by="120000">
                                      <p:cBhvr>
                                        <p:cTn id="78" dur="100" fill="hold">
                                          <p:stCondLst>
                                            <p:cond delay="0"/>
                                          </p:stCondLst>
                                        </p:cTn>
                                        <p:tgtEl>
                                          <p:spTgt spid="2"/>
                                        </p:tgtEl>
                                        <p:attrNameLst>
                                          <p:attrName>r</p:attrName>
                                        </p:attrNameLst>
                                      </p:cBhvr>
                                    </p:animRot>
                                    <p:animRot by="-240000">
                                      <p:cBhvr>
                                        <p:cTn id="79" dur="200" fill="hold">
                                          <p:stCondLst>
                                            <p:cond delay="200"/>
                                          </p:stCondLst>
                                        </p:cTn>
                                        <p:tgtEl>
                                          <p:spTgt spid="2"/>
                                        </p:tgtEl>
                                        <p:attrNameLst>
                                          <p:attrName>r</p:attrName>
                                        </p:attrNameLst>
                                      </p:cBhvr>
                                    </p:animRot>
                                    <p:animRot by="240000">
                                      <p:cBhvr>
                                        <p:cTn id="80" dur="200" fill="hold">
                                          <p:stCondLst>
                                            <p:cond delay="400"/>
                                          </p:stCondLst>
                                        </p:cTn>
                                        <p:tgtEl>
                                          <p:spTgt spid="2"/>
                                        </p:tgtEl>
                                        <p:attrNameLst>
                                          <p:attrName>r</p:attrName>
                                        </p:attrNameLst>
                                      </p:cBhvr>
                                    </p:animRot>
                                    <p:animRot by="-240000">
                                      <p:cBhvr>
                                        <p:cTn id="81" dur="200" fill="hold">
                                          <p:stCondLst>
                                            <p:cond delay="600"/>
                                          </p:stCondLst>
                                        </p:cTn>
                                        <p:tgtEl>
                                          <p:spTgt spid="2"/>
                                        </p:tgtEl>
                                        <p:attrNameLst>
                                          <p:attrName>r</p:attrName>
                                        </p:attrNameLst>
                                      </p:cBhvr>
                                    </p:animRot>
                                    <p:animRot by="120000">
                                      <p:cBhvr>
                                        <p:cTn id="82" dur="200" fill="hold">
                                          <p:stCondLst>
                                            <p:cond delay="800"/>
                                          </p:stCondLst>
                                        </p:cTn>
                                        <p:tgtEl>
                                          <p:spTgt spid="2"/>
                                        </p:tgtEl>
                                        <p:attrNameLst>
                                          <p:attrName>r</p:attrName>
                                        </p:attrNameLst>
                                      </p:cBhvr>
                                    </p:animRot>
                                  </p:childTnLst>
                                </p:cTn>
                              </p:par>
                              <p:par>
                                <p:cTn id="83" presetID="10" presetClass="entr" presetSubtype="0" fill="hold" nodeType="withEffect">
                                  <p:stCondLst>
                                    <p:cond delay="3000"/>
                                  </p:stCondLst>
                                  <p:childTnLst>
                                    <p:set>
                                      <p:cBhvr>
                                        <p:cTn id="84" dur="1" fill="hold">
                                          <p:stCondLst>
                                            <p:cond delay="0"/>
                                          </p:stCondLst>
                                        </p:cTn>
                                        <p:tgtEl>
                                          <p:spTgt spid="7"/>
                                        </p:tgtEl>
                                        <p:attrNameLst>
                                          <p:attrName>style.visibility</p:attrName>
                                        </p:attrNameLst>
                                      </p:cBhvr>
                                      <p:to>
                                        <p:strVal val="visible"/>
                                      </p:to>
                                    </p:set>
                                    <p:animEffect transition="in" filter="fade">
                                      <p:cBhvr>
                                        <p:cTn id="85" dur="500"/>
                                        <p:tgtEl>
                                          <p:spTgt spid="7"/>
                                        </p:tgtEl>
                                      </p:cBhvr>
                                    </p:animEffect>
                                  </p:childTnLst>
                                </p:cTn>
                              </p:par>
                              <p:par>
                                <p:cTn id="86" presetID="10" presetClass="exit" presetSubtype="0" fill="hold" nodeType="withEffect">
                                  <p:stCondLst>
                                    <p:cond delay="3500"/>
                                  </p:stCondLst>
                                  <p:childTnLst>
                                    <p:animEffect transition="out" filter="fade">
                                      <p:cBhvr>
                                        <p:cTn id="87" dur="500"/>
                                        <p:tgtEl>
                                          <p:spTgt spid="2"/>
                                        </p:tgtEl>
                                      </p:cBhvr>
                                    </p:animEffect>
                                    <p:set>
                                      <p:cBhvr>
                                        <p:cTn id="88" dur="1" fill="hold">
                                          <p:stCondLst>
                                            <p:cond delay="499"/>
                                          </p:stCondLst>
                                        </p:cTn>
                                        <p:tgtEl>
                                          <p:spTgt spid="2"/>
                                        </p:tgtEl>
                                        <p:attrNameLst>
                                          <p:attrName>style.visibility</p:attrName>
                                        </p:attrNameLst>
                                      </p:cBhvr>
                                      <p:to>
                                        <p:strVal val="hidden"/>
                                      </p:to>
                                    </p:set>
                                  </p:childTnLst>
                                </p:cTn>
                              </p:par>
                              <p:par>
                                <p:cTn id="89" presetID="0" presetClass="path" presetSubtype="0" accel="50000" decel="50000" fill="hold" nodeType="withEffect">
                                  <p:stCondLst>
                                    <p:cond delay="0"/>
                                  </p:stCondLst>
                                  <p:childTnLst>
                                    <p:animMotion origin="layout" path="M 0 0 C -0.0146875 -0.0315741 -0.0442708 -0.111111 -0.0854687 -0.170648 C -0.126667 -0.230185 -0.15974 -0.271019 -0.206094 -0.297685 C -0.252448 -0.324352 -0.284531 -0.318056 -0.317344 -0.303889 C -0.350156 -0.289722 -0.361719 -0.242407 -0.370052 -0.226852 " pathEditMode="relative" ptsTypes="">
                                      <p:cBhvr>
                                        <p:cTn id="90" dur="2000" fill="hold"/>
                                        <p:tgtEl>
                                          <p:spTgt spid="10"/>
                                        </p:tgtEl>
                                        <p:attrNameLst>
                                          <p:attrName>ppt_x</p:attrName>
                                          <p:attrName>ppt_y</p:attrName>
                                        </p:attrNameLst>
                                      </p:cBhvr>
                                    </p:animMotion>
                                  </p:childTnLst>
                                  <p:subTnLst>
                                    <p:audio>
                                      <p:cMediaNode>
                                        <p:cTn display="0" masterRel="sameClick">
                                          <p:stCondLst>
                                            <p:cond evt="begin" delay="0">
                                              <p:tn val="89"/>
                                            </p:cond>
                                          </p:stCondLst>
                                          <p:endCondLst>
                                            <p:cond evt="onStopAudio" delay="0">
                                              <p:tgtEl>
                                                <p:sldTgt/>
                                              </p:tgtEl>
                                            </p:cond>
                                          </p:endCondLst>
                                        </p:cTn>
                                        <p:tgtEl>
                                          <p:sndTgt r:embed="rId3" name="水声.wav"/>
                                        </p:tgtEl>
                                      </p:cMediaNode>
                                    </p:audio>
                                  </p:subTnLst>
                                </p:cTn>
                              </p:par>
                              <p:par>
                                <p:cTn id="91" presetID="10" presetClass="exit" presetSubtype="0" fill="hold" nodeType="withEffect">
                                  <p:stCondLst>
                                    <p:cond delay="1000"/>
                                  </p:stCondLst>
                                  <p:childTnLst>
                                    <p:animEffect transition="out" filter="fade">
                                      <p:cBhvr>
                                        <p:cTn id="92" dur="500"/>
                                        <p:tgtEl>
                                          <p:spTgt spid="10"/>
                                        </p:tgtEl>
                                      </p:cBhvr>
                                    </p:animEffect>
                                    <p:set>
                                      <p:cBhvr>
                                        <p:cTn id="93" dur="1" fill="hold">
                                          <p:stCondLst>
                                            <p:cond delay="499"/>
                                          </p:stCondLst>
                                        </p:cTn>
                                        <p:tgtEl>
                                          <p:spTgt spid="10"/>
                                        </p:tgtEl>
                                        <p:attrNameLst>
                                          <p:attrName>style.visibility</p:attrName>
                                        </p:attrNameLst>
                                      </p:cBhvr>
                                      <p:to>
                                        <p:strVal val="hidden"/>
                                      </p:to>
                                    </p:set>
                                  </p:childTnLst>
                                </p:cTn>
                              </p:par>
                              <p:par>
                                <p:cTn id="94" presetID="0" presetClass="path" presetSubtype="0" accel="50000" decel="50000" fill="hold" nodeType="withEffect">
                                  <p:stCondLst>
                                    <p:cond delay="1000"/>
                                  </p:stCondLst>
                                  <p:childTnLst>
                                    <p:animMotion origin="layout" path="M -1.66667E-6 -3.33333E-6 C 0.00417 -0.06605 0.00087 -0.23611 0.03403 -0.35401 C 0.06702 -0.4716 0.11684 -0.54413 0.16511 -0.58919 C 0.21337 -0.63395 0.24636 -0.59784 0.27518 -0.5787 C 0.30399 -0.55956 0.30452 -0.51018 0.3092 -0.49321 " pathEditMode="relative" rAng="0" ptsTypes="AAAAA">
                                      <p:cBhvr>
                                        <p:cTn id="95" dur="2000" fill="hold"/>
                                        <p:tgtEl>
                                          <p:spTgt spid="21"/>
                                        </p:tgtEl>
                                        <p:attrNameLst>
                                          <p:attrName>ppt_x</p:attrName>
                                          <p:attrName>ppt_y</p:attrName>
                                        </p:attrNameLst>
                                      </p:cBhvr>
                                      <p:rCtr x="15451" y="-30556"/>
                                    </p:animMotion>
                                  </p:childTnLst>
                                  <p:subTnLst>
                                    <p:audio>
                                      <p:cMediaNode>
                                        <p:cTn display="0" masterRel="sameClick">
                                          <p:stCondLst>
                                            <p:cond evt="begin" delay="0">
                                              <p:tn val="94"/>
                                            </p:cond>
                                          </p:stCondLst>
                                          <p:endCondLst>
                                            <p:cond evt="onStopAudio" delay="0">
                                              <p:tgtEl>
                                                <p:sldTgt/>
                                              </p:tgtEl>
                                            </p:cond>
                                          </p:endCondLst>
                                        </p:cTn>
                                        <p:tgtEl>
                                          <p:sndTgt r:embed="rId3" name="水声.wav"/>
                                        </p:tgtEl>
                                      </p:cMediaNode>
                                    </p:audio>
                                  </p:subTnLst>
                                </p:cTn>
                              </p:par>
                              <p:par>
                                <p:cTn id="96" presetID="10" presetClass="exit" presetSubtype="0" fill="hold" nodeType="withEffect">
                                  <p:stCondLst>
                                    <p:cond delay="2000"/>
                                  </p:stCondLst>
                                  <p:childTnLst>
                                    <p:animEffect transition="out" filter="fade">
                                      <p:cBhvr>
                                        <p:cTn id="97" dur="500"/>
                                        <p:tgtEl>
                                          <p:spTgt spid="21"/>
                                        </p:tgtEl>
                                      </p:cBhvr>
                                    </p:animEffect>
                                    <p:set>
                                      <p:cBhvr>
                                        <p:cTn id="98" dur="1" fill="hold">
                                          <p:stCondLst>
                                            <p:cond delay="499"/>
                                          </p:stCondLst>
                                        </p:cTn>
                                        <p:tgtEl>
                                          <p:spTgt spid="21"/>
                                        </p:tgtEl>
                                        <p:attrNameLst>
                                          <p:attrName>style.visibility</p:attrName>
                                        </p:attrNameLst>
                                      </p:cBhvr>
                                      <p:to>
                                        <p:strVal val="hidden"/>
                                      </p:to>
                                    </p:set>
                                  </p:childTnLst>
                                </p:cTn>
                              </p:par>
                              <p:par>
                                <p:cTn id="99" presetID="0" presetClass="path" presetSubtype="0" accel="50000" decel="50000" fill="hold" nodeType="withEffect">
                                  <p:stCondLst>
                                    <p:cond delay="2000"/>
                                  </p:stCondLst>
                                  <p:childTnLst>
                                    <p:animMotion origin="layout" path="M 0 0 C 0.0113021 -0.0518519 0.0243229 -0.184074 0.07375 -0.278981 C 0.123177 -0.373889 0.179844 -0.437963 0.247083 -0.47463 C 0.314323 -0.511296 0.371667 -0.479167 0.409844 -0.46213 C 0.448021 -0.445093 0.435573 -0.403611 0.437917 -0.389259 " pathEditMode="relative" ptsTypes="">
                                      <p:cBhvr>
                                        <p:cTn id="100" dur="2000" fill="hold"/>
                                        <p:tgtEl>
                                          <p:spTgt spid="22"/>
                                        </p:tgtEl>
                                        <p:attrNameLst>
                                          <p:attrName>ppt_x</p:attrName>
                                          <p:attrName>ppt_y</p:attrName>
                                        </p:attrNameLst>
                                      </p:cBhvr>
                                    </p:animMotion>
                                  </p:childTnLst>
                                  <p:subTnLst>
                                    <p:audio>
                                      <p:cMediaNode>
                                        <p:cTn display="0" masterRel="sameClick">
                                          <p:stCondLst>
                                            <p:cond evt="begin" delay="0">
                                              <p:tn val="99"/>
                                            </p:cond>
                                          </p:stCondLst>
                                          <p:endCondLst>
                                            <p:cond evt="onStopAudio" delay="0">
                                              <p:tgtEl>
                                                <p:sldTgt/>
                                              </p:tgtEl>
                                            </p:cond>
                                          </p:endCondLst>
                                        </p:cTn>
                                        <p:tgtEl>
                                          <p:sndTgt r:embed="rId3" name="水声.wav"/>
                                        </p:tgtEl>
                                      </p:cMediaNode>
                                    </p:audio>
                                  </p:subTnLst>
                                </p:cTn>
                              </p:par>
                              <p:par>
                                <p:cTn id="101" presetID="10" presetClass="exit" presetSubtype="0" fill="hold" nodeType="withEffect">
                                  <p:stCondLst>
                                    <p:cond delay="3000"/>
                                  </p:stCondLst>
                                  <p:childTnLst>
                                    <p:animEffect transition="out" filter="fade">
                                      <p:cBhvr>
                                        <p:cTn id="102" dur="500"/>
                                        <p:tgtEl>
                                          <p:spTgt spid="22"/>
                                        </p:tgtEl>
                                      </p:cBhvr>
                                    </p:animEffect>
                                    <p:set>
                                      <p:cBhvr>
                                        <p:cTn id="103" dur="1" fill="hold">
                                          <p:stCondLst>
                                            <p:cond delay="499"/>
                                          </p:stCondLst>
                                        </p:cTn>
                                        <p:tgtEl>
                                          <p:spTgt spid="22"/>
                                        </p:tgtEl>
                                        <p:attrNameLst>
                                          <p:attrName>style.visibility</p:attrName>
                                        </p:attrNameLst>
                                      </p:cBhvr>
                                      <p:to>
                                        <p:strVal val="hidden"/>
                                      </p:to>
                                    </p:set>
                                  </p:childTnLst>
                                </p:cTn>
                              </p:par>
                            </p:childTnLst>
                          </p:cTn>
                        </p:par>
                      </p:childTnLst>
                    </p:cTn>
                  </p:par>
                  <p:par>
                    <p:cTn id="104" fill="hold">
                      <p:stCondLst>
                        <p:cond delay="indefinite"/>
                      </p:stCondLst>
                      <p:childTnLst>
                        <p:par>
                          <p:cTn id="105" fill="hold">
                            <p:stCondLst>
                              <p:cond delay="0"/>
                            </p:stCondLst>
                            <p:childTnLst>
                              <p:par>
                                <p:cTn id="106" presetID="32" presetClass="emph" presetSubtype="0" repeatCount="3000" fill="hold" nodeType="clickEffect">
                                  <p:stCondLst>
                                    <p:cond delay="0"/>
                                  </p:stCondLst>
                                  <p:childTnLst>
                                    <p:animRot by="120000">
                                      <p:cBhvr>
                                        <p:cTn id="107" dur="100" fill="hold">
                                          <p:stCondLst>
                                            <p:cond delay="0"/>
                                          </p:stCondLst>
                                        </p:cTn>
                                        <p:tgtEl>
                                          <p:spTgt spid="7"/>
                                        </p:tgtEl>
                                        <p:attrNameLst>
                                          <p:attrName>r</p:attrName>
                                        </p:attrNameLst>
                                      </p:cBhvr>
                                    </p:animRot>
                                    <p:animRot by="-240000">
                                      <p:cBhvr>
                                        <p:cTn id="108" dur="200" fill="hold">
                                          <p:stCondLst>
                                            <p:cond delay="200"/>
                                          </p:stCondLst>
                                        </p:cTn>
                                        <p:tgtEl>
                                          <p:spTgt spid="7"/>
                                        </p:tgtEl>
                                        <p:attrNameLst>
                                          <p:attrName>r</p:attrName>
                                        </p:attrNameLst>
                                      </p:cBhvr>
                                    </p:animRot>
                                    <p:animRot by="240000">
                                      <p:cBhvr>
                                        <p:cTn id="109" dur="200" fill="hold">
                                          <p:stCondLst>
                                            <p:cond delay="400"/>
                                          </p:stCondLst>
                                        </p:cTn>
                                        <p:tgtEl>
                                          <p:spTgt spid="7"/>
                                        </p:tgtEl>
                                        <p:attrNameLst>
                                          <p:attrName>r</p:attrName>
                                        </p:attrNameLst>
                                      </p:cBhvr>
                                    </p:animRot>
                                    <p:animRot by="-240000">
                                      <p:cBhvr>
                                        <p:cTn id="110" dur="200" fill="hold">
                                          <p:stCondLst>
                                            <p:cond delay="600"/>
                                          </p:stCondLst>
                                        </p:cTn>
                                        <p:tgtEl>
                                          <p:spTgt spid="7"/>
                                        </p:tgtEl>
                                        <p:attrNameLst>
                                          <p:attrName>r</p:attrName>
                                        </p:attrNameLst>
                                      </p:cBhvr>
                                    </p:animRot>
                                    <p:animRot by="120000">
                                      <p:cBhvr>
                                        <p:cTn id="111" dur="200" fill="hold">
                                          <p:stCondLst>
                                            <p:cond delay="800"/>
                                          </p:stCondLst>
                                        </p:cTn>
                                        <p:tgtEl>
                                          <p:spTgt spid="7"/>
                                        </p:tgtEl>
                                        <p:attrNameLst>
                                          <p:attrName>r</p:attrName>
                                        </p:attrNameLst>
                                      </p:cBhvr>
                                    </p:animRot>
                                  </p:childTnLst>
                                </p:cTn>
                              </p:par>
                              <p:par>
                                <p:cTn id="112" presetID="10" presetClass="entr" presetSubtype="0" fill="hold" nodeType="withEffect">
                                  <p:stCondLst>
                                    <p:cond delay="3500"/>
                                  </p:stCondLst>
                                  <p:childTnLst>
                                    <p:set>
                                      <p:cBhvr>
                                        <p:cTn id="113" dur="1" fill="hold">
                                          <p:stCondLst>
                                            <p:cond delay="0"/>
                                          </p:stCondLst>
                                        </p:cTn>
                                        <p:tgtEl>
                                          <p:spTgt spid="19"/>
                                        </p:tgtEl>
                                        <p:attrNameLst>
                                          <p:attrName>style.visibility</p:attrName>
                                        </p:attrNameLst>
                                      </p:cBhvr>
                                      <p:to>
                                        <p:strVal val="visible"/>
                                      </p:to>
                                    </p:set>
                                    <p:animEffect transition="in" filter="fade">
                                      <p:cBhvr>
                                        <p:cTn id="114" dur="500"/>
                                        <p:tgtEl>
                                          <p:spTgt spid="19"/>
                                        </p:tgtEl>
                                      </p:cBhvr>
                                    </p:animEffect>
                                  </p:childTnLst>
                                  <p:subTnLst>
                                    <p:audio>
                                      <p:cMediaNode>
                                        <p:cTn display="0" masterRel="sameClick">
                                          <p:stCondLst>
                                            <p:cond evt="begin" delay="0">
                                              <p:tn val="112"/>
                                            </p:cond>
                                          </p:stCondLst>
                                          <p:endCondLst>
                                            <p:cond evt="onStopAudio" delay="0">
                                              <p:tgtEl>
                                                <p:sldTgt/>
                                              </p:tgtEl>
                                            </p:cond>
                                          </p:endCondLst>
                                        </p:cTn>
                                        <p:tgtEl>
                                          <p:sndTgt r:embed="rId4" name="chimes.wav"/>
                                        </p:tgtEl>
                                      </p:cMediaNode>
                                    </p:audio>
                                  </p:subTnLst>
                                </p:cTn>
                              </p:par>
                              <p:par>
                                <p:cTn id="115" presetID="10" presetClass="exit" presetSubtype="0" fill="hold" nodeType="withEffect">
                                  <p:stCondLst>
                                    <p:cond delay="4500"/>
                                  </p:stCondLst>
                                  <p:childTnLst>
                                    <p:animEffect transition="out" filter="fade">
                                      <p:cBhvr>
                                        <p:cTn id="116" dur="500"/>
                                        <p:tgtEl>
                                          <p:spTgt spid="7"/>
                                        </p:tgtEl>
                                      </p:cBhvr>
                                    </p:animEffect>
                                    <p:set>
                                      <p:cBhvr>
                                        <p:cTn id="117" dur="1" fill="hold">
                                          <p:stCondLst>
                                            <p:cond delay="499"/>
                                          </p:stCondLst>
                                        </p:cTn>
                                        <p:tgtEl>
                                          <p:spTgt spid="7"/>
                                        </p:tgtEl>
                                        <p:attrNameLst>
                                          <p:attrName>style.visibility</p:attrName>
                                        </p:attrNameLst>
                                      </p:cBhvr>
                                      <p:to>
                                        <p:strVal val="hidden"/>
                                      </p:to>
                                    </p:set>
                                  </p:childTnLst>
                                </p:cTn>
                              </p:par>
                              <p:par>
                                <p:cTn id="118" presetID="0" presetClass="path" presetSubtype="0" accel="50000" decel="50000" fill="hold" nodeType="withEffect">
                                  <p:stCondLst>
                                    <p:cond delay="0"/>
                                  </p:stCondLst>
                                  <p:childTnLst>
                                    <p:animMotion origin="layout" path="M 2.77778E-6 -1.85185E-6 C 0.01562 -0.03395 0.06979 -0.10185 0.07257 -0.19753 C 0.07534 -0.29352 0.05503 -0.40926 0.01406 -0.4787 C -0.02691 -0.54845 -0.08733 -0.54321 -0.13229 -0.54537 C -0.17726 -0.54753 -0.19132 -0.51049 -0.21077 -0.4892 C -0.23021 -0.4679 -0.22726 -0.44815 -0.22952 -0.4392 " pathEditMode="relative" rAng="0" ptsTypes="AAAAAA">
                                      <p:cBhvr>
                                        <p:cTn id="119" dur="2000" fill="hold"/>
                                        <p:tgtEl>
                                          <p:spTgt spid="14"/>
                                        </p:tgtEl>
                                        <p:attrNameLst>
                                          <p:attrName>ppt_x</p:attrName>
                                          <p:attrName>ppt_y</p:attrName>
                                        </p:attrNameLst>
                                      </p:cBhvr>
                                      <p:rCtr x="-7847" y="-27284"/>
                                    </p:animMotion>
                                  </p:childTnLst>
                                  <p:subTnLst>
                                    <p:audio>
                                      <p:cMediaNode>
                                        <p:cTn display="0" masterRel="sameClick">
                                          <p:stCondLst>
                                            <p:cond evt="begin" delay="0">
                                              <p:tn val="118"/>
                                            </p:cond>
                                          </p:stCondLst>
                                          <p:endCondLst>
                                            <p:cond evt="onStopAudio" delay="0">
                                              <p:tgtEl>
                                                <p:sldTgt/>
                                              </p:tgtEl>
                                            </p:cond>
                                          </p:endCondLst>
                                        </p:cTn>
                                        <p:tgtEl>
                                          <p:sndTgt r:embed="rId3" name="水声.wav"/>
                                        </p:tgtEl>
                                      </p:cMediaNode>
                                    </p:audio>
                                  </p:subTnLst>
                                </p:cTn>
                              </p:par>
                              <p:par>
                                <p:cTn id="120" presetID="10" presetClass="exit" presetSubtype="0" fill="hold" nodeType="withEffect">
                                  <p:stCondLst>
                                    <p:cond delay="1000"/>
                                  </p:stCondLst>
                                  <p:childTnLst>
                                    <p:animEffect transition="out" filter="fade">
                                      <p:cBhvr>
                                        <p:cTn id="121" dur="500"/>
                                        <p:tgtEl>
                                          <p:spTgt spid="14"/>
                                        </p:tgtEl>
                                      </p:cBhvr>
                                    </p:animEffect>
                                    <p:set>
                                      <p:cBhvr>
                                        <p:cTn id="122" dur="1" fill="hold">
                                          <p:stCondLst>
                                            <p:cond delay="499"/>
                                          </p:stCondLst>
                                        </p:cTn>
                                        <p:tgtEl>
                                          <p:spTgt spid="14"/>
                                        </p:tgtEl>
                                        <p:attrNameLst>
                                          <p:attrName>style.visibility</p:attrName>
                                        </p:attrNameLst>
                                      </p:cBhvr>
                                      <p:to>
                                        <p:strVal val="hidden"/>
                                      </p:to>
                                    </p:set>
                                  </p:childTnLst>
                                </p:cTn>
                              </p:par>
                              <p:par>
                                <p:cTn id="123" presetID="0" presetClass="path" presetSubtype="0" accel="50000" decel="50000" fill="hold" nodeType="withEffect">
                                  <p:stCondLst>
                                    <p:cond delay="1000"/>
                                  </p:stCondLst>
                                  <p:childTnLst>
                                    <p:animMotion origin="layout" path="M 2.5E-6 -1.85185E-6 C -0.0132 -0.06018 -0.03091 -0.20864 -0.0842 -0.32685 C -0.13768 -0.44506 -0.19948 -0.55525 -0.26702 -0.59136 C -0.33438 -0.62716 -0.39427 -0.52839 -0.42153 -0.50586 " pathEditMode="relative" rAng="0" ptsTypes="AAAA">
                                      <p:cBhvr>
                                        <p:cTn id="124" dur="2000" fill="hold"/>
                                        <p:tgtEl>
                                          <p:spTgt spid="18"/>
                                        </p:tgtEl>
                                        <p:attrNameLst>
                                          <p:attrName>ppt_x</p:attrName>
                                          <p:attrName>ppt_y</p:attrName>
                                        </p:attrNameLst>
                                      </p:cBhvr>
                                      <p:rCtr x="-21076" y="-29969"/>
                                    </p:animMotion>
                                  </p:childTnLst>
                                  <p:subTnLst>
                                    <p:audio>
                                      <p:cMediaNode>
                                        <p:cTn display="0" masterRel="sameClick">
                                          <p:stCondLst>
                                            <p:cond evt="begin" delay="0">
                                              <p:tn val="123"/>
                                            </p:cond>
                                          </p:stCondLst>
                                          <p:endCondLst>
                                            <p:cond evt="onStopAudio" delay="0">
                                              <p:tgtEl>
                                                <p:sldTgt/>
                                              </p:tgtEl>
                                            </p:cond>
                                          </p:endCondLst>
                                        </p:cTn>
                                        <p:tgtEl>
                                          <p:sndTgt r:embed="rId3" name="水声.wav"/>
                                        </p:tgtEl>
                                      </p:cMediaNode>
                                    </p:audio>
                                  </p:subTnLst>
                                </p:cTn>
                              </p:par>
                              <p:par>
                                <p:cTn id="125" presetID="10" presetClass="exit" presetSubtype="0" fill="hold" nodeType="withEffect">
                                  <p:stCondLst>
                                    <p:cond delay="2000"/>
                                  </p:stCondLst>
                                  <p:childTnLst>
                                    <p:animEffect transition="out" filter="fade">
                                      <p:cBhvr>
                                        <p:cTn id="126" dur="500"/>
                                        <p:tgtEl>
                                          <p:spTgt spid="18"/>
                                        </p:tgtEl>
                                      </p:cBhvr>
                                    </p:animEffect>
                                    <p:set>
                                      <p:cBhvr>
                                        <p:cTn id="127" dur="1" fill="hold">
                                          <p:stCondLst>
                                            <p:cond delay="499"/>
                                          </p:stCondLst>
                                        </p:cTn>
                                        <p:tgtEl>
                                          <p:spTgt spid="18"/>
                                        </p:tgtEl>
                                        <p:attrNameLst>
                                          <p:attrName>style.visibility</p:attrName>
                                        </p:attrNameLst>
                                      </p:cBhvr>
                                      <p:to>
                                        <p:strVal val="hidden"/>
                                      </p:to>
                                    </p:set>
                                  </p:childTnLst>
                                </p:cTn>
                              </p:par>
                              <p:par>
                                <p:cTn id="128" presetID="0" presetClass="path" presetSubtype="0" accel="50000" decel="50000" fill="hold" nodeType="withEffect">
                                  <p:stCondLst>
                                    <p:cond delay="2000"/>
                                  </p:stCondLst>
                                  <p:childTnLst>
                                    <p:animMotion origin="layout" path="M 0 0 C 0.0339583 -0.030463 0.108906 -0.126944 0.192031 -0.147778 C 0.275156 -0.168611 0.368125 -0.126574 0.415677 -0.104074 C 0.463229 -0.0815741 0.431406 -0.0482407 0.42974 -0.0353704 " pathEditMode="relative" ptsTypes="">
                                      <p:cBhvr>
                                        <p:cTn id="129" dur="2000" fill="hold"/>
                                        <p:tgtEl>
                                          <p:spTgt spid="17"/>
                                        </p:tgtEl>
                                        <p:attrNameLst>
                                          <p:attrName>ppt_x</p:attrName>
                                          <p:attrName>ppt_y</p:attrName>
                                        </p:attrNameLst>
                                      </p:cBhvr>
                                    </p:animMotion>
                                  </p:childTnLst>
                                  <p:subTnLst>
                                    <p:audio>
                                      <p:cMediaNode>
                                        <p:cTn display="0" masterRel="sameClick">
                                          <p:stCondLst>
                                            <p:cond evt="begin" delay="0">
                                              <p:tn val="128"/>
                                            </p:cond>
                                          </p:stCondLst>
                                          <p:endCondLst>
                                            <p:cond evt="onStopAudio" delay="0">
                                              <p:tgtEl>
                                                <p:sldTgt/>
                                              </p:tgtEl>
                                            </p:cond>
                                          </p:endCondLst>
                                        </p:cTn>
                                        <p:tgtEl>
                                          <p:sndTgt r:embed="rId3" name="水声.wav"/>
                                        </p:tgtEl>
                                      </p:cMediaNode>
                                    </p:audio>
                                  </p:subTnLst>
                                </p:cTn>
                              </p:par>
                              <p:par>
                                <p:cTn id="130" presetID="10" presetClass="exit" presetSubtype="0" fill="hold" nodeType="withEffect">
                                  <p:stCondLst>
                                    <p:cond delay="3000"/>
                                  </p:stCondLst>
                                  <p:childTnLst>
                                    <p:animEffect transition="out" filter="fade">
                                      <p:cBhvr>
                                        <p:cTn id="131" dur="500"/>
                                        <p:tgtEl>
                                          <p:spTgt spid="17"/>
                                        </p:tgtEl>
                                      </p:cBhvr>
                                    </p:animEffect>
                                    <p:set>
                                      <p:cBhvr>
                                        <p:cTn id="132" dur="1" fill="hold">
                                          <p:stCondLst>
                                            <p:cond delay="499"/>
                                          </p:stCondLst>
                                        </p:cTn>
                                        <p:tgtEl>
                                          <p:spTgt spid="17"/>
                                        </p:tgtEl>
                                        <p:attrNameLst>
                                          <p:attrName>style.visibility</p:attrName>
                                        </p:attrNameLst>
                                      </p:cBhvr>
                                      <p:to>
                                        <p:strVal val="hidden"/>
                                      </p:to>
                                    </p:set>
                                  </p:childTnLst>
                                </p:cTn>
                              </p:par>
                              <p:par>
                                <p:cTn id="133" presetID="1" presetClass="exit" presetSubtype="0" fill="hold" grpId="0" nodeType="withEffect">
                                  <p:stCondLst>
                                    <p:cond delay="0"/>
                                  </p:stCondLst>
                                  <p:childTnLst>
                                    <p:set>
                                      <p:cBhvr>
                                        <p:cTn id="134" dur="1" fill="hold">
                                          <p:stCondLst>
                                            <p:cond delay="0"/>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6F8EC"/>
        </a:solidFill>
        <a:effectLst/>
      </p:bgPr>
    </p:bg>
    <p:spTree>
      <p:nvGrpSpPr>
        <p:cNvPr id="1" name=""/>
        <p:cNvGrpSpPr/>
        <p:nvPr/>
      </p:nvGrpSpPr>
      <p:grpSpPr>
        <a:xfrm>
          <a:off x="0" y="0"/>
          <a:ext cx="0" cy="0"/>
          <a:chOff x="0" y="0"/>
          <a:chExt cx="0" cy="0"/>
        </a:xfrm>
      </p:grpSpPr>
      <p:sp>
        <p:nvSpPr>
          <p:cNvPr id="2" name="Rounded Rectangle 1"/>
          <p:cNvSpPr/>
          <p:nvPr/>
        </p:nvSpPr>
        <p:spPr>
          <a:xfrm>
            <a:off x="274320" y="137160"/>
            <a:ext cx="8595360" cy="502920"/>
          </a:xfrm>
          <a:prstGeom prst="roundRect">
            <a:avLst/>
          </a:prstGeom>
          <a:solidFill>
            <a:srgbClr val="0069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64592"/>
            <a:ext cx="8412480" cy="457200"/>
          </a:xfrm>
          <a:prstGeom prst="rect">
            <a:avLst/>
          </a:prstGeom>
          <a:noFill/>
        </p:spPr>
        <p:txBody>
          <a:bodyPr wrap="square">
            <a:spAutoFit/>
          </a:bodyPr>
          <a:lstStyle/>
          <a:p>
            <a:r>
              <a:rPr sz="2000" b="1">
                <a:solidFill>
                  <a:srgbClr val="FFFFFF"/>
                </a:solidFill>
                <a:latin typeface="KaiTi"/>
              </a:rPr>
              <a:t>🌍 地 球 的 水 很 珍 贵 · 节 约 用 水  Save Water</a:t>
            </a:r>
          </a:p>
        </p:txBody>
      </p:sp>
      <p:sp>
        <p:nvSpPr>
          <p:cNvPr id="4" name="Rounded Rectangle 3"/>
          <p:cNvSpPr/>
          <p:nvPr/>
        </p:nvSpPr>
        <p:spPr>
          <a:xfrm>
            <a:off x="365760" y="914400"/>
            <a:ext cx="4114800" cy="3108960"/>
          </a:xfrm>
          <a:prstGeom prst="roundRect">
            <a:avLst/>
          </a:prstGeom>
          <a:solidFill>
            <a:srgbClr val="FFF3E0"/>
          </a:solidFill>
          <a:ln w="31750">
            <a:solidFill>
              <a:srgbClr val="0069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234440"/>
            <a:ext cx="3931920" cy="1097280"/>
          </a:xfrm>
          <a:prstGeom prst="rect">
            <a:avLst/>
          </a:prstGeom>
          <a:noFill/>
        </p:spPr>
        <p:txBody>
          <a:bodyPr wrap="square">
            <a:spAutoFit/>
          </a:bodyPr>
          <a:lstStyle/>
          <a:p>
            <a:pPr algn="ctr"/>
            <a:r>
              <a:rPr sz="8800" b="0" dirty="0">
                <a:solidFill>
                  <a:srgbClr val="2C2C2C"/>
                </a:solidFill>
                <a:latin typeface="KaiTi"/>
              </a:rPr>
              <a:t>🌏</a:t>
            </a:r>
          </a:p>
        </p:txBody>
      </p:sp>
      <p:sp>
        <p:nvSpPr>
          <p:cNvPr id="6" name="TextBox 5"/>
          <p:cNvSpPr txBox="1"/>
          <p:nvPr/>
        </p:nvSpPr>
        <p:spPr>
          <a:xfrm>
            <a:off x="457200" y="2697480"/>
            <a:ext cx="3931920" cy="457200"/>
          </a:xfrm>
          <a:prstGeom prst="rect">
            <a:avLst/>
          </a:prstGeom>
          <a:noFill/>
        </p:spPr>
        <p:txBody>
          <a:bodyPr wrap="square">
            <a:spAutoFit/>
          </a:bodyPr>
          <a:lstStyle/>
          <a:p>
            <a:pPr algn="ctr"/>
            <a:r>
              <a:rPr sz="1700" b="1" dirty="0" err="1">
                <a:solidFill>
                  <a:srgbClr val="006970"/>
                </a:solidFill>
                <a:latin typeface="KaiTi"/>
              </a:rPr>
              <a:t>能</a:t>
            </a:r>
            <a:r>
              <a:rPr sz="1700" b="1" dirty="0">
                <a:solidFill>
                  <a:srgbClr val="006970"/>
                </a:solidFill>
                <a:latin typeface="KaiTi"/>
              </a:rPr>
              <a:t> </a:t>
            </a:r>
            <a:r>
              <a:rPr sz="1700" b="1" dirty="0" err="1">
                <a:solidFill>
                  <a:srgbClr val="006970"/>
                </a:solidFill>
                <a:latin typeface="KaiTi"/>
              </a:rPr>
              <a:t>喝</a:t>
            </a:r>
            <a:r>
              <a:rPr sz="1700" b="1" dirty="0">
                <a:solidFill>
                  <a:srgbClr val="006970"/>
                </a:solidFill>
                <a:latin typeface="KaiTi"/>
              </a:rPr>
              <a:t> </a:t>
            </a:r>
            <a:r>
              <a:rPr sz="1700" b="1" dirty="0" err="1">
                <a:solidFill>
                  <a:srgbClr val="006970"/>
                </a:solidFill>
                <a:latin typeface="KaiTi"/>
              </a:rPr>
              <a:t>的</a:t>
            </a:r>
            <a:r>
              <a:rPr sz="1700" b="1" dirty="0">
                <a:solidFill>
                  <a:srgbClr val="006970"/>
                </a:solidFill>
                <a:latin typeface="KaiTi"/>
              </a:rPr>
              <a:t> </a:t>
            </a:r>
            <a:r>
              <a:rPr sz="1700" b="1" dirty="0" err="1">
                <a:solidFill>
                  <a:srgbClr val="006970"/>
                </a:solidFill>
                <a:latin typeface="KaiTi"/>
              </a:rPr>
              <a:t>淡</a:t>
            </a:r>
            <a:r>
              <a:rPr sz="1700" b="1" dirty="0">
                <a:solidFill>
                  <a:srgbClr val="006970"/>
                </a:solidFill>
                <a:latin typeface="KaiTi"/>
              </a:rPr>
              <a:t> </a:t>
            </a:r>
            <a:r>
              <a:rPr sz="1700" b="1" dirty="0" err="1">
                <a:solidFill>
                  <a:srgbClr val="006970"/>
                </a:solidFill>
                <a:latin typeface="KaiTi"/>
              </a:rPr>
              <a:t>水</a:t>
            </a:r>
            <a:r>
              <a:rPr sz="1700" b="1" dirty="0">
                <a:solidFill>
                  <a:srgbClr val="006970"/>
                </a:solidFill>
                <a:latin typeface="KaiTi"/>
              </a:rPr>
              <a:t> </a:t>
            </a:r>
            <a:r>
              <a:rPr sz="1700" b="1" dirty="0" err="1">
                <a:solidFill>
                  <a:srgbClr val="006970"/>
                </a:solidFill>
                <a:latin typeface="KaiTi"/>
              </a:rPr>
              <a:t>很</a:t>
            </a:r>
            <a:r>
              <a:rPr sz="1700" b="1" dirty="0">
                <a:solidFill>
                  <a:srgbClr val="006970"/>
                </a:solidFill>
                <a:latin typeface="KaiTi"/>
              </a:rPr>
              <a:t> </a:t>
            </a:r>
            <a:r>
              <a:rPr sz="1700" b="1" dirty="0" err="1">
                <a:solidFill>
                  <a:srgbClr val="006970"/>
                </a:solidFill>
                <a:latin typeface="KaiTi"/>
              </a:rPr>
              <a:t>少</a:t>
            </a:r>
            <a:r>
              <a:rPr sz="1700" b="1" dirty="0">
                <a:solidFill>
                  <a:srgbClr val="006970"/>
                </a:solidFill>
                <a:latin typeface="KaiTi"/>
              </a:rPr>
              <a:t>!</a:t>
            </a:r>
          </a:p>
        </p:txBody>
      </p:sp>
      <p:sp>
        <p:nvSpPr>
          <p:cNvPr id="7" name="TextBox 6"/>
          <p:cNvSpPr txBox="1"/>
          <p:nvPr/>
        </p:nvSpPr>
        <p:spPr>
          <a:xfrm>
            <a:off x="457200" y="3246120"/>
            <a:ext cx="3931920" cy="457200"/>
          </a:xfrm>
          <a:prstGeom prst="rect">
            <a:avLst/>
          </a:prstGeom>
          <a:noFill/>
        </p:spPr>
        <p:txBody>
          <a:bodyPr wrap="square">
            <a:spAutoFit/>
          </a:bodyPr>
          <a:lstStyle/>
          <a:p>
            <a:pPr algn="ctr"/>
            <a:r>
              <a:rPr sz="1000" b="0">
                <a:solidFill>
                  <a:srgbClr val="888888"/>
                </a:solidFill>
                <a:latin typeface="KaiTi"/>
              </a:rPr>
              <a:t>Only a little water is drinkable.</a:t>
            </a:r>
          </a:p>
        </p:txBody>
      </p:sp>
      <p:sp>
        <p:nvSpPr>
          <p:cNvPr id="8" name="Rounded Rectangle 7"/>
          <p:cNvSpPr/>
          <p:nvPr/>
        </p:nvSpPr>
        <p:spPr>
          <a:xfrm>
            <a:off x="4663440" y="914400"/>
            <a:ext cx="4114800" cy="3108960"/>
          </a:xfrm>
          <a:prstGeom prst="roundRect">
            <a:avLst/>
          </a:prstGeom>
          <a:solidFill>
            <a:srgbClr val="FFFFFF"/>
          </a:solidFill>
          <a:ln w="31750">
            <a:solidFill>
              <a:srgbClr val="0069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663440" y="914400"/>
            <a:ext cx="4114800" cy="457200"/>
          </a:xfrm>
          <a:prstGeom prst="roundRect">
            <a:avLst/>
          </a:prstGeom>
          <a:solidFill>
            <a:srgbClr val="0069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800600" y="978408"/>
            <a:ext cx="3840480" cy="365760"/>
          </a:xfrm>
          <a:prstGeom prst="rect">
            <a:avLst/>
          </a:prstGeom>
          <a:noFill/>
        </p:spPr>
        <p:txBody>
          <a:bodyPr wrap="square">
            <a:spAutoFit/>
          </a:bodyPr>
          <a:lstStyle/>
          <a:p>
            <a:r>
              <a:rPr sz="1300" b="1">
                <a:solidFill>
                  <a:srgbClr val="FFFFFF"/>
                </a:solidFill>
                <a:latin typeface="KaiTi"/>
              </a:rPr>
              <a:t>✅ 节 约 用 水 小 妙 招</a:t>
            </a:r>
          </a:p>
        </p:txBody>
      </p:sp>
      <p:sp>
        <p:nvSpPr>
          <p:cNvPr id="11" name="TextBox 10"/>
          <p:cNvSpPr txBox="1"/>
          <p:nvPr/>
        </p:nvSpPr>
        <p:spPr>
          <a:xfrm>
            <a:off x="4800600" y="1508760"/>
            <a:ext cx="457200" cy="457200"/>
          </a:xfrm>
          <a:prstGeom prst="rect">
            <a:avLst/>
          </a:prstGeom>
          <a:noFill/>
        </p:spPr>
        <p:txBody>
          <a:bodyPr wrap="square">
            <a:spAutoFit/>
          </a:bodyPr>
          <a:lstStyle/>
          <a:p>
            <a:r>
              <a:rPr sz="2200" b="0">
                <a:solidFill>
                  <a:srgbClr val="2C2C2C"/>
                </a:solidFill>
                <a:latin typeface="KaiTi"/>
              </a:rPr>
              <a:t>🚰</a:t>
            </a:r>
          </a:p>
        </p:txBody>
      </p:sp>
      <p:sp>
        <p:nvSpPr>
          <p:cNvPr id="12" name="TextBox 11"/>
          <p:cNvSpPr txBox="1"/>
          <p:nvPr/>
        </p:nvSpPr>
        <p:spPr>
          <a:xfrm>
            <a:off x="5349240" y="1563624"/>
            <a:ext cx="3291840" cy="365760"/>
          </a:xfrm>
          <a:prstGeom prst="rect">
            <a:avLst/>
          </a:prstGeom>
          <a:noFill/>
        </p:spPr>
        <p:txBody>
          <a:bodyPr wrap="square">
            <a:spAutoFit/>
          </a:bodyPr>
          <a:lstStyle/>
          <a:p>
            <a:r>
              <a:rPr sz="1300" b="1">
                <a:solidFill>
                  <a:srgbClr val="2C2C2C"/>
                </a:solidFill>
                <a:latin typeface="KaiTi"/>
              </a:rPr>
              <a:t>关 好 水 龙 头</a:t>
            </a:r>
          </a:p>
        </p:txBody>
      </p:sp>
      <p:sp>
        <p:nvSpPr>
          <p:cNvPr id="13" name="TextBox 12"/>
          <p:cNvSpPr txBox="1"/>
          <p:nvPr/>
        </p:nvSpPr>
        <p:spPr>
          <a:xfrm>
            <a:off x="4800600" y="2084831"/>
            <a:ext cx="457200" cy="457200"/>
          </a:xfrm>
          <a:prstGeom prst="rect">
            <a:avLst/>
          </a:prstGeom>
          <a:noFill/>
        </p:spPr>
        <p:txBody>
          <a:bodyPr wrap="square">
            <a:spAutoFit/>
          </a:bodyPr>
          <a:lstStyle/>
          <a:p>
            <a:r>
              <a:rPr sz="2200" b="0">
                <a:solidFill>
                  <a:srgbClr val="2C2C2C"/>
                </a:solidFill>
                <a:latin typeface="KaiTi"/>
              </a:rPr>
              <a:t>🪥</a:t>
            </a:r>
          </a:p>
        </p:txBody>
      </p:sp>
      <p:sp>
        <p:nvSpPr>
          <p:cNvPr id="14" name="TextBox 13"/>
          <p:cNvSpPr txBox="1"/>
          <p:nvPr/>
        </p:nvSpPr>
        <p:spPr>
          <a:xfrm>
            <a:off x="5349240" y="2139696"/>
            <a:ext cx="3291840" cy="365760"/>
          </a:xfrm>
          <a:prstGeom prst="rect">
            <a:avLst/>
          </a:prstGeom>
          <a:noFill/>
        </p:spPr>
        <p:txBody>
          <a:bodyPr wrap="square">
            <a:spAutoFit/>
          </a:bodyPr>
          <a:lstStyle/>
          <a:p>
            <a:r>
              <a:rPr sz="1300" b="1">
                <a:solidFill>
                  <a:srgbClr val="2C2C2C"/>
                </a:solidFill>
                <a:latin typeface="KaiTi"/>
              </a:rPr>
              <a:t>刷 牙 时 关 水</a:t>
            </a:r>
          </a:p>
        </p:txBody>
      </p:sp>
      <p:sp>
        <p:nvSpPr>
          <p:cNvPr id="15" name="TextBox 14"/>
          <p:cNvSpPr txBox="1"/>
          <p:nvPr/>
        </p:nvSpPr>
        <p:spPr>
          <a:xfrm>
            <a:off x="4800600" y="2660904"/>
            <a:ext cx="457200" cy="457200"/>
          </a:xfrm>
          <a:prstGeom prst="rect">
            <a:avLst/>
          </a:prstGeom>
          <a:noFill/>
        </p:spPr>
        <p:txBody>
          <a:bodyPr wrap="square">
            <a:spAutoFit/>
          </a:bodyPr>
          <a:lstStyle/>
          <a:p>
            <a:r>
              <a:rPr sz="2200" b="0">
                <a:solidFill>
                  <a:srgbClr val="2C2C2C"/>
                </a:solidFill>
                <a:latin typeface="KaiTi"/>
              </a:rPr>
              <a:t>♻️</a:t>
            </a:r>
          </a:p>
        </p:txBody>
      </p:sp>
      <p:sp>
        <p:nvSpPr>
          <p:cNvPr id="16" name="TextBox 15"/>
          <p:cNvSpPr txBox="1"/>
          <p:nvPr/>
        </p:nvSpPr>
        <p:spPr>
          <a:xfrm>
            <a:off x="5349240" y="2715768"/>
            <a:ext cx="3291840" cy="365760"/>
          </a:xfrm>
          <a:prstGeom prst="rect">
            <a:avLst/>
          </a:prstGeom>
          <a:noFill/>
        </p:spPr>
        <p:txBody>
          <a:bodyPr wrap="square">
            <a:spAutoFit/>
          </a:bodyPr>
          <a:lstStyle/>
          <a:p>
            <a:r>
              <a:rPr sz="1300" b="1">
                <a:solidFill>
                  <a:srgbClr val="2C2C2C"/>
                </a:solidFill>
                <a:latin typeface="KaiTi"/>
              </a:rPr>
              <a:t>洗 菜 水 浇 花</a:t>
            </a:r>
          </a:p>
        </p:txBody>
      </p:sp>
      <p:sp>
        <p:nvSpPr>
          <p:cNvPr id="17" name="TextBox 16"/>
          <p:cNvSpPr txBox="1"/>
          <p:nvPr/>
        </p:nvSpPr>
        <p:spPr>
          <a:xfrm>
            <a:off x="4800600" y="3236976"/>
            <a:ext cx="457200" cy="457200"/>
          </a:xfrm>
          <a:prstGeom prst="rect">
            <a:avLst/>
          </a:prstGeom>
          <a:noFill/>
        </p:spPr>
        <p:txBody>
          <a:bodyPr wrap="square">
            <a:spAutoFit/>
          </a:bodyPr>
          <a:lstStyle/>
          <a:p>
            <a:r>
              <a:rPr sz="2200" b="0">
                <a:solidFill>
                  <a:srgbClr val="2C2C2C"/>
                </a:solidFill>
                <a:latin typeface="KaiTi"/>
              </a:rPr>
              <a:t>🚿</a:t>
            </a:r>
          </a:p>
        </p:txBody>
      </p:sp>
      <p:sp>
        <p:nvSpPr>
          <p:cNvPr id="18" name="TextBox 17"/>
          <p:cNvSpPr txBox="1"/>
          <p:nvPr/>
        </p:nvSpPr>
        <p:spPr>
          <a:xfrm>
            <a:off x="5349240" y="3291840"/>
            <a:ext cx="3291840" cy="365760"/>
          </a:xfrm>
          <a:prstGeom prst="rect">
            <a:avLst/>
          </a:prstGeom>
          <a:noFill/>
        </p:spPr>
        <p:txBody>
          <a:bodyPr wrap="square">
            <a:spAutoFit/>
          </a:bodyPr>
          <a:lstStyle/>
          <a:p>
            <a:r>
              <a:rPr sz="1300" b="1">
                <a:solidFill>
                  <a:srgbClr val="2C2C2C"/>
                </a:solidFill>
                <a:latin typeface="KaiTi"/>
              </a:rPr>
              <a:t>洗 澡 快 一 点</a:t>
            </a:r>
          </a:p>
        </p:txBody>
      </p:sp>
      <p:sp>
        <p:nvSpPr>
          <p:cNvPr id="19" name="TextBox 18"/>
          <p:cNvSpPr txBox="1"/>
          <p:nvPr/>
        </p:nvSpPr>
        <p:spPr>
          <a:xfrm>
            <a:off x="8412480" y="192024"/>
            <a:ext cx="457200" cy="310896"/>
          </a:xfrm>
          <a:prstGeom prst="rect">
            <a:avLst/>
          </a:prstGeom>
          <a:noFill/>
        </p:spPr>
        <p:txBody>
          <a:bodyPr wrap="square">
            <a:spAutoFit/>
          </a:bodyPr>
          <a:lstStyle/>
          <a:p>
            <a:pPr algn="r"/>
            <a:r>
              <a:rPr sz="1200" b="1">
                <a:solidFill>
                  <a:srgbClr val="FFFFFF"/>
                </a:solidFill>
                <a:latin typeface="KaiTi"/>
              </a:rPr>
              <a:t>8</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6F8EC"/>
        </a:solidFill>
        <a:effectLst/>
      </p:bgPr>
    </p:bg>
    <p:spTree>
      <p:nvGrpSpPr>
        <p:cNvPr id="1" name=""/>
        <p:cNvGrpSpPr/>
        <p:nvPr/>
      </p:nvGrpSpPr>
      <p:grpSpPr>
        <a:xfrm>
          <a:off x="0" y="0"/>
          <a:ext cx="0" cy="0"/>
          <a:chOff x="0" y="0"/>
          <a:chExt cx="0" cy="0"/>
        </a:xfrm>
      </p:grpSpPr>
      <p:sp>
        <p:nvSpPr>
          <p:cNvPr id="2" name="Rounded Rectangle 1"/>
          <p:cNvSpPr/>
          <p:nvPr/>
        </p:nvSpPr>
        <p:spPr>
          <a:xfrm>
            <a:off x="274320" y="137160"/>
            <a:ext cx="8595360" cy="502920"/>
          </a:xfrm>
          <a:prstGeom prst="roundRect">
            <a:avLst/>
          </a:prstGeom>
          <a:solidFill>
            <a:srgbClr val="0B5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64592"/>
            <a:ext cx="8412480" cy="457200"/>
          </a:xfrm>
          <a:prstGeom prst="rect">
            <a:avLst/>
          </a:prstGeom>
          <a:noFill/>
        </p:spPr>
        <p:txBody>
          <a:bodyPr wrap="square">
            <a:spAutoFit/>
          </a:bodyPr>
          <a:lstStyle/>
          <a:p>
            <a:r>
              <a:rPr sz="2000" b="1">
                <a:solidFill>
                  <a:srgbClr val="FFFFFF"/>
                </a:solidFill>
                <a:latin typeface="KaiTi"/>
              </a:rPr>
              <a:t>📖 绘 本 时 间 · 谁 吞 了 斯 坦 利?  Storybook Time</a:t>
            </a:r>
          </a:p>
        </p:txBody>
      </p:sp>
      <p:sp>
        <p:nvSpPr>
          <p:cNvPr id="12" name="Rounded Rectangle 11"/>
          <p:cNvSpPr/>
          <p:nvPr/>
        </p:nvSpPr>
        <p:spPr>
          <a:xfrm>
            <a:off x="4663440" y="868680"/>
            <a:ext cx="4114800" cy="3611880"/>
          </a:xfrm>
          <a:prstGeom prst="roundRect">
            <a:avLst/>
          </a:prstGeom>
          <a:solidFill>
            <a:srgbClr val="FFFFFF"/>
          </a:solidFill>
          <a:ln w="38100">
            <a:solidFill>
              <a:srgbClr val="E65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4663440" y="868680"/>
            <a:ext cx="4114800" cy="457200"/>
          </a:xfrm>
          <a:prstGeom prst="round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800600" y="932688"/>
            <a:ext cx="3840480" cy="292388"/>
          </a:xfrm>
          <a:prstGeom prst="rect">
            <a:avLst/>
          </a:prstGeom>
          <a:noFill/>
        </p:spPr>
        <p:txBody>
          <a:bodyPr wrap="square">
            <a:spAutoFit/>
          </a:bodyPr>
          <a:lstStyle/>
          <a:p>
            <a:r>
              <a:rPr lang="en-US" sz="1300" b="1" dirty="0" err="1">
                <a:solidFill>
                  <a:srgbClr val="FFFFFF"/>
                </a:solidFill>
                <a:latin typeface="KaiTi"/>
              </a:rPr>
              <a:t>看故事封面</a:t>
            </a:r>
            <a:r>
              <a:rPr lang="en-US" altLang="zh-CN" sz="1300" b="1" dirty="0">
                <a:solidFill>
                  <a:srgbClr val="FFFFFF"/>
                </a:solidFill>
                <a:latin typeface="KaiTi"/>
              </a:rPr>
              <a:t>,</a:t>
            </a:r>
            <a:r>
              <a:rPr lang="zh-CN" altLang="en-US" sz="1300" b="1" dirty="0">
                <a:solidFill>
                  <a:srgbClr val="FFFFFF"/>
                </a:solidFill>
                <a:latin typeface="KaiTi"/>
              </a:rPr>
              <a:t>想一想</a:t>
            </a:r>
            <a:r>
              <a:rPr lang="en-US" altLang="zh-CN" sz="1300" b="1" dirty="0">
                <a:solidFill>
                  <a:srgbClr val="FFFFFF"/>
                </a:solidFill>
                <a:latin typeface="KaiTi"/>
              </a:rPr>
              <a:t>:</a:t>
            </a:r>
            <a:r>
              <a:rPr lang="zh-CN" altLang="en-US" sz="1300" b="1" dirty="0">
                <a:solidFill>
                  <a:srgbClr val="FFFFFF"/>
                </a:solidFill>
                <a:latin typeface="KaiTi"/>
              </a:rPr>
              <a:t> </a:t>
            </a:r>
            <a:endParaRPr sz="1300" b="1" dirty="0">
              <a:solidFill>
                <a:srgbClr val="FFFFFF"/>
              </a:solidFill>
              <a:latin typeface="KaiTi"/>
            </a:endParaRPr>
          </a:p>
        </p:txBody>
      </p:sp>
      <p:sp>
        <p:nvSpPr>
          <p:cNvPr id="15" name="TextBox 14"/>
          <p:cNvSpPr txBox="1"/>
          <p:nvPr/>
        </p:nvSpPr>
        <p:spPr>
          <a:xfrm>
            <a:off x="4800600" y="1463040"/>
            <a:ext cx="502920" cy="502920"/>
          </a:xfrm>
          <a:prstGeom prst="rect">
            <a:avLst/>
          </a:prstGeom>
          <a:noFill/>
        </p:spPr>
        <p:txBody>
          <a:bodyPr wrap="square">
            <a:spAutoFit/>
          </a:bodyPr>
          <a:lstStyle/>
          <a:p>
            <a:r>
              <a:rPr sz="2800" b="0">
                <a:solidFill>
                  <a:srgbClr val="2C2C2C"/>
                </a:solidFill>
                <a:latin typeface="KaiTi"/>
              </a:rPr>
              <a:t>🛍️</a:t>
            </a:r>
          </a:p>
        </p:txBody>
      </p:sp>
      <p:sp>
        <p:nvSpPr>
          <p:cNvPr id="16" name="TextBox 15"/>
          <p:cNvSpPr txBox="1"/>
          <p:nvPr/>
        </p:nvSpPr>
        <p:spPr>
          <a:xfrm>
            <a:off x="5349240" y="1536192"/>
            <a:ext cx="3291840" cy="347472"/>
          </a:xfrm>
          <a:prstGeom prst="rect">
            <a:avLst/>
          </a:prstGeom>
          <a:noFill/>
        </p:spPr>
        <p:txBody>
          <a:bodyPr wrap="square">
            <a:spAutoFit/>
          </a:bodyPr>
          <a:lstStyle/>
          <a:p>
            <a:r>
              <a:rPr sz="1300" b="1" dirty="0" err="1">
                <a:solidFill>
                  <a:srgbClr val="2C2C2C"/>
                </a:solidFill>
                <a:latin typeface="KaiTi"/>
              </a:rPr>
              <a:t>斯</a:t>
            </a:r>
            <a:r>
              <a:rPr sz="1300" b="1" dirty="0">
                <a:solidFill>
                  <a:srgbClr val="2C2C2C"/>
                </a:solidFill>
                <a:latin typeface="KaiTi"/>
              </a:rPr>
              <a:t> </a:t>
            </a:r>
            <a:r>
              <a:rPr sz="1300" b="1" dirty="0" err="1">
                <a:solidFill>
                  <a:srgbClr val="2C2C2C"/>
                </a:solidFill>
                <a:latin typeface="KaiTi"/>
              </a:rPr>
              <a:t>坦</a:t>
            </a:r>
            <a:r>
              <a:rPr sz="1300" b="1" dirty="0">
                <a:solidFill>
                  <a:srgbClr val="2C2C2C"/>
                </a:solidFill>
                <a:latin typeface="KaiTi"/>
              </a:rPr>
              <a:t> </a:t>
            </a:r>
            <a:r>
              <a:rPr sz="1300" b="1" dirty="0" err="1">
                <a:solidFill>
                  <a:srgbClr val="2C2C2C"/>
                </a:solidFill>
                <a:latin typeface="KaiTi"/>
              </a:rPr>
              <a:t>利</a:t>
            </a:r>
            <a:r>
              <a:rPr sz="1300" b="1" dirty="0">
                <a:solidFill>
                  <a:srgbClr val="2C2C2C"/>
                </a:solidFill>
                <a:latin typeface="KaiTi"/>
              </a:rPr>
              <a:t> </a:t>
            </a:r>
            <a:r>
              <a:rPr sz="1300" b="1" dirty="0" err="1">
                <a:solidFill>
                  <a:srgbClr val="2C2C2C"/>
                </a:solidFill>
                <a:latin typeface="KaiTi"/>
              </a:rPr>
              <a:t>是</a:t>
            </a:r>
            <a:r>
              <a:rPr sz="1300" b="1" dirty="0">
                <a:solidFill>
                  <a:srgbClr val="2C2C2C"/>
                </a:solidFill>
                <a:latin typeface="KaiTi"/>
              </a:rPr>
              <a:t> </a:t>
            </a:r>
            <a:r>
              <a:rPr sz="1300" b="1" dirty="0" err="1">
                <a:solidFill>
                  <a:srgbClr val="2C2C2C"/>
                </a:solidFill>
                <a:latin typeface="KaiTi"/>
              </a:rPr>
              <a:t>什</a:t>
            </a:r>
            <a:r>
              <a:rPr sz="1300" b="1" dirty="0">
                <a:solidFill>
                  <a:srgbClr val="2C2C2C"/>
                </a:solidFill>
                <a:latin typeface="KaiTi"/>
              </a:rPr>
              <a:t> </a:t>
            </a:r>
            <a:r>
              <a:rPr sz="1300" b="1" dirty="0" err="1">
                <a:solidFill>
                  <a:srgbClr val="2C2C2C"/>
                </a:solidFill>
                <a:latin typeface="KaiTi"/>
              </a:rPr>
              <a:t>么</a:t>
            </a:r>
            <a:r>
              <a:rPr sz="1300" b="1" dirty="0">
                <a:solidFill>
                  <a:srgbClr val="2C2C2C"/>
                </a:solidFill>
                <a:latin typeface="KaiTi"/>
              </a:rPr>
              <a:t>?</a:t>
            </a:r>
          </a:p>
        </p:txBody>
      </p:sp>
      <p:sp>
        <p:nvSpPr>
          <p:cNvPr id="17" name="TextBox 16"/>
          <p:cNvSpPr txBox="1"/>
          <p:nvPr/>
        </p:nvSpPr>
        <p:spPr>
          <a:xfrm>
            <a:off x="5349240" y="1901952"/>
            <a:ext cx="3291840" cy="274320"/>
          </a:xfrm>
          <a:prstGeom prst="rect">
            <a:avLst/>
          </a:prstGeom>
          <a:noFill/>
        </p:spPr>
        <p:txBody>
          <a:bodyPr wrap="square">
            <a:spAutoFit/>
          </a:bodyPr>
          <a:lstStyle/>
          <a:p>
            <a:r>
              <a:rPr sz="900" b="0">
                <a:solidFill>
                  <a:srgbClr val="888888"/>
                </a:solidFill>
                <a:latin typeface="KaiTi"/>
              </a:rPr>
              <a:t>What is Stanley?</a:t>
            </a:r>
          </a:p>
        </p:txBody>
      </p:sp>
      <p:sp>
        <p:nvSpPr>
          <p:cNvPr id="18" name="TextBox 17"/>
          <p:cNvSpPr txBox="1"/>
          <p:nvPr/>
        </p:nvSpPr>
        <p:spPr>
          <a:xfrm>
            <a:off x="4800600" y="2377440"/>
            <a:ext cx="502920" cy="502920"/>
          </a:xfrm>
          <a:prstGeom prst="rect">
            <a:avLst/>
          </a:prstGeom>
          <a:noFill/>
        </p:spPr>
        <p:txBody>
          <a:bodyPr wrap="square">
            <a:spAutoFit/>
          </a:bodyPr>
          <a:lstStyle/>
          <a:p>
            <a:r>
              <a:rPr sz="2800" b="0">
                <a:solidFill>
                  <a:srgbClr val="2C2C2C"/>
                </a:solidFill>
                <a:latin typeface="KaiTi"/>
              </a:rPr>
              <a:t>🌊</a:t>
            </a:r>
          </a:p>
        </p:txBody>
      </p:sp>
      <p:sp>
        <p:nvSpPr>
          <p:cNvPr id="19" name="TextBox 18"/>
          <p:cNvSpPr txBox="1"/>
          <p:nvPr/>
        </p:nvSpPr>
        <p:spPr>
          <a:xfrm>
            <a:off x="5349240" y="2450592"/>
            <a:ext cx="3291840" cy="292388"/>
          </a:xfrm>
          <a:prstGeom prst="rect">
            <a:avLst/>
          </a:prstGeom>
          <a:noFill/>
        </p:spPr>
        <p:txBody>
          <a:bodyPr wrap="square">
            <a:spAutoFit/>
          </a:bodyPr>
          <a:lstStyle/>
          <a:p>
            <a:r>
              <a:rPr lang="en-US" sz="1300" b="1" dirty="0" err="1">
                <a:solidFill>
                  <a:srgbClr val="2C2C2C"/>
                </a:solidFill>
                <a:latin typeface="KaiTi"/>
              </a:rPr>
              <a:t>斯坦利如果</a:t>
            </a:r>
            <a:r>
              <a:rPr sz="1300" b="1" dirty="0" err="1">
                <a:solidFill>
                  <a:srgbClr val="2C2C2C"/>
                </a:solidFill>
                <a:latin typeface="KaiTi"/>
              </a:rPr>
              <a:t>掉进海里会怎样</a:t>
            </a:r>
            <a:r>
              <a:rPr sz="1300" b="1" dirty="0">
                <a:solidFill>
                  <a:srgbClr val="2C2C2C"/>
                </a:solidFill>
                <a:latin typeface="KaiTi"/>
              </a:rPr>
              <a:t>?</a:t>
            </a:r>
          </a:p>
        </p:txBody>
      </p:sp>
      <p:sp>
        <p:nvSpPr>
          <p:cNvPr id="20" name="TextBox 19"/>
          <p:cNvSpPr txBox="1"/>
          <p:nvPr/>
        </p:nvSpPr>
        <p:spPr>
          <a:xfrm>
            <a:off x="5349240" y="2816352"/>
            <a:ext cx="3291840" cy="274320"/>
          </a:xfrm>
          <a:prstGeom prst="rect">
            <a:avLst/>
          </a:prstGeom>
          <a:noFill/>
        </p:spPr>
        <p:txBody>
          <a:bodyPr wrap="square">
            <a:spAutoFit/>
          </a:bodyPr>
          <a:lstStyle/>
          <a:p>
            <a:r>
              <a:rPr sz="900" b="0">
                <a:solidFill>
                  <a:srgbClr val="888888"/>
                </a:solidFill>
                <a:latin typeface="KaiTi"/>
              </a:rPr>
              <a:t>What happens in the sea?</a:t>
            </a:r>
          </a:p>
        </p:txBody>
      </p:sp>
      <p:sp>
        <p:nvSpPr>
          <p:cNvPr id="21" name="TextBox 20"/>
          <p:cNvSpPr txBox="1"/>
          <p:nvPr/>
        </p:nvSpPr>
        <p:spPr>
          <a:xfrm>
            <a:off x="4800600" y="3291840"/>
            <a:ext cx="502920" cy="502920"/>
          </a:xfrm>
          <a:prstGeom prst="rect">
            <a:avLst/>
          </a:prstGeom>
          <a:noFill/>
        </p:spPr>
        <p:txBody>
          <a:bodyPr wrap="square">
            <a:spAutoFit/>
          </a:bodyPr>
          <a:lstStyle/>
          <a:p>
            <a:r>
              <a:rPr sz="2800" b="0">
                <a:solidFill>
                  <a:srgbClr val="2C2C2C"/>
                </a:solidFill>
                <a:latin typeface="KaiTi"/>
              </a:rPr>
              <a:t>🐢</a:t>
            </a:r>
          </a:p>
        </p:txBody>
      </p:sp>
      <p:sp>
        <p:nvSpPr>
          <p:cNvPr id="22" name="TextBox 21"/>
          <p:cNvSpPr txBox="1"/>
          <p:nvPr/>
        </p:nvSpPr>
        <p:spPr>
          <a:xfrm>
            <a:off x="5349240" y="3364992"/>
            <a:ext cx="3291840" cy="292388"/>
          </a:xfrm>
          <a:prstGeom prst="rect">
            <a:avLst/>
          </a:prstGeom>
          <a:noFill/>
        </p:spPr>
        <p:txBody>
          <a:bodyPr wrap="square">
            <a:spAutoFit/>
          </a:bodyPr>
          <a:lstStyle/>
          <a:p>
            <a:r>
              <a:rPr sz="1300" b="1" dirty="0" err="1">
                <a:solidFill>
                  <a:srgbClr val="2C2C2C"/>
                </a:solidFill>
                <a:latin typeface="KaiTi"/>
              </a:rPr>
              <a:t>谁会把它当成食物</a:t>
            </a:r>
            <a:r>
              <a:rPr sz="1300" b="1" dirty="0">
                <a:solidFill>
                  <a:srgbClr val="2C2C2C"/>
                </a:solidFill>
                <a:latin typeface="KaiTi"/>
              </a:rPr>
              <a:t>?</a:t>
            </a:r>
          </a:p>
        </p:txBody>
      </p:sp>
      <p:sp>
        <p:nvSpPr>
          <p:cNvPr id="23" name="TextBox 22"/>
          <p:cNvSpPr txBox="1"/>
          <p:nvPr/>
        </p:nvSpPr>
        <p:spPr>
          <a:xfrm>
            <a:off x="5349240" y="3730752"/>
            <a:ext cx="3291840" cy="274320"/>
          </a:xfrm>
          <a:prstGeom prst="rect">
            <a:avLst/>
          </a:prstGeom>
          <a:noFill/>
        </p:spPr>
        <p:txBody>
          <a:bodyPr wrap="square">
            <a:spAutoFit/>
          </a:bodyPr>
          <a:lstStyle/>
          <a:p>
            <a:r>
              <a:rPr sz="900" b="0">
                <a:solidFill>
                  <a:srgbClr val="888888"/>
                </a:solidFill>
                <a:latin typeface="KaiTi"/>
              </a:rPr>
              <a:t>Who thinks it's food?</a:t>
            </a:r>
          </a:p>
        </p:txBody>
      </p:sp>
      <p:sp>
        <p:nvSpPr>
          <p:cNvPr id="24" name="Rounded Rectangle 23"/>
          <p:cNvSpPr/>
          <p:nvPr/>
        </p:nvSpPr>
        <p:spPr>
          <a:xfrm>
            <a:off x="365760" y="4572000"/>
            <a:ext cx="8412480" cy="411480"/>
          </a:xfrm>
          <a:prstGeom prst="roundRect">
            <a:avLst/>
          </a:prstGeom>
          <a:solidFill>
            <a:srgbClr val="0B5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02920" y="4636008"/>
            <a:ext cx="8229600" cy="292608"/>
          </a:xfrm>
          <a:prstGeom prst="rect">
            <a:avLst/>
          </a:prstGeom>
          <a:noFill/>
        </p:spPr>
        <p:txBody>
          <a:bodyPr wrap="square">
            <a:spAutoFit/>
          </a:bodyPr>
          <a:lstStyle/>
          <a:p>
            <a:pPr algn="ctr"/>
            <a:r>
              <a:rPr sz="1100" b="1">
                <a:solidFill>
                  <a:srgbClr val="F5C242"/>
                </a:solidFill>
                <a:latin typeface="KaiTi"/>
              </a:rPr>
              <a:t>📖 一 边 读, 一 边 想: 塑 料 袋 给 海 洋 带 来 什 么 麻 烦?</a:t>
            </a:r>
          </a:p>
        </p:txBody>
      </p:sp>
      <p:sp>
        <p:nvSpPr>
          <p:cNvPr id="26" name="TextBox 25"/>
          <p:cNvSpPr txBox="1"/>
          <p:nvPr/>
        </p:nvSpPr>
        <p:spPr>
          <a:xfrm>
            <a:off x="8412480" y="192024"/>
            <a:ext cx="457200" cy="310896"/>
          </a:xfrm>
          <a:prstGeom prst="rect">
            <a:avLst/>
          </a:prstGeom>
          <a:noFill/>
        </p:spPr>
        <p:txBody>
          <a:bodyPr wrap="square">
            <a:spAutoFit/>
          </a:bodyPr>
          <a:lstStyle/>
          <a:p>
            <a:pPr algn="r"/>
            <a:r>
              <a:rPr sz="1200" b="1">
                <a:solidFill>
                  <a:srgbClr val="FFFFFF"/>
                </a:solidFill>
                <a:latin typeface="KaiTi"/>
              </a:rPr>
              <a:t>9</a:t>
            </a:r>
          </a:p>
        </p:txBody>
      </p:sp>
      <p:pic>
        <p:nvPicPr>
          <p:cNvPr id="27" name="Picture 26">
            <a:extLst>
              <a:ext uri="{FF2B5EF4-FFF2-40B4-BE49-F238E27FC236}">
                <a16:creationId xmlns:a16="http://schemas.microsoft.com/office/drawing/2014/main" id="{5BD6A137-F1DE-7C5F-9F7C-957FE604FFB5}"/>
              </a:ext>
            </a:extLst>
          </p:cNvPr>
          <p:cNvPicPr>
            <a:picLocks noChangeAspect="1"/>
          </p:cNvPicPr>
          <p:nvPr/>
        </p:nvPicPr>
        <p:blipFill>
          <a:blip r:embed="rId2"/>
          <a:stretch>
            <a:fillRect/>
          </a:stretch>
        </p:blipFill>
        <p:spPr>
          <a:xfrm>
            <a:off x="516853" y="1289345"/>
            <a:ext cx="3803687" cy="2441407"/>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78E7DB6-4B77-3427-7071-5D9A6812443F}"/>
              </a:ext>
            </a:extLst>
          </p:cNvPr>
          <p:cNvSpPr txBox="1"/>
          <p:nvPr/>
        </p:nvSpPr>
        <p:spPr>
          <a:xfrm>
            <a:off x="2023240" y="4658738"/>
            <a:ext cx="7488621" cy="369332"/>
          </a:xfrm>
          <a:prstGeom prst="rect">
            <a:avLst/>
          </a:prstGeom>
          <a:noFill/>
        </p:spPr>
        <p:txBody>
          <a:bodyPr wrap="square">
            <a:spAutoFit/>
          </a:bodyPr>
          <a:lstStyle/>
          <a:p>
            <a:r>
              <a:rPr lang="zh-CN" altLang="en-US" dirty="0">
                <a:hlinkClick r:id="rId4"/>
              </a:rPr>
              <a:t>https://www.youtube.com/watch?v=LHY2XcCiBSw&amp;t=47s</a:t>
            </a:r>
            <a:r>
              <a:rPr lang="zh-CN" altLang="en-US" dirty="0"/>
              <a:t> </a:t>
            </a:r>
          </a:p>
        </p:txBody>
      </p:sp>
      <p:pic>
        <p:nvPicPr>
          <p:cNvPr id="4" name="Online Media 3" descr="《谁吞掉了斯坦利？》拯救海洋、爱护环境的幼儿故事 ｜Chinese audiobook｜ 睡前故事 ｜亲子共读线上｜童话故事｜动物故事｜有声故事睡前｜中文学习教程｜品格教育｜好习惯养成｜幼儿认知启蒙｜">
            <a:hlinkClick r:id="" action="ppaction://media"/>
            <a:extLst>
              <a:ext uri="{FF2B5EF4-FFF2-40B4-BE49-F238E27FC236}">
                <a16:creationId xmlns:a16="http://schemas.microsoft.com/office/drawing/2014/main" id="{BF2A19F5-3752-95A1-F5D9-A1E41525D710}"/>
              </a:ext>
            </a:extLst>
          </p:cNvPr>
          <p:cNvPicPr>
            <a:picLocks noRot="1" noChangeAspect="1"/>
          </p:cNvPicPr>
          <p:nvPr>
            <a:videoFile r:link="rId1"/>
          </p:nvPr>
        </p:nvPicPr>
        <p:blipFill>
          <a:blip r:embed="rId5"/>
          <a:stretch>
            <a:fillRect/>
          </a:stretch>
        </p:blipFill>
        <p:spPr>
          <a:xfrm>
            <a:off x="790028" y="235607"/>
            <a:ext cx="7838965" cy="4429015"/>
          </a:xfrm>
          <a:prstGeom prst="rect">
            <a:avLst/>
          </a:prstGeom>
        </p:spPr>
      </p:pic>
    </p:spTree>
    <p:extLst>
      <p:ext uri="{BB962C8B-B14F-4D97-AF65-F5344CB8AC3E}">
        <p14:creationId xmlns:p14="http://schemas.microsoft.com/office/powerpoint/2010/main" val="718943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6F8EC"/>
        </a:solidFill>
        <a:effectLst/>
      </p:bgPr>
    </p:bg>
    <p:spTree>
      <p:nvGrpSpPr>
        <p:cNvPr id="1" name=""/>
        <p:cNvGrpSpPr/>
        <p:nvPr/>
      </p:nvGrpSpPr>
      <p:grpSpPr>
        <a:xfrm>
          <a:off x="0" y="0"/>
          <a:ext cx="0" cy="0"/>
          <a:chOff x="0" y="0"/>
          <a:chExt cx="0" cy="0"/>
        </a:xfrm>
      </p:grpSpPr>
      <p:sp>
        <p:nvSpPr>
          <p:cNvPr id="2" name="Rounded Rectangle 1"/>
          <p:cNvSpPr/>
          <p:nvPr/>
        </p:nvSpPr>
        <p:spPr>
          <a:xfrm>
            <a:off x="274320" y="137160"/>
            <a:ext cx="8595360" cy="502920"/>
          </a:xfrm>
          <a:prstGeom prst="roundRect">
            <a:avLst/>
          </a:prstGeom>
          <a:solidFill>
            <a:srgbClr val="C8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64592"/>
            <a:ext cx="8412480" cy="400110"/>
          </a:xfrm>
          <a:prstGeom prst="rect">
            <a:avLst/>
          </a:prstGeom>
          <a:noFill/>
        </p:spPr>
        <p:txBody>
          <a:bodyPr wrap="square">
            <a:spAutoFit/>
          </a:bodyPr>
          <a:lstStyle/>
          <a:p>
            <a:r>
              <a:rPr sz="2000" b="1" dirty="0">
                <a:solidFill>
                  <a:srgbClr val="FFFFFF"/>
                </a:solidFill>
                <a:latin typeface="KaiTi"/>
              </a:rPr>
              <a:t>💬 </a:t>
            </a:r>
            <a:r>
              <a:rPr sz="2000" b="1" dirty="0" err="1">
                <a:solidFill>
                  <a:srgbClr val="FFFFFF"/>
                </a:solidFill>
                <a:latin typeface="KaiTi"/>
              </a:rPr>
              <a:t>绘</a:t>
            </a:r>
            <a:r>
              <a:rPr sz="2000" b="1" dirty="0">
                <a:solidFill>
                  <a:srgbClr val="FFFFFF"/>
                </a:solidFill>
                <a:latin typeface="KaiTi"/>
              </a:rPr>
              <a:t> </a:t>
            </a:r>
            <a:r>
              <a:rPr sz="2000" b="1" dirty="0" err="1">
                <a:solidFill>
                  <a:srgbClr val="FFFFFF"/>
                </a:solidFill>
                <a:latin typeface="KaiTi"/>
              </a:rPr>
              <a:t>本</a:t>
            </a:r>
            <a:r>
              <a:rPr sz="2000" b="1" dirty="0">
                <a:solidFill>
                  <a:srgbClr val="FFFFFF"/>
                </a:solidFill>
                <a:latin typeface="KaiTi"/>
              </a:rPr>
              <a:t> </a:t>
            </a:r>
            <a:r>
              <a:rPr sz="2000" b="1" dirty="0" err="1">
                <a:solidFill>
                  <a:srgbClr val="FFFFFF"/>
                </a:solidFill>
                <a:latin typeface="KaiTi"/>
              </a:rPr>
              <a:t>讨</a:t>
            </a:r>
            <a:r>
              <a:rPr sz="2000" b="1" dirty="0">
                <a:solidFill>
                  <a:srgbClr val="FFFFFF"/>
                </a:solidFill>
                <a:latin typeface="KaiTi"/>
              </a:rPr>
              <a:t> </a:t>
            </a:r>
            <a:r>
              <a:rPr sz="2000" b="1" dirty="0" err="1">
                <a:solidFill>
                  <a:srgbClr val="FFFFFF"/>
                </a:solidFill>
                <a:latin typeface="KaiTi"/>
              </a:rPr>
              <a:t>论</a:t>
            </a:r>
            <a:r>
              <a:rPr sz="2000" b="1" dirty="0">
                <a:solidFill>
                  <a:srgbClr val="FFFFFF"/>
                </a:solidFill>
                <a:latin typeface="KaiTi"/>
              </a:rPr>
              <a:t> Let's Talk</a:t>
            </a:r>
          </a:p>
        </p:txBody>
      </p:sp>
      <p:sp>
        <p:nvSpPr>
          <p:cNvPr id="30" name="TextBox 29"/>
          <p:cNvSpPr txBox="1"/>
          <p:nvPr/>
        </p:nvSpPr>
        <p:spPr>
          <a:xfrm>
            <a:off x="8412480" y="192024"/>
            <a:ext cx="457200" cy="310896"/>
          </a:xfrm>
          <a:prstGeom prst="rect">
            <a:avLst/>
          </a:prstGeom>
          <a:noFill/>
        </p:spPr>
        <p:txBody>
          <a:bodyPr wrap="square">
            <a:spAutoFit/>
          </a:bodyPr>
          <a:lstStyle/>
          <a:p>
            <a:pPr algn="r"/>
            <a:r>
              <a:rPr sz="1200" b="1">
                <a:solidFill>
                  <a:srgbClr val="FFFFFF"/>
                </a:solidFill>
                <a:latin typeface="KaiTi"/>
              </a:rPr>
              <a:t>10</a:t>
            </a:r>
          </a:p>
        </p:txBody>
      </p:sp>
      <p:sp>
        <p:nvSpPr>
          <p:cNvPr id="32" name="TextBox 31">
            <a:extLst>
              <a:ext uri="{FF2B5EF4-FFF2-40B4-BE49-F238E27FC236}">
                <a16:creationId xmlns:a16="http://schemas.microsoft.com/office/drawing/2014/main" id="{0D94FBAE-34FE-221D-0A6A-2C13D142A47B}"/>
              </a:ext>
            </a:extLst>
          </p:cNvPr>
          <p:cNvSpPr txBox="1"/>
          <p:nvPr/>
        </p:nvSpPr>
        <p:spPr>
          <a:xfrm>
            <a:off x="771459" y="759023"/>
            <a:ext cx="8098221" cy="3970318"/>
          </a:xfrm>
          <a:prstGeom prst="rect">
            <a:avLst/>
          </a:prstGeom>
          <a:noFill/>
        </p:spPr>
        <p:txBody>
          <a:bodyPr wrap="square">
            <a:spAutoFit/>
          </a:bodyPr>
          <a:lstStyle/>
          <a:p>
            <a:pPr>
              <a:buNone/>
            </a:pPr>
            <a:r>
              <a:rPr lang="en-US" b="1" dirty="0" err="1">
                <a:latin typeface="+mn-ea"/>
              </a:rPr>
              <a:t>低龄组</a:t>
            </a:r>
            <a:r>
              <a:rPr lang="zh-CN" altLang="en-US" b="1" dirty="0">
                <a:latin typeface="+mn-ea"/>
              </a:rPr>
              <a:t> </a:t>
            </a:r>
            <a:r>
              <a:rPr lang="en-US" altLang="zh-CN" b="1" dirty="0">
                <a:latin typeface="+mn-ea"/>
              </a:rPr>
              <a:t>4-6</a:t>
            </a:r>
            <a:endParaRPr lang="en-US" b="1" dirty="0">
              <a:latin typeface="+mn-ea"/>
            </a:endParaRPr>
          </a:p>
          <a:p>
            <a:pPr>
              <a:buFont typeface="Arial" panose="020B0604020202020204" pitchFamily="34" charset="0"/>
              <a:buChar char="•"/>
            </a:pPr>
            <a:r>
              <a:rPr lang="en-US" dirty="0" err="1">
                <a:latin typeface="+mn-ea"/>
              </a:rPr>
              <a:t>斯坦利是什么</a:t>
            </a:r>
            <a:r>
              <a:rPr lang="en-US" dirty="0">
                <a:latin typeface="+mn-ea"/>
              </a:rPr>
              <a:t>？ </a:t>
            </a:r>
          </a:p>
          <a:p>
            <a:pPr>
              <a:buFont typeface="Arial" panose="020B0604020202020204" pitchFamily="34" charset="0"/>
              <a:buChar char="•"/>
            </a:pPr>
            <a:r>
              <a:rPr lang="en-US" dirty="0" err="1">
                <a:latin typeface="+mn-ea"/>
              </a:rPr>
              <a:t>海洋里都有哪些动物</a:t>
            </a:r>
            <a:r>
              <a:rPr lang="en-US" altLang="zh-CN" dirty="0">
                <a:latin typeface="+mn-ea"/>
              </a:rPr>
              <a:t>?</a:t>
            </a:r>
          </a:p>
          <a:p>
            <a:pPr>
              <a:buFont typeface="Arial" panose="020B0604020202020204" pitchFamily="34" charset="0"/>
              <a:buChar char="•"/>
            </a:pPr>
            <a:endParaRPr lang="en-US" dirty="0">
              <a:latin typeface="+mn-ea"/>
            </a:endParaRPr>
          </a:p>
          <a:p>
            <a:pPr>
              <a:buFont typeface="Arial" panose="020B0604020202020204" pitchFamily="34" charset="0"/>
              <a:buChar char="•"/>
            </a:pPr>
            <a:r>
              <a:rPr lang="en-US" dirty="0" err="1">
                <a:latin typeface="+mn-ea"/>
              </a:rPr>
              <a:t>谁</a:t>
            </a:r>
            <a:r>
              <a:rPr lang="en-US" b="1" dirty="0" err="1">
                <a:latin typeface="+mn-ea"/>
              </a:rPr>
              <a:t>中龄组</a:t>
            </a:r>
            <a:r>
              <a:rPr lang="zh-CN" altLang="en-US" b="1" dirty="0">
                <a:latin typeface="+mn-ea"/>
              </a:rPr>
              <a:t> </a:t>
            </a:r>
            <a:r>
              <a:rPr lang="en-US" altLang="zh-CN" b="1" dirty="0">
                <a:latin typeface="+mn-ea"/>
              </a:rPr>
              <a:t>7-8</a:t>
            </a:r>
            <a:endParaRPr lang="en-US" b="1" dirty="0">
              <a:latin typeface="+mn-ea"/>
            </a:endParaRPr>
          </a:p>
          <a:p>
            <a:pPr>
              <a:buFont typeface="Arial" panose="020B0604020202020204" pitchFamily="34" charset="0"/>
              <a:buChar char="•"/>
            </a:pPr>
            <a:r>
              <a:rPr lang="en-US" dirty="0" err="1">
                <a:latin typeface="+mn-ea"/>
              </a:rPr>
              <a:t>为什么动物会误吃斯坦利</a:t>
            </a:r>
            <a:r>
              <a:rPr lang="en-US" dirty="0">
                <a:latin typeface="+mn-ea"/>
              </a:rPr>
              <a:t>？ </a:t>
            </a:r>
          </a:p>
          <a:p>
            <a:pPr>
              <a:buFont typeface="Arial" panose="020B0604020202020204" pitchFamily="34" charset="0"/>
              <a:buChar char="•"/>
            </a:pPr>
            <a:r>
              <a:rPr lang="en-US" dirty="0" err="1">
                <a:latin typeface="+mn-ea"/>
              </a:rPr>
              <a:t>塑料垃圾为什么危险</a:t>
            </a:r>
            <a:r>
              <a:rPr lang="en-US" dirty="0">
                <a:latin typeface="+mn-ea"/>
              </a:rPr>
              <a:t>？ </a:t>
            </a:r>
          </a:p>
          <a:p>
            <a:pPr>
              <a:buFont typeface="Arial" panose="020B0604020202020204" pitchFamily="34" charset="0"/>
              <a:buChar char="•"/>
            </a:pPr>
            <a:r>
              <a:rPr lang="en-US" dirty="0" err="1">
                <a:latin typeface="+mn-ea"/>
              </a:rPr>
              <a:t>小男孩做得对吗？为什么</a:t>
            </a:r>
            <a:r>
              <a:rPr lang="en-US" dirty="0">
                <a:latin typeface="+mn-ea"/>
              </a:rPr>
              <a:t>？ </a:t>
            </a:r>
          </a:p>
          <a:p>
            <a:pPr>
              <a:buFont typeface="Arial" panose="020B0604020202020204" pitchFamily="34" charset="0"/>
              <a:buChar char="•"/>
            </a:pPr>
            <a:r>
              <a:rPr lang="en-US" dirty="0" err="1">
                <a:latin typeface="+mn-ea"/>
              </a:rPr>
              <a:t>你会把废旧材料变成什么</a:t>
            </a:r>
            <a:r>
              <a:rPr lang="en-US" dirty="0">
                <a:latin typeface="+mn-ea"/>
              </a:rPr>
              <a:t>？ </a:t>
            </a:r>
          </a:p>
          <a:p>
            <a:pPr>
              <a:buFont typeface="Arial" panose="020B0604020202020204" pitchFamily="34" charset="0"/>
              <a:buChar char="•"/>
            </a:pPr>
            <a:endParaRPr lang="en-US" dirty="0">
              <a:latin typeface="+mn-ea"/>
            </a:endParaRPr>
          </a:p>
          <a:p>
            <a:pPr>
              <a:buNone/>
            </a:pPr>
            <a:r>
              <a:rPr lang="en-US" b="1" dirty="0" err="1">
                <a:latin typeface="+mn-ea"/>
              </a:rPr>
              <a:t>高龄组</a:t>
            </a:r>
            <a:r>
              <a:rPr lang="zh-CN" altLang="en-US" b="1" dirty="0">
                <a:latin typeface="+mn-ea"/>
              </a:rPr>
              <a:t> </a:t>
            </a:r>
            <a:r>
              <a:rPr lang="en-US" altLang="zh-CN" b="1" dirty="0">
                <a:latin typeface="+mn-ea"/>
              </a:rPr>
              <a:t>9+</a:t>
            </a:r>
            <a:endParaRPr lang="en-US" b="1" dirty="0">
              <a:latin typeface="+mn-ea"/>
            </a:endParaRPr>
          </a:p>
          <a:p>
            <a:pPr>
              <a:buFont typeface="Arial" panose="020B0604020202020204" pitchFamily="34" charset="0"/>
              <a:buChar char="•"/>
            </a:pPr>
            <a:r>
              <a:rPr lang="en-US" dirty="0" err="1">
                <a:latin typeface="+mn-ea"/>
              </a:rPr>
              <a:t>这个故事想告诉我们什么</a:t>
            </a:r>
            <a:r>
              <a:rPr lang="en-US" dirty="0">
                <a:latin typeface="+mn-ea"/>
              </a:rPr>
              <a:t>？ </a:t>
            </a:r>
          </a:p>
          <a:p>
            <a:pPr>
              <a:buFont typeface="Arial" panose="020B0604020202020204" pitchFamily="34" charset="0"/>
              <a:buChar char="•"/>
            </a:pPr>
            <a:r>
              <a:rPr lang="en-US" dirty="0" err="1">
                <a:latin typeface="+mn-ea"/>
              </a:rPr>
              <a:t>人类的垃圾为什么会进入海洋</a:t>
            </a:r>
            <a:r>
              <a:rPr lang="en-US" dirty="0">
                <a:latin typeface="+mn-ea"/>
              </a:rPr>
              <a:t>？ </a:t>
            </a:r>
          </a:p>
          <a:p>
            <a:pPr>
              <a:buFont typeface="Arial" panose="020B0604020202020204" pitchFamily="34" charset="0"/>
              <a:buChar char="•"/>
            </a:pPr>
            <a:r>
              <a:rPr lang="en-US" dirty="0" err="1">
                <a:latin typeface="+mn-ea"/>
              </a:rPr>
              <a:t>我们可以做什么来保护海洋</a:t>
            </a:r>
            <a:r>
              <a:rPr lang="en-US" dirty="0">
                <a:latin typeface="+mn-ea"/>
              </a:rPr>
              <a:t>？ </a:t>
            </a:r>
          </a:p>
        </p:txBody>
      </p:sp>
      <p:pic>
        <p:nvPicPr>
          <p:cNvPr id="33" name="Picture 32">
            <a:extLst>
              <a:ext uri="{FF2B5EF4-FFF2-40B4-BE49-F238E27FC236}">
                <a16:creationId xmlns:a16="http://schemas.microsoft.com/office/drawing/2014/main" id="{AC4A50E7-273E-1555-5850-BC4BAAD4D017}"/>
              </a:ext>
            </a:extLst>
          </p:cNvPr>
          <p:cNvPicPr>
            <a:picLocks noChangeAspect="1"/>
          </p:cNvPicPr>
          <p:nvPr/>
        </p:nvPicPr>
        <p:blipFill>
          <a:blip r:embed="rId2"/>
          <a:stretch>
            <a:fillRect/>
          </a:stretch>
        </p:blipFill>
        <p:spPr>
          <a:xfrm>
            <a:off x="4974553" y="1351046"/>
            <a:ext cx="3803687" cy="2441407"/>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6F8EC"/>
        </a:solidFill>
        <a:effectLst/>
      </p:bgPr>
    </p:bg>
    <p:spTree>
      <p:nvGrpSpPr>
        <p:cNvPr id="1" name=""/>
        <p:cNvGrpSpPr/>
        <p:nvPr/>
      </p:nvGrpSpPr>
      <p:grpSpPr>
        <a:xfrm>
          <a:off x="0" y="0"/>
          <a:ext cx="0" cy="0"/>
          <a:chOff x="0" y="0"/>
          <a:chExt cx="0" cy="0"/>
        </a:xfrm>
      </p:grpSpPr>
      <p:sp>
        <p:nvSpPr>
          <p:cNvPr id="2" name="Rounded Rectangle 1"/>
          <p:cNvSpPr/>
          <p:nvPr/>
        </p:nvSpPr>
        <p:spPr>
          <a:xfrm>
            <a:off x="274320" y="137160"/>
            <a:ext cx="8595360" cy="502920"/>
          </a:xfrm>
          <a:prstGeom prst="roundRect">
            <a:avLst/>
          </a:prstGeom>
          <a:solidFill>
            <a:srgbClr val="0B5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64592"/>
            <a:ext cx="8412480" cy="400110"/>
          </a:xfrm>
          <a:prstGeom prst="rect">
            <a:avLst/>
          </a:prstGeom>
          <a:noFill/>
        </p:spPr>
        <p:txBody>
          <a:bodyPr wrap="square">
            <a:spAutoFit/>
          </a:bodyPr>
          <a:lstStyle/>
          <a:p>
            <a:r>
              <a:rPr lang="en-US" sz="2000" b="1" dirty="0" err="1">
                <a:solidFill>
                  <a:srgbClr val="FFFFFF"/>
                </a:solidFill>
                <a:latin typeface="KaiTi"/>
              </a:rPr>
              <a:t>看视频</a:t>
            </a:r>
            <a:r>
              <a:rPr lang="en-US" altLang="zh-CN" sz="2000" b="1" dirty="0">
                <a:solidFill>
                  <a:srgbClr val="FFFFFF"/>
                </a:solidFill>
                <a:latin typeface="KaiTi"/>
              </a:rPr>
              <a:t>:</a:t>
            </a:r>
            <a:r>
              <a:rPr lang="zh-CN" altLang="en-US" sz="2000" b="1" dirty="0">
                <a:solidFill>
                  <a:srgbClr val="FFFFFF"/>
                </a:solidFill>
                <a:latin typeface="KaiTi"/>
              </a:rPr>
              <a:t>塑料海洋</a:t>
            </a:r>
            <a:endParaRPr sz="2000" b="1" dirty="0">
              <a:solidFill>
                <a:srgbClr val="FFFFFF"/>
              </a:solidFill>
              <a:latin typeface="KaiTi"/>
            </a:endParaRPr>
          </a:p>
        </p:txBody>
      </p:sp>
      <p:sp>
        <p:nvSpPr>
          <p:cNvPr id="24" name="TextBox 23"/>
          <p:cNvSpPr txBox="1"/>
          <p:nvPr/>
        </p:nvSpPr>
        <p:spPr>
          <a:xfrm>
            <a:off x="8412480" y="192024"/>
            <a:ext cx="457200" cy="310896"/>
          </a:xfrm>
          <a:prstGeom prst="rect">
            <a:avLst/>
          </a:prstGeom>
          <a:noFill/>
        </p:spPr>
        <p:txBody>
          <a:bodyPr wrap="square">
            <a:spAutoFit/>
          </a:bodyPr>
          <a:lstStyle/>
          <a:p>
            <a:pPr algn="r"/>
            <a:r>
              <a:rPr sz="1200" b="1">
                <a:solidFill>
                  <a:srgbClr val="FFFFFF"/>
                </a:solidFill>
                <a:latin typeface="KaiTi"/>
              </a:rPr>
              <a:t>11</a:t>
            </a:r>
          </a:p>
        </p:txBody>
      </p:sp>
      <p:sp>
        <p:nvSpPr>
          <p:cNvPr id="27" name="TextBox 26">
            <a:extLst>
              <a:ext uri="{FF2B5EF4-FFF2-40B4-BE49-F238E27FC236}">
                <a16:creationId xmlns:a16="http://schemas.microsoft.com/office/drawing/2014/main" id="{39F398C5-3659-A3D3-6BE1-7A3CD7732CEE}"/>
              </a:ext>
            </a:extLst>
          </p:cNvPr>
          <p:cNvSpPr txBox="1"/>
          <p:nvPr/>
        </p:nvSpPr>
        <p:spPr>
          <a:xfrm>
            <a:off x="1869265" y="4294187"/>
            <a:ext cx="7162800" cy="369332"/>
          </a:xfrm>
          <a:prstGeom prst="rect">
            <a:avLst/>
          </a:prstGeom>
          <a:noFill/>
        </p:spPr>
        <p:txBody>
          <a:bodyPr wrap="square">
            <a:spAutoFit/>
          </a:bodyPr>
          <a:lstStyle/>
          <a:p>
            <a:r>
              <a:rPr lang="zh-CN" altLang="en-US" dirty="0">
                <a:hlinkClick r:id="rId4"/>
              </a:rPr>
              <a:t>https://www.youtube.com/watch?v=jwdvZFv7Uko&amp;t=8s</a:t>
            </a:r>
            <a:r>
              <a:rPr lang="en-US" altLang="zh-CN" dirty="0"/>
              <a:t> </a:t>
            </a:r>
            <a:endParaRPr lang="zh-CN" altLang="en-US" dirty="0"/>
          </a:p>
        </p:txBody>
      </p:sp>
      <p:pic>
        <p:nvPicPr>
          <p:cNvPr id="28" name="Online Media 27" descr="塑料怎样影响海洋生物的？一部既揪心又震撼的纪录片《塑料海洋》">
            <a:hlinkClick r:id="" action="ppaction://media"/>
            <a:extLst>
              <a:ext uri="{FF2B5EF4-FFF2-40B4-BE49-F238E27FC236}">
                <a16:creationId xmlns:a16="http://schemas.microsoft.com/office/drawing/2014/main" id="{EE939B44-71F0-5AE1-8114-67B381DA6FCC}"/>
              </a:ext>
            </a:extLst>
          </p:cNvPr>
          <p:cNvPicPr>
            <a:picLocks noRot="1" noChangeAspect="1"/>
          </p:cNvPicPr>
          <p:nvPr>
            <a:videoFile r:link="rId1"/>
          </p:nvPr>
        </p:nvPicPr>
        <p:blipFill>
          <a:blip r:embed="rId5"/>
          <a:stretch>
            <a:fillRect/>
          </a:stretch>
        </p:blipFill>
        <p:spPr>
          <a:xfrm>
            <a:off x="274320" y="1071924"/>
            <a:ext cx="5022876" cy="2837925"/>
          </a:xfrm>
          <a:prstGeom prst="rect">
            <a:avLst/>
          </a:prstGeom>
        </p:spPr>
      </p:pic>
      <p:sp>
        <p:nvSpPr>
          <p:cNvPr id="30" name="TextBox 29">
            <a:extLst>
              <a:ext uri="{FF2B5EF4-FFF2-40B4-BE49-F238E27FC236}">
                <a16:creationId xmlns:a16="http://schemas.microsoft.com/office/drawing/2014/main" id="{8A820E10-1550-EF2C-5501-5D4786D9B904}"/>
              </a:ext>
            </a:extLst>
          </p:cNvPr>
          <p:cNvSpPr txBox="1"/>
          <p:nvPr/>
        </p:nvSpPr>
        <p:spPr>
          <a:xfrm>
            <a:off x="5450665" y="1071924"/>
            <a:ext cx="3421117" cy="2800767"/>
          </a:xfrm>
          <a:prstGeom prst="rect">
            <a:avLst/>
          </a:prstGeom>
          <a:noFill/>
        </p:spPr>
        <p:txBody>
          <a:bodyPr wrap="square">
            <a:spAutoFit/>
          </a:bodyPr>
          <a:lstStyle/>
          <a:p>
            <a:pPr>
              <a:buNone/>
            </a:pPr>
            <a:r>
              <a:rPr lang="en-US" sz="1600" b="1" dirty="0" err="1"/>
              <a:t>观看前问题</a:t>
            </a:r>
            <a:endParaRPr lang="en-US" sz="1600" b="1" dirty="0"/>
          </a:p>
          <a:p>
            <a:pPr>
              <a:buNone/>
            </a:pPr>
            <a:endParaRPr lang="en-US" sz="1600" b="1" dirty="0"/>
          </a:p>
          <a:p>
            <a:pPr>
              <a:buFont typeface="+mj-lt"/>
              <a:buAutoNum type="arabicPeriod"/>
            </a:pPr>
            <a:r>
              <a:rPr lang="en-US" sz="1600" dirty="0" err="1"/>
              <a:t>你今天用过什么塑料东西</a:t>
            </a:r>
            <a:r>
              <a:rPr lang="en-US" sz="1600" dirty="0"/>
              <a:t>？</a:t>
            </a:r>
          </a:p>
          <a:p>
            <a:r>
              <a:rPr lang="en-US" sz="1600" dirty="0" err="1"/>
              <a:t>水瓶、吸管、塑料袋、零食包装、玩具包装</a:t>
            </a:r>
            <a:r>
              <a:rPr lang="en-US" sz="1600" dirty="0"/>
              <a:t>。 </a:t>
            </a:r>
          </a:p>
          <a:p>
            <a:pPr>
              <a:buFont typeface="+mj-lt"/>
              <a:buAutoNum type="arabicPeriod"/>
            </a:pPr>
            <a:endParaRPr lang="en-US" sz="1600" dirty="0"/>
          </a:p>
          <a:p>
            <a:pPr>
              <a:buFont typeface="+mj-lt"/>
              <a:buAutoNum type="arabicPeriod"/>
            </a:pPr>
            <a:r>
              <a:rPr lang="en-US" sz="1600" dirty="0" err="1"/>
              <a:t>如果一个塑料袋掉进海里，可能会发生什么</a:t>
            </a:r>
            <a:r>
              <a:rPr lang="en-US" sz="1600" dirty="0"/>
              <a:t>？ </a:t>
            </a:r>
          </a:p>
          <a:p>
            <a:pPr>
              <a:buFont typeface="+mj-lt"/>
              <a:buAutoNum type="arabicPeriod"/>
            </a:pPr>
            <a:endParaRPr lang="en-US" sz="1600" dirty="0"/>
          </a:p>
          <a:p>
            <a:pPr>
              <a:buFont typeface="+mj-lt"/>
              <a:buAutoNum type="arabicPeriod"/>
            </a:pPr>
            <a:r>
              <a:rPr lang="en-US" sz="1600" dirty="0" err="1"/>
              <a:t>你觉得塑料垃圾除了影响动物，还会影响谁</a:t>
            </a:r>
            <a:r>
              <a:rPr lang="en-US" sz="1600" dirty="0"/>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8"/>
                </p:tgtEl>
              </p:cMediaNode>
            </p:video>
            <p:seq concurrent="1" nextAc="seek">
              <p:cTn id="8" restart="whenNotActive" fill="hold" evtFilter="cancelBubble" nodeType="interactiveSeq">
                <p:stCondLst>
                  <p:cond evt="onClick" delay="0">
                    <p:tgtEl>
                      <p:spTgt spid="2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8"/>
                                        </p:tgtEl>
                                      </p:cBhvr>
                                    </p:cmd>
                                  </p:childTnLst>
                                </p:cTn>
                              </p:par>
                            </p:childTnLst>
                          </p:cTn>
                        </p:par>
                      </p:childTnLst>
                    </p:cTn>
                  </p:par>
                </p:childTnLst>
              </p:cTn>
              <p:nextCondLst>
                <p:cond evt="onClick" delay="0">
                  <p:tgtEl>
                    <p:spTgt spid="28"/>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6F8EC"/>
        </a:solidFill>
        <a:effectLst/>
      </p:bgPr>
    </p:bg>
    <p:spTree>
      <p:nvGrpSpPr>
        <p:cNvPr id="1" name="">
          <a:extLst>
            <a:ext uri="{FF2B5EF4-FFF2-40B4-BE49-F238E27FC236}">
              <a16:creationId xmlns:a16="http://schemas.microsoft.com/office/drawing/2014/main" id="{3C286993-DC37-A9F1-B5E1-1C2BEFC44C3C}"/>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994FA865-1F19-A9F6-7E5E-F951532A9A4D}"/>
              </a:ext>
            </a:extLst>
          </p:cNvPr>
          <p:cNvSpPr/>
          <p:nvPr/>
        </p:nvSpPr>
        <p:spPr>
          <a:xfrm>
            <a:off x="274320" y="137160"/>
            <a:ext cx="8595360" cy="502920"/>
          </a:xfrm>
          <a:prstGeom prst="roundRect">
            <a:avLst/>
          </a:prstGeom>
          <a:solidFill>
            <a:srgbClr val="0B5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4" name="TextBox 23">
            <a:extLst>
              <a:ext uri="{FF2B5EF4-FFF2-40B4-BE49-F238E27FC236}">
                <a16:creationId xmlns:a16="http://schemas.microsoft.com/office/drawing/2014/main" id="{B08D2AF5-97E1-7012-EF7B-80C275E9B8FF}"/>
              </a:ext>
            </a:extLst>
          </p:cNvPr>
          <p:cNvSpPr txBox="1"/>
          <p:nvPr/>
        </p:nvSpPr>
        <p:spPr>
          <a:xfrm>
            <a:off x="8412480" y="192024"/>
            <a:ext cx="457200" cy="310896"/>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KaiTi"/>
                <a:ea typeface="+mn-ea"/>
                <a:cs typeface="+mn-cs"/>
              </a:rPr>
              <a:t>11</a:t>
            </a:r>
          </a:p>
        </p:txBody>
      </p:sp>
      <p:sp>
        <p:nvSpPr>
          <p:cNvPr id="30" name="TextBox 29">
            <a:extLst>
              <a:ext uri="{FF2B5EF4-FFF2-40B4-BE49-F238E27FC236}">
                <a16:creationId xmlns:a16="http://schemas.microsoft.com/office/drawing/2014/main" id="{35BB8BF1-1A82-0F10-7B0C-AD5F5130B944}"/>
              </a:ext>
            </a:extLst>
          </p:cNvPr>
          <p:cNvSpPr txBox="1"/>
          <p:nvPr/>
        </p:nvSpPr>
        <p:spPr>
          <a:xfrm>
            <a:off x="800888" y="694944"/>
            <a:ext cx="8206477" cy="4661276"/>
          </a:xfrm>
          <a:prstGeom prst="rect">
            <a:avLst/>
          </a:prstGeom>
          <a:noFill/>
        </p:spPr>
        <p:txBody>
          <a:bodyPr wrap="square">
            <a:spAutoFit/>
          </a:bodyPr>
          <a:lstStyle/>
          <a:p>
            <a:pPr lvl="0">
              <a:lnSpc>
                <a:spcPct val="150000"/>
              </a:lnSpc>
            </a:pPr>
            <a:r>
              <a:rPr lang="zh-CN" altLang="en-US" sz="2000" dirty="0"/>
              <a:t>视频后讨论</a:t>
            </a:r>
            <a:r>
              <a:rPr lang="en-US" altLang="zh-CN" sz="2000" dirty="0"/>
              <a:t>:</a:t>
            </a:r>
          </a:p>
          <a:p>
            <a:pPr lvl="0">
              <a:lnSpc>
                <a:spcPct val="150000"/>
              </a:lnSpc>
            </a:pPr>
            <a:r>
              <a:rPr lang="en-US" altLang="zh-CN" sz="2000" dirty="0"/>
              <a:t>1.</a:t>
            </a:r>
            <a:r>
              <a:rPr lang="en-US" sz="2000" dirty="0"/>
              <a:t>视频里哪些动物受到了塑料垃圾的伤害？ </a:t>
            </a:r>
          </a:p>
          <a:p>
            <a:pPr lvl="0">
              <a:lnSpc>
                <a:spcPct val="150000"/>
              </a:lnSpc>
            </a:pPr>
            <a:r>
              <a:rPr lang="en-US" altLang="zh-CN" sz="2000" dirty="0"/>
              <a:t>2.</a:t>
            </a:r>
            <a:r>
              <a:rPr lang="en-US" sz="2000" dirty="0"/>
              <a:t>塑料垃圾是怎样伤害它们的？</a:t>
            </a:r>
            <a:br>
              <a:rPr lang="en-US" sz="2000" dirty="0"/>
            </a:br>
            <a:r>
              <a:rPr lang="en-US" sz="2000" dirty="0" err="1"/>
              <a:t>例：被缠住、误吃、肚子里装满塑料、生活环境被污染</a:t>
            </a:r>
            <a:r>
              <a:rPr lang="en-US" sz="2000" dirty="0"/>
              <a:t>。 </a:t>
            </a:r>
          </a:p>
          <a:p>
            <a:pPr lvl="0">
              <a:lnSpc>
                <a:spcPct val="150000"/>
              </a:lnSpc>
            </a:pPr>
            <a:r>
              <a:rPr lang="en-US" altLang="zh-CN" sz="2000" dirty="0"/>
              <a:t>3.</a:t>
            </a:r>
            <a:r>
              <a:rPr lang="en-US" sz="2000" dirty="0"/>
              <a:t>塑料袋为什么可能会被动物当成食物？</a:t>
            </a:r>
          </a:p>
          <a:p>
            <a:pPr lvl="0">
              <a:lnSpc>
                <a:spcPct val="150000"/>
              </a:lnSpc>
            </a:pPr>
            <a:r>
              <a:rPr lang="en-US" altLang="zh-CN" sz="2000" dirty="0"/>
              <a:t>4.</a:t>
            </a:r>
            <a:r>
              <a:rPr lang="en-US" sz="2000" dirty="0"/>
              <a:t> </a:t>
            </a:r>
            <a:r>
              <a:rPr lang="en-US" sz="2000" dirty="0" err="1"/>
              <a:t>塑料进入海洋后，会不会自己消失</a:t>
            </a:r>
            <a:r>
              <a:rPr lang="en-US" sz="2000" dirty="0"/>
              <a:t>？ </a:t>
            </a:r>
          </a:p>
          <a:p>
            <a:pPr lvl="0">
              <a:lnSpc>
                <a:spcPct val="150000"/>
              </a:lnSpc>
            </a:pPr>
            <a:r>
              <a:rPr lang="en-US" altLang="zh-CN" sz="2000" dirty="0"/>
              <a:t>5.</a:t>
            </a:r>
            <a:r>
              <a:rPr lang="zh-CN" altLang="en-US" sz="2000" dirty="0"/>
              <a:t> </a:t>
            </a:r>
            <a:r>
              <a:rPr lang="en-US" sz="2000" dirty="0" err="1"/>
              <a:t>大块塑料变成很小很小的碎片后，可能会发生什么</a:t>
            </a:r>
            <a:r>
              <a:rPr lang="en-US" sz="2000" dirty="0"/>
              <a:t>？</a:t>
            </a:r>
          </a:p>
          <a:p>
            <a:pPr>
              <a:lnSpc>
                <a:spcPct val="150000"/>
              </a:lnSpc>
            </a:pPr>
            <a:endParaRPr lang="en-US" sz="2000" b="1" dirty="0"/>
          </a:p>
          <a:p>
            <a:pPr>
              <a:lnSpc>
                <a:spcPct val="150000"/>
              </a:lnSpc>
            </a:pPr>
            <a:r>
              <a:rPr lang="en-US" sz="2000" b="1" dirty="0" err="1"/>
              <a:t>小组讨论</a:t>
            </a:r>
            <a:r>
              <a:rPr lang="en-US" sz="2000" b="1" dirty="0"/>
              <a:t>——</a:t>
            </a:r>
            <a:r>
              <a:rPr lang="en-US" sz="2000" b="1" dirty="0" err="1"/>
              <a:t>我们班可以做什么</a:t>
            </a:r>
            <a:r>
              <a:rPr lang="en-US" altLang="zh-CN" sz="2000" b="1" dirty="0"/>
              <a:t>,</a:t>
            </a:r>
            <a:r>
              <a:rPr lang="zh-CN" altLang="en-US" sz="2000" b="1" dirty="0"/>
              <a:t>减少塑料的使用</a:t>
            </a:r>
            <a:r>
              <a:rPr lang="en-US" sz="2000" b="1" dirty="0"/>
              <a:t>？</a:t>
            </a:r>
          </a:p>
          <a:p>
            <a:pPr lvl="0">
              <a:lnSpc>
                <a:spcPct val="150000"/>
              </a:lnSpc>
            </a:pPr>
            <a:endParaRPr kumimoji="0" lang="en-US"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4" name="TextBox 3">
            <a:extLst>
              <a:ext uri="{FF2B5EF4-FFF2-40B4-BE49-F238E27FC236}">
                <a16:creationId xmlns:a16="http://schemas.microsoft.com/office/drawing/2014/main" id="{65733932-D945-149C-F23E-5C78BEB88576}"/>
              </a:ext>
            </a:extLst>
          </p:cNvPr>
          <p:cNvSpPr txBox="1"/>
          <p:nvPr/>
        </p:nvSpPr>
        <p:spPr>
          <a:xfrm>
            <a:off x="365760" y="164592"/>
            <a:ext cx="8412480" cy="400110"/>
          </a:xfrm>
          <a:prstGeom prst="rect">
            <a:avLst/>
          </a:prstGeom>
          <a:noFill/>
        </p:spPr>
        <p:txBody>
          <a:bodyPr wrap="square">
            <a:spAutoFit/>
          </a:bodyPr>
          <a:lstStyle/>
          <a:p>
            <a:r>
              <a:rPr lang="en-US" sz="2000" b="1" dirty="0" err="1">
                <a:solidFill>
                  <a:srgbClr val="FFFFFF"/>
                </a:solidFill>
                <a:latin typeface="KaiTi"/>
              </a:rPr>
              <a:t>看视频</a:t>
            </a:r>
            <a:r>
              <a:rPr lang="en-US" altLang="zh-CN" sz="2000" b="1" dirty="0">
                <a:solidFill>
                  <a:srgbClr val="FFFFFF"/>
                </a:solidFill>
                <a:latin typeface="KaiTi"/>
              </a:rPr>
              <a:t>:</a:t>
            </a:r>
            <a:r>
              <a:rPr lang="zh-CN" altLang="en-US" sz="2000" b="1" dirty="0">
                <a:solidFill>
                  <a:srgbClr val="FFFFFF"/>
                </a:solidFill>
                <a:latin typeface="KaiTi"/>
              </a:rPr>
              <a:t>塑料海洋</a:t>
            </a:r>
            <a:endParaRPr sz="2000" b="1" dirty="0">
              <a:solidFill>
                <a:srgbClr val="FFFFFF"/>
              </a:solidFill>
              <a:latin typeface="KaiTi"/>
            </a:endParaRPr>
          </a:p>
        </p:txBody>
      </p:sp>
    </p:spTree>
    <p:extLst>
      <p:ext uri="{BB962C8B-B14F-4D97-AF65-F5344CB8AC3E}">
        <p14:creationId xmlns:p14="http://schemas.microsoft.com/office/powerpoint/2010/main" val="22120406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81DA5B-6A8B-8AC8-9D58-69DBC52153CD}"/>
            </a:ext>
          </a:extLst>
        </p:cNvPr>
        <p:cNvGrpSpPr/>
        <p:nvPr/>
      </p:nvGrpSpPr>
      <p:grpSpPr>
        <a:xfrm>
          <a:off x="0" y="0"/>
          <a:ext cx="0" cy="0"/>
          <a:chOff x="0" y="0"/>
          <a:chExt cx="0" cy="0"/>
        </a:xfrm>
      </p:grpSpPr>
      <p:sp>
        <p:nvSpPr>
          <p:cNvPr id="2" name="圆角矩形 1">
            <a:extLst>
              <a:ext uri="{FF2B5EF4-FFF2-40B4-BE49-F238E27FC236}">
                <a16:creationId xmlns:a16="http://schemas.microsoft.com/office/drawing/2014/main" id="{18F3DBF8-5403-8A12-B42F-9019DFD65692}"/>
              </a:ext>
            </a:extLst>
          </p:cNvPr>
          <p:cNvSpPr/>
          <p:nvPr/>
        </p:nvSpPr>
        <p:spPr>
          <a:xfrm>
            <a:off x="902970" y="1238250"/>
            <a:ext cx="5211000" cy="3375000"/>
          </a:xfrm>
          <a:prstGeom prst="roundRect">
            <a:avLst/>
          </a:prstGeom>
          <a:solidFill>
            <a:srgbClr val="DAF9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685800" rtl="0" eaLnBrk="1" fontAlgn="base" latinLnBrk="0" hangingPunct="1">
              <a:lnSpc>
                <a:spcPct val="150000"/>
              </a:lnSpc>
              <a:spcBef>
                <a:spcPct val="0"/>
              </a:spcBef>
              <a:spcAft>
                <a:spcPct val="0"/>
              </a:spcAft>
              <a:buClrTx/>
              <a:buSzTx/>
              <a:buFontTx/>
              <a:buNone/>
              <a:tabLst/>
              <a:defRPr/>
            </a:pPr>
            <a:r>
              <a:rPr kumimoji="0" sz="1500" b="0" i="0" u="none" strike="noStrike" kern="1200" cap="none" spc="0" normalizeH="0" baseline="0" noProof="0">
                <a:ln>
                  <a:noFill/>
                </a:ln>
                <a:solidFill>
                  <a:srgbClr val="2E867C"/>
                </a:solidFill>
                <a:effectLst/>
                <a:uLnTx/>
                <a:uFillTx/>
                <a:latin typeface="黑体" panose="02010609060101010101" charset="-122"/>
                <a:ea typeface="黑体" panose="02010609060101010101" charset="-122"/>
                <a:cs typeface="宋体" panose="02010600030101010101" pitchFamily="2" charset="-122"/>
                <a:sym typeface="+mn-ea"/>
              </a:rPr>
              <a:t>2.出示组图“珍惜水资源-护水”，引导幼儿了解保护水资源的办法。</a:t>
            </a:r>
          </a:p>
          <a:p>
            <a:pPr marL="0" marR="0" lvl="0" indent="0" algn="l" defTabSz="685800" rtl="0" eaLnBrk="1" fontAlgn="base" latinLnBrk="0" hangingPunct="1">
              <a:lnSpc>
                <a:spcPct val="150000"/>
              </a:lnSpc>
              <a:spcBef>
                <a:spcPct val="0"/>
              </a:spcBef>
              <a:spcAft>
                <a:spcPct val="0"/>
              </a:spcAft>
              <a:buClrTx/>
              <a:buSzTx/>
              <a:buFontTx/>
              <a:buNone/>
              <a:tabLst/>
              <a:defRPr/>
            </a:pPr>
            <a:r>
              <a:rPr kumimoji="0" sz="1500" b="0" i="0" u="none" strike="noStrike" kern="1200" cap="none" spc="0" normalizeH="0" baseline="0" noProof="0">
                <a:ln>
                  <a:noFill/>
                </a:ln>
                <a:solidFill>
                  <a:srgbClr val="2E867C"/>
                </a:solidFill>
                <a:effectLst/>
                <a:uLnTx/>
                <a:uFillTx/>
                <a:latin typeface="黑体" panose="02010609060101010101" charset="-122"/>
                <a:ea typeface="黑体" panose="02010609060101010101" charset="-122"/>
                <a:cs typeface="宋体" panose="02010600030101010101" pitchFamily="2" charset="-122"/>
                <a:sym typeface="+mn-ea"/>
              </a:rPr>
              <a:t>——在日常生活中，我们不仅要做到节约用水，还能做力所能及的事来保护水资源。可以怎么做呢？你想到了哪些好方法？（不往河道丢垃圾；脏水不往河里、溪里倒；植树……）</a:t>
            </a:r>
          </a:p>
          <a:p>
            <a:pPr marL="0" marR="0" lvl="0" indent="0" algn="l" defTabSz="685800" rtl="0" eaLnBrk="1" fontAlgn="base" latinLnBrk="0" hangingPunct="1">
              <a:lnSpc>
                <a:spcPct val="150000"/>
              </a:lnSpc>
              <a:spcBef>
                <a:spcPct val="0"/>
              </a:spcBef>
              <a:spcAft>
                <a:spcPct val="0"/>
              </a:spcAft>
              <a:buClrTx/>
              <a:buSzTx/>
              <a:buFontTx/>
              <a:buNone/>
              <a:tabLst/>
              <a:defRPr/>
            </a:pPr>
            <a:r>
              <a:rPr kumimoji="0" sz="1500" b="0" i="0" u="none" strike="noStrike" kern="1200" cap="none" spc="0" normalizeH="0" baseline="0" noProof="0">
                <a:ln>
                  <a:noFill/>
                </a:ln>
                <a:solidFill>
                  <a:srgbClr val="2E867C"/>
                </a:solidFill>
                <a:effectLst/>
                <a:uLnTx/>
                <a:uFillTx/>
                <a:latin typeface="黑体" panose="02010609060101010101" charset="-122"/>
                <a:ea typeface="黑体" panose="02010609060101010101" charset="-122"/>
                <a:cs typeface="宋体" panose="02010600030101010101" pitchFamily="2" charset="-122"/>
                <a:sym typeface="+mn-ea"/>
              </a:rPr>
              <a:t>小结：除了这些，工厂的叔叔阿姨还建造了污水处理厂</a:t>
            </a:r>
            <a:r>
              <a:rPr kumimoji="0" lang="zh-CN" altLang="en-US" sz="1500" b="0" i="0" u="none" strike="noStrike" kern="1200" cap="none" spc="0" normalizeH="0" baseline="0" noProof="0">
                <a:ln>
                  <a:noFill/>
                </a:ln>
                <a:solidFill>
                  <a:srgbClr val="2E867C"/>
                </a:solidFill>
                <a:effectLst/>
                <a:uLnTx/>
                <a:uFillTx/>
                <a:latin typeface="黑体" panose="02010609060101010101" charset="-122"/>
                <a:ea typeface="黑体" panose="02010609060101010101" charset="-122"/>
                <a:cs typeface="宋体" panose="02010600030101010101" pitchFamily="2" charset="-122"/>
                <a:sym typeface="+mn-ea"/>
              </a:rPr>
              <a:t>，让处理后的污水能循环使用。</a:t>
            </a:r>
            <a:r>
              <a:rPr kumimoji="0" sz="1500" b="0" i="0" u="none" strike="noStrike" kern="1200" cap="none" spc="0" normalizeH="0" baseline="0" noProof="0">
                <a:ln>
                  <a:noFill/>
                </a:ln>
                <a:solidFill>
                  <a:srgbClr val="2E867C"/>
                </a:solidFill>
                <a:effectLst/>
                <a:uLnTx/>
                <a:uFillTx/>
                <a:latin typeface="黑体" panose="02010609060101010101" charset="-122"/>
                <a:ea typeface="黑体" panose="02010609060101010101" charset="-122"/>
                <a:cs typeface="宋体" panose="02010600030101010101" pitchFamily="2" charset="-122"/>
                <a:sym typeface="+mn-ea"/>
              </a:rPr>
              <a:t>节约用水，保护水资源，人人有责。让我们一起行动起来吧。</a:t>
            </a:r>
          </a:p>
        </p:txBody>
      </p:sp>
      <p:sp>
        <p:nvSpPr>
          <p:cNvPr id="6" name="圆角矩形 5">
            <a:extLst>
              <a:ext uri="{FF2B5EF4-FFF2-40B4-BE49-F238E27FC236}">
                <a16:creationId xmlns:a16="http://schemas.microsoft.com/office/drawing/2014/main" id="{D6B58A80-9DCC-DB50-456B-D38E01921752}"/>
              </a:ext>
            </a:extLst>
          </p:cNvPr>
          <p:cNvSpPr/>
          <p:nvPr/>
        </p:nvSpPr>
        <p:spPr>
          <a:xfrm>
            <a:off x="271463" y="194787"/>
            <a:ext cx="1312545" cy="486251"/>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zh-CN" altLang="en-US" sz="2400" b="0" i="0" u="none" strike="noStrike" kern="1200" cap="none" spc="0" normalizeH="0" baseline="0" noProof="0">
                <a:ln>
                  <a:noFill/>
                </a:ln>
                <a:solidFill>
                  <a:srgbClr val="2D6B6F"/>
                </a:solidFill>
                <a:effectLst/>
                <a:uLnTx/>
                <a:uFillTx/>
                <a:latin typeface="黑体" panose="02010609060101010101" charset="-122"/>
                <a:ea typeface="黑体" panose="02010609060101010101" charset="-122"/>
                <a:cs typeface="+mn-cs"/>
              </a:rPr>
              <a:t>备课页</a:t>
            </a:r>
          </a:p>
        </p:txBody>
      </p:sp>
      <p:pic>
        <p:nvPicPr>
          <p:cNvPr id="3" name="图片 2" descr="美美老师-人设（边线版）0001">
            <a:extLst>
              <a:ext uri="{FF2B5EF4-FFF2-40B4-BE49-F238E27FC236}">
                <a16:creationId xmlns:a16="http://schemas.microsoft.com/office/drawing/2014/main" id="{7A980E22-F05F-CA39-DA59-F13428C4148E}"/>
              </a:ext>
            </a:extLst>
          </p:cNvPr>
          <p:cNvPicPr>
            <a:picLocks noChangeAspect="1"/>
          </p:cNvPicPr>
          <p:nvPr/>
        </p:nvPicPr>
        <p:blipFill>
          <a:blip r:embed="rId2"/>
          <a:stretch>
            <a:fillRect/>
          </a:stretch>
        </p:blipFill>
        <p:spPr>
          <a:xfrm>
            <a:off x="6142197" y="1318260"/>
            <a:ext cx="2217896" cy="3327083"/>
          </a:xfrm>
          <a:prstGeom prst="rect">
            <a:avLst/>
          </a:prstGeom>
        </p:spPr>
      </p:pic>
      <p:sp>
        <p:nvSpPr>
          <p:cNvPr id="4" name="文本框 3">
            <a:extLst>
              <a:ext uri="{FF2B5EF4-FFF2-40B4-BE49-F238E27FC236}">
                <a16:creationId xmlns:a16="http://schemas.microsoft.com/office/drawing/2014/main" id="{E2409B65-4DE2-C935-65E6-F97A7556B77A}"/>
              </a:ext>
            </a:extLst>
          </p:cNvPr>
          <p:cNvSpPr txBox="1"/>
          <p:nvPr/>
        </p:nvSpPr>
        <p:spPr>
          <a:xfrm>
            <a:off x="1652588" y="256699"/>
            <a:ext cx="3423761" cy="603050"/>
          </a:xfrm>
          <a:prstGeom prst="rect">
            <a:avLst/>
          </a:prstGeom>
          <a:noFill/>
        </p:spPr>
        <p:txBody>
          <a:bodyPr wrap="square" rtlCol="0">
            <a:spAutoFit/>
          </a:bodyPr>
          <a:lstStyle/>
          <a:p>
            <a:pPr marL="0" marR="0" lvl="0" indent="0" algn="ctr" defTabSz="685800" rtl="0" eaLnBrk="1" fontAlgn="base" latinLnBrk="0" hangingPunct="1">
              <a:lnSpc>
                <a:spcPct val="150000"/>
              </a:lnSpc>
              <a:spcBef>
                <a:spcPct val="0"/>
              </a:spcBef>
              <a:spcAft>
                <a:spcPct val="0"/>
              </a:spcAft>
              <a:buClrTx/>
              <a:buSzTx/>
              <a:buFontTx/>
              <a:buNone/>
              <a:tabLst/>
              <a:defRPr/>
            </a:pPr>
            <a:r>
              <a:rPr kumimoji="0" lang="zh-CN" altLang="zh-CN" sz="1200" b="0" i="0" u="none" strike="noStrike" kern="1200" cap="none" spc="0" normalizeH="0" baseline="0" noProof="0">
                <a:ln>
                  <a:noFill/>
                </a:ln>
                <a:solidFill>
                  <a:srgbClr val="FFFFFF">
                    <a:lumMod val="65000"/>
                  </a:srgbClr>
                </a:solidFill>
                <a:effectLst/>
                <a:uLnTx/>
                <a:uFillTx/>
                <a:latin typeface="黑体" panose="02010609060101010101" charset="-122"/>
                <a:ea typeface="黑体" panose="02010609060101010101" charset="-122"/>
                <a:cs typeface="黑体" panose="02010609060101010101" charset="-122"/>
                <a:sym typeface="+mn-ea"/>
              </a:rPr>
              <a:t>（本备课页仅供备课使用，授课前请删除或隐藏）</a:t>
            </a:r>
          </a:p>
        </p:txBody>
      </p:sp>
    </p:spTree>
    <p:extLst>
      <p:ext uri="{BB962C8B-B14F-4D97-AF65-F5344CB8AC3E}">
        <p14:creationId xmlns:p14="http://schemas.microsoft.com/office/powerpoint/2010/main" val="41872488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8245AE-DA28-8CD2-AF74-9B3ACA74AEE5}"/>
            </a:ext>
          </a:extLst>
        </p:cNvPr>
        <p:cNvGrpSpPr/>
        <p:nvPr/>
      </p:nvGrpSpPr>
      <p:grpSpPr>
        <a:xfrm>
          <a:off x="0" y="0"/>
          <a:ext cx="0" cy="0"/>
          <a:chOff x="0" y="0"/>
          <a:chExt cx="0" cy="0"/>
        </a:xfrm>
      </p:grpSpPr>
      <p:pic>
        <p:nvPicPr>
          <p:cNvPr id="5" name="图片 4" descr="插图2-背景">
            <a:extLst>
              <a:ext uri="{FF2B5EF4-FFF2-40B4-BE49-F238E27FC236}">
                <a16:creationId xmlns:a16="http://schemas.microsoft.com/office/drawing/2014/main" id="{779B86ED-1833-F0FA-B554-D9079F6C7275}"/>
              </a:ext>
            </a:extLst>
          </p:cNvPr>
          <p:cNvPicPr>
            <a:picLocks noChangeAspect="1"/>
          </p:cNvPicPr>
          <p:nvPr/>
        </p:nvPicPr>
        <p:blipFill>
          <a:blip r:embed="rId4"/>
          <a:stretch>
            <a:fillRect/>
          </a:stretch>
        </p:blipFill>
        <p:spPr>
          <a:xfrm>
            <a:off x="0" y="0"/>
            <a:ext cx="9144000" cy="5143500"/>
          </a:xfrm>
          <a:prstGeom prst="rect">
            <a:avLst/>
          </a:prstGeom>
        </p:spPr>
      </p:pic>
      <p:pic>
        <p:nvPicPr>
          <p:cNvPr id="2" name="图片 1" descr="插图1-背景">
            <a:extLst>
              <a:ext uri="{FF2B5EF4-FFF2-40B4-BE49-F238E27FC236}">
                <a16:creationId xmlns:a16="http://schemas.microsoft.com/office/drawing/2014/main" id="{33ADF228-7A5B-4060-FDD9-8422C2A38886}"/>
              </a:ext>
            </a:extLst>
          </p:cNvPr>
          <p:cNvPicPr>
            <a:picLocks noChangeAspect="1"/>
          </p:cNvPicPr>
          <p:nvPr/>
        </p:nvPicPr>
        <p:blipFill>
          <a:blip r:embed="rId5"/>
          <a:stretch>
            <a:fillRect/>
          </a:stretch>
        </p:blipFill>
        <p:spPr>
          <a:xfrm>
            <a:off x="0" y="0"/>
            <a:ext cx="9144000" cy="5143500"/>
          </a:xfrm>
          <a:prstGeom prst="rect">
            <a:avLst/>
          </a:prstGeom>
        </p:spPr>
      </p:pic>
      <p:pic>
        <p:nvPicPr>
          <p:cNvPr id="4" name="河流" descr="插图1-油污+河流+化工厂">
            <a:extLst>
              <a:ext uri="{FF2B5EF4-FFF2-40B4-BE49-F238E27FC236}">
                <a16:creationId xmlns:a16="http://schemas.microsoft.com/office/drawing/2014/main" id="{EA223BF3-9FC5-BCE7-0DB4-70B2772EB64F}"/>
              </a:ext>
            </a:extLst>
          </p:cNvPr>
          <p:cNvPicPr>
            <a:picLocks noChangeAspect="1"/>
          </p:cNvPicPr>
          <p:nvPr/>
        </p:nvPicPr>
        <p:blipFill>
          <a:blip r:embed="rId6"/>
          <a:stretch>
            <a:fillRect/>
          </a:stretch>
        </p:blipFill>
        <p:spPr>
          <a:xfrm>
            <a:off x="0" y="0"/>
            <a:ext cx="9144000" cy="5143500"/>
          </a:xfrm>
          <a:prstGeom prst="rect">
            <a:avLst/>
          </a:prstGeom>
        </p:spPr>
      </p:pic>
      <p:pic>
        <p:nvPicPr>
          <p:cNvPr id="3" name="垃圾" descr="插图1-污水+垃圾">
            <a:extLst>
              <a:ext uri="{FF2B5EF4-FFF2-40B4-BE49-F238E27FC236}">
                <a16:creationId xmlns:a16="http://schemas.microsoft.com/office/drawing/2014/main" id="{251A59F3-6DF5-24F9-3344-F0B7BD08B78C}"/>
              </a:ext>
            </a:extLst>
          </p:cNvPr>
          <p:cNvPicPr>
            <a:picLocks noChangeAspect="1"/>
          </p:cNvPicPr>
          <p:nvPr/>
        </p:nvPicPr>
        <p:blipFill>
          <a:blip r:embed="rId7"/>
          <a:stretch>
            <a:fillRect/>
          </a:stretch>
        </p:blipFill>
        <p:spPr>
          <a:xfrm>
            <a:off x="0" y="0"/>
            <a:ext cx="9144000" cy="5143500"/>
          </a:xfrm>
          <a:prstGeom prst="rect">
            <a:avLst/>
          </a:prstGeom>
        </p:spPr>
      </p:pic>
      <p:pic>
        <p:nvPicPr>
          <p:cNvPr id="7" name="图片 6" descr="插图2-污水处理厂">
            <a:extLst>
              <a:ext uri="{FF2B5EF4-FFF2-40B4-BE49-F238E27FC236}">
                <a16:creationId xmlns:a16="http://schemas.microsoft.com/office/drawing/2014/main" id="{D900F019-6BFA-7BC3-634D-61E26D8E70B7}"/>
              </a:ext>
            </a:extLst>
          </p:cNvPr>
          <p:cNvPicPr>
            <a:picLocks noChangeAspect="1"/>
          </p:cNvPicPr>
          <p:nvPr/>
        </p:nvPicPr>
        <p:blipFill>
          <a:blip r:embed="rId8"/>
          <a:stretch>
            <a:fillRect/>
          </a:stretch>
        </p:blipFill>
        <p:spPr>
          <a:xfrm>
            <a:off x="5320665" y="627698"/>
            <a:ext cx="3721894" cy="1436846"/>
          </a:xfrm>
          <a:prstGeom prst="rect">
            <a:avLst/>
          </a:prstGeom>
        </p:spPr>
      </p:pic>
      <p:sp>
        <p:nvSpPr>
          <p:cNvPr id="8" name="圆角矩形 7">
            <a:extLst>
              <a:ext uri="{FF2B5EF4-FFF2-40B4-BE49-F238E27FC236}">
                <a16:creationId xmlns:a16="http://schemas.microsoft.com/office/drawing/2014/main" id="{760D8FAF-5782-12D4-26A1-1F21306F56D5}"/>
              </a:ext>
            </a:extLst>
          </p:cNvPr>
          <p:cNvSpPr/>
          <p:nvPr/>
        </p:nvSpPr>
        <p:spPr>
          <a:xfrm>
            <a:off x="487204" y="218122"/>
            <a:ext cx="4090035" cy="294323"/>
          </a:xfrm>
          <a:prstGeom prst="roundRect">
            <a:avLst/>
          </a:prstGeom>
          <a:solidFill>
            <a:srgbClr val="A4E3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685800" rtl="0" eaLnBrk="1" fontAlgn="base" latinLnBrk="0" hangingPunct="1">
              <a:lnSpc>
                <a:spcPct val="100000"/>
              </a:lnSpc>
              <a:spcBef>
                <a:spcPct val="0"/>
              </a:spcBef>
              <a:spcAft>
                <a:spcPct val="0"/>
              </a:spcAft>
              <a:buClrTx/>
              <a:buSzTx/>
              <a:buFontTx/>
              <a:buNone/>
              <a:tabLst/>
              <a:defRPr/>
            </a:pPr>
            <a:r>
              <a:rPr kumimoji="0" lang="zh-CN" altLang="en-US" sz="1050" b="0" i="0" u="none" strike="noStrike" kern="1200" cap="none" spc="0" normalizeH="0" baseline="0" noProof="0">
                <a:ln>
                  <a:noFill/>
                </a:ln>
                <a:solidFill>
                  <a:srgbClr val="2C8F79"/>
                </a:solidFill>
                <a:effectLst/>
                <a:uLnTx/>
                <a:uFillTx/>
                <a:latin typeface="黑体" panose="02010609060101010101" charset="-122"/>
                <a:ea typeface="黑体" panose="02010609060101010101" charset="-122"/>
                <a:cs typeface="+mn-cs"/>
                <a:sym typeface="+mn-ea"/>
              </a:rPr>
              <a:t>点击屏幕</a:t>
            </a:r>
            <a:r>
              <a:rPr kumimoji="0" lang="en-US" altLang="zh-CN" sz="1050" b="0" i="0" u="none" strike="noStrike" kern="1200" cap="none" spc="0" normalizeH="0" baseline="0" noProof="0">
                <a:ln>
                  <a:noFill/>
                </a:ln>
                <a:solidFill>
                  <a:srgbClr val="2C8F79"/>
                </a:solidFill>
                <a:effectLst/>
                <a:uLnTx/>
                <a:uFillTx/>
                <a:latin typeface="黑体" panose="02010609060101010101" charset="-122"/>
                <a:ea typeface="黑体" panose="02010609060101010101" charset="-122"/>
                <a:cs typeface="+mn-cs"/>
                <a:sym typeface="+mn-ea"/>
              </a:rPr>
              <a:t>3</a:t>
            </a:r>
            <a:r>
              <a:rPr kumimoji="0" lang="zh-CN" altLang="en-US" sz="1050" b="0" i="0" u="none" strike="noStrike" kern="1200" cap="none" spc="0" normalizeH="0" baseline="0" noProof="0">
                <a:ln>
                  <a:noFill/>
                </a:ln>
                <a:solidFill>
                  <a:srgbClr val="2C8F79"/>
                </a:solidFill>
                <a:effectLst/>
                <a:uLnTx/>
                <a:uFillTx/>
                <a:latin typeface="黑体" panose="02010609060101010101" charset="-122"/>
                <a:ea typeface="黑体" panose="02010609060101010101" charset="-122"/>
                <a:cs typeface="+mn-cs"/>
                <a:sym typeface="+mn-ea"/>
              </a:rPr>
              <a:t>次，依次出现垃圾消失、化工厂改为污水处理厂、植树</a:t>
            </a:r>
          </a:p>
        </p:txBody>
      </p:sp>
      <p:pic>
        <p:nvPicPr>
          <p:cNvPr id="9" name="图片 8" descr="C:\Users\Administrator\Desktop\奇奇头\9.png9">
            <a:extLst>
              <a:ext uri="{FF2B5EF4-FFF2-40B4-BE49-F238E27FC236}">
                <a16:creationId xmlns:a16="http://schemas.microsoft.com/office/drawing/2014/main" id="{B78000E3-7C91-92FC-BE8E-072BC6B85CA0}"/>
              </a:ext>
            </a:extLst>
          </p:cNvPr>
          <p:cNvPicPr>
            <a:picLocks noChangeAspect="1"/>
          </p:cNvPicPr>
          <p:nvPr/>
        </p:nvPicPr>
        <p:blipFill>
          <a:blip r:embed="rId9"/>
          <a:srcRect/>
          <a:stretch>
            <a:fillRect/>
          </a:stretch>
        </p:blipFill>
        <p:spPr>
          <a:xfrm>
            <a:off x="143827" y="95251"/>
            <a:ext cx="511493" cy="488156"/>
          </a:xfrm>
          <a:prstGeom prst="rect">
            <a:avLst/>
          </a:prstGeom>
        </p:spPr>
      </p:pic>
      <p:sp>
        <p:nvSpPr>
          <p:cNvPr id="10" name="文本框 9">
            <a:extLst>
              <a:ext uri="{FF2B5EF4-FFF2-40B4-BE49-F238E27FC236}">
                <a16:creationId xmlns:a16="http://schemas.microsoft.com/office/drawing/2014/main" id="{BA2B4A8D-2D03-3F3C-A9DE-038C35F7F7BD}"/>
              </a:ext>
            </a:extLst>
          </p:cNvPr>
          <p:cNvSpPr txBox="1"/>
          <p:nvPr/>
        </p:nvSpPr>
        <p:spPr>
          <a:xfrm>
            <a:off x="908035" y="1994405"/>
            <a:ext cx="7654073" cy="761299"/>
          </a:xfrm>
          <a:prstGeom prst="rect">
            <a:avLst/>
          </a:prstGeom>
          <a:noFill/>
        </p:spPr>
        <p:txBody>
          <a:bodyPr wrap="square" rtlCol="0" anchor="t">
            <a:spAutoFit/>
          </a:bodyPr>
          <a:lstStyle/>
          <a:p>
            <a:pPr marL="0" marR="0" lvl="0" indent="0" algn="ctr" defTabSz="685800" rtl="0" eaLnBrk="1" fontAlgn="base" latinLnBrk="0" hangingPunct="1">
              <a:lnSpc>
                <a:spcPct val="130000"/>
              </a:lnSpc>
              <a:spcBef>
                <a:spcPct val="0"/>
              </a:spcBef>
              <a:spcAft>
                <a:spcPct val="0"/>
              </a:spcAft>
              <a:buClrTx/>
              <a:buSzTx/>
              <a:buFontTx/>
              <a:buNone/>
              <a:tabLst/>
              <a:defRPr/>
            </a:pPr>
            <a:r>
              <a:rPr kumimoji="0" sz="2400" b="0" i="0" u="none" strike="noStrike" kern="1200" cap="none" spc="0" normalizeH="0" baseline="0" noProof="0" dirty="0" err="1">
                <a:ln>
                  <a:noFill/>
                </a:ln>
                <a:solidFill>
                  <a:srgbClr val="000000"/>
                </a:solidFill>
                <a:effectLst/>
                <a:uLnTx/>
                <a:uFillTx/>
                <a:latin typeface="黑体" panose="02010609060101010101" charset="-122"/>
                <a:ea typeface="黑体" panose="02010609060101010101" charset="-122"/>
                <a:cs typeface="宋体" panose="02010600030101010101" pitchFamily="2" charset="-122"/>
                <a:sym typeface="+mn-ea"/>
              </a:rPr>
              <a:t>保护水资源可以怎么做？你想到了哪些好方法</a:t>
            </a:r>
            <a:r>
              <a:rPr kumimoji="0" sz="2400" b="0"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宋体" panose="02010600030101010101" pitchFamily="2" charset="-122"/>
                <a:sym typeface="+mn-ea"/>
              </a:rPr>
              <a:t>？</a:t>
            </a:r>
          </a:p>
          <a:p>
            <a:pPr marL="0" marR="0" lvl="0" indent="0" algn="ctr" defTabSz="685800" rtl="0" eaLnBrk="1" fontAlgn="base" latinLnBrk="0" hangingPunct="1">
              <a:lnSpc>
                <a:spcPct val="130000"/>
              </a:lnSpc>
              <a:spcBef>
                <a:spcPct val="0"/>
              </a:spcBef>
              <a:spcAft>
                <a:spcPct val="0"/>
              </a:spcAft>
              <a:buClrTx/>
              <a:buSzTx/>
              <a:buFontTx/>
              <a:buNone/>
              <a:tabLst/>
              <a:defRPr/>
            </a:pPr>
            <a:r>
              <a:rPr kumimoji="0" sz="1100" b="0"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宋体" panose="02010600030101010101" pitchFamily="2" charset="-122"/>
                <a:sym typeface="+mn-ea"/>
              </a:rPr>
              <a:t>（</a:t>
            </a:r>
            <a:r>
              <a:rPr kumimoji="0" sz="1100" b="0" i="0" u="none" strike="noStrike" kern="1200" cap="none" spc="0" normalizeH="0" baseline="0" noProof="0" dirty="0" err="1">
                <a:ln>
                  <a:noFill/>
                </a:ln>
                <a:solidFill>
                  <a:srgbClr val="000000"/>
                </a:solidFill>
                <a:effectLst/>
                <a:uLnTx/>
                <a:uFillTx/>
                <a:latin typeface="黑体" panose="02010609060101010101" charset="-122"/>
                <a:ea typeface="黑体" panose="02010609060101010101" charset="-122"/>
                <a:cs typeface="宋体" panose="02010600030101010101" pitchFamily="2" charset="-122"/>
                <a:sym typeface="+mn-ea"/>
              </a:rPr>
              <a:t>不往河道丢垃圾；脏水不往河里、溪里倒；植树</a:t>
            </a:r>
            <a:r>
              <a:rPr kumimoji="0" sz="1100" b="0"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宋体" panose="02010600030101010101" pitchFamily="2" charset="-122"/>
                <a:sym typeface="+mn-ea"/>
              </a:rPr>
              <a:t>……）</a:t>
            </a:r>
          </a:p>
        </p:txBody>
      </p:sp>
      <p:sp>
        <p:nvSpPr>
          <p:cNvPr id="11" name="文本框 10">
            <a:extLst>
              <a:ext uri="{FF2B5EF4-FFF2-40B4-BE49-F238E27FC236}">
                <a16:creationId xmlns:a16="http://schemas.microsoft.com/office/drawing/2014/main" id="{B21AF4B3-5E2E-9A40-94D5-966EE0498D0F}"/>
              </a:ext>
            </a:extLst>
          </p:cNvPr>
          <p:cNvSpPr txBox="1"/>
          <p:nvPr/>
        </p:nvSpPr>
        <p:spPr>
          <a:xfrm>
            <a:off x="1330165" y="4569982"/>
            <a:ext cx="7712393" cy="612732"/>
          </a:xfrm>
          <a:prstGeom prst="rect">
            <a:avLst/>
          </a:prstGeom>
          <a:noFill/>
        </p:spPr>
        <p:txBody>
          <a:bodyPr wrap="square" rtlCol="0" anchor="t">
            <a:spAutoFit/>
          </a:bodyPr>
          <a:lstStyle/>
          <a:p>
            <a:pPr marL="0" marR="0" lvl="0" indent="0" algn="ctr" defTabSz="685800" rtl="0" eaLnBrk="1" fontAlgn="base" latinLnBrk="0" hangingPunct="1">
              <a:lnSpc>
                <a:spcPct val="130000"/>
              </a:lnSpc>
              <a:spcBef>
                <a:spcPct val="0"/>
              </a:spcBef>
              <a:spcAft>
                <a:spcPct val="0"/>
              </a:spcAft>
              <a:buClrTx/>
              <a:buSzTx/>
              <a:buFontTx/>
              <a:buNone/>
              <a:tabLst/>
              <a:defRPr/>
            </a:pPr>
            <a:r>
              <a:rPr kumimoji="0" sz="1400" b="0" i="0" u="none" strike="noStrike" kern="1200" cap="none" spc="0" normalizeH="0" baseline="0" noProof="0" dirty="0" err="1">
                <a:ln>
                  <a:noFill/>
                </a:ln>
                <a:solidFill>
                  <a:srgbClr val="000000"/>
                </a:solidFill>
                <a:effectLst/>
                <a:uLnTx/>
                <a:uFillTx/>
                <a:latin typeface="黑体" panose="02010609060101010101" charset="-122"/>
                <a:ea typeface="黑体" panose="02010609060101010101" charset="-122"/>
                <a:cs typeface="宋体" panose="02010600030101010101" pitchFamily="2" charset="-122"/>
                <a:sym typeface="+mn-ea"/>
              </a:rPr>
              <a:t>除了这些，工厂的叔叔阿姨还建造了污水处理厂，让处理后的污水能循环使用</a:t>
            </a:r>
            <a:r>
              <a:rPr kumimoji="0" sz="1400" b="0"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宋体" panose="02010600030101010101" pitchFamily="2" charset="-122"/>
                <a:sym typeface="+mn-ea"/>
              </a:rPr>
              <a:t>。</a:t>
            </a:r>
          </a:p>
          <a:p>
            <a:pPr marL="0" marR="0" lvl="0" indent="0" algn="ctr" defTabSz="685800" rtl="0" eaLnBrk="1" fontAlgn="base" latinLnBrk="0" hangingPunct="1">
              <a:lnSpc>
                <a:spcPct val="130000"/>
              </a:lnSpc>
              <a:spcBef>
                <a:spcPct val="0"/>
              </a:spcBef>
              <a:spcAft>
                <a:spcPct val="0"/>
              </a:spcAft>
              <a:buClrTx/>
              <a:buSzTx/>
              <a:buFontTx/>
              <a:buNone/>
              <a:tabLst/>
              <a:defRPr/>
            </a:pPr>
            <a:r>
              <a:rPr kumimoji="0" sz="1400" b="0" i="0" u="none" strike="noStrike" kern="1200" cap="none" spc="0" normalizeH="0" baseline="0" noProof="0" dirty="0" err="1">
                <a:ln>
                  <a:noFill/>
                </a:ln>
                <a:solidFill>
                  <a:srgbClr val="000000"/>
                </a:solidFill>
                <a:effectLst/>
                <a:uLnTx/>
                <a:uFillTx/>
                <a:latin typeface="黑体" panose="02010609060101010101" charset="-122"/>
                <a:ea typeface="黑体" panose="02010609060101010101" charset="-122"/>
                <a:cs typeface="宋体" panose="02010600030101010101" pitchFamily="2" charset="-122"/>
                <a:sym typeface="+mn-ea"/>
              </a:rPr>
              <a:t>节约用水，保护水资源，人人有责。让我们一起行动起来吧</a:t>
            </a:r>
            <a:r>
              <a:rPr kumimoji="0" sz="1400" b="0"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宋体" panose="02010600030101010101" pitchFamily="2" charset="-122"/>
                <a:sym typeface="+mn-ea"/>
              </a:rPr>
              <a:t>。</a:t>
            </a:r>
            <a:endParaRPr kumimoji="0" lang="zh-CN" altLang="zh-CN" sz="1400" b="0"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宋体" panose="02010600030101010101" pitchFamily="2" charset="-122"/>
              <a:sym typeface="+mn-ea"/>
            </a:endParaRPr>
          </a:p>
        </p:txBody>
      </p:sp>
    </p:spTree>
    <p:extLst>
      <p:ext uri="{BB962C8B-B14F-4D97-AF65-F5344CB8AC3E}">
        <p14:creationId xmlns:p14="http://schemas.microsoft.com/office/powerpoint/2010/main" val="3098309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subTnLst>
                                    <p:audio>
                                      <p:cMediaNode>
                                        <p:cTn display="0" masterRel="sameClick">
                                          <p:stCondLst>
                                            <p:cond evt="begin" delay="0">
                                              <p:tn val="5"/>
                                            </p:cond>
                                          </p:stCondLst>
                                          <p:endCondLst>
                                            <p:cond evt="onStopAudio" delay="0">
                                              <p:tgtEl>
                                                <p:sldTgt/>
                                              </p:tgtEl>
                                            </p:cond>
                                          </p:endCondLst>
                                        </p:cTn>
                                        <p:tgtEl>
                                          <p:sndTgt r:embed="rId2" name="click.wav"/>
                                        </p:tgtEl>
                                      </p:cMediaNode>
                                    </p:audio>
                                  </p:sub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1000"/>
                                        <p:tgtEl>
                                          <p:spTgt spid="4"/>
                                        </p:tgtEl>
                                      </p:cBhvr>
                                    </p:animEffect>
                                    <p:set>
                                      <p:cBhvr>
                                        <p:cTn id="12" dur="1" fill="hold">
                                          <p:stCondLst>
                                            <p:cond delay="998"/>
                                          </p:stCondLst>
                                        </p:cTn>
                                        <p:tgtEl>
                                          <p:spTgt spid="4"/>
                                        </p:tgtEl>
                                        <p:attrNameLst>
                                          <p:attrName>style.visibility</p:attrName>
                                        </p:attrNameLst>
                                      </p:cBhvr>
                                      <p:to>
                                        <p:strVal val="hidden"/>
                                      </p:to>
                                    </p:set>
                                  </p:childTnLst>
                                  <p:subTnLst>
                                    <p:audio>
                                      <p:cMediaNode>
                                        <p:cTn display="0" masterRel="sameClick">
                                          <p:stCondLst>
                                            <p:cond evt="begin" delay="0">
                                              <p:tn val="10"/>
                                            </p:cond>
                                          </p:stCondLst>
                                          <p:endCondLst>
                                            <p:cond evt="onStopAudio" delay="0">
                                              <p:tgtEl>
                                                <p:sldTgt/>
                                              </p:tgtEl>
                                            </p:cond>
                                          </p:endCondLst>
                                        </p:cTn>
                                        <p:tgtEl>
                                          <p:sndTgt r:embed="rId2" name="click.wav"/>
                                        </p:tgtEl>
                                      </p:cMediaNode>
                                    </p:audio>
                                  </p:subTnLst>
                                </p:cTn>
                              </p:par>
                              <p:par>
                                <p:cTn id="13" presetID="10" presetClass="entr" presetSubtype="0" fill="hold" nodeType="withEffect">
                                  <p:stCondLst>
                                    <p:cond delay="0"/>
                                  </p:stCondLst>
                                  <p:childTnLst>
                                    <p:set>
                                      <p:cBhvr>
                                        <p:cTn id="14" dur="1000" fill="hold">
                                          <p:stCondLst>
                                            <p:cond delay="0"/>
                                          </p:stCondLst>
                                        </p:cTn>
                                        <p:tgtEl>
                                          <p:spTgt spid="7"/>
                                        </p:tgtEl>
                                        <p:attrNameLst>
                                          <p:attrName>style.visibility</p:attrName>
                                        </p:attrNameLst>
                                      </p:cBhvr>
                                      <p:to>
                                        <p:strVal val="visible"/>
                                      </p:to>
                                    </p:set>
                                    <p:animEffect transition="in" filter="fade">
                                      <p:cBhvr>
                                        <p:cTn id="15" dur="10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nodeType="clickEffect">
                                  <p:stCondLst>
                                    <p:cond delay="0"/>
                                  </p:stCondLst>
                                  <p:childTnLst>
                                    <p:animEffect transition="out" filter="fade">
                                      <p:cBhvr>
                                        <p:cTn id="19" dur="1000"/>
                                        <p:tgtEl>
                                          <p:spTgt spid="2"/>
                                        </p:tgtEl>
                                      </p:cBhvr>
                                    </p:animEffect>
                                    <p:set>
                                      <p:cBhvr>
                                        <p:cTn id="20" dur="1" fill="hold">
                                          <p:stCondLst>
                                            <p:cond delay="998"/>
                                          </p:stCondLst>
                                        </p:cTn>
                                        <p:tgtEl>
                                          <p:spTgt spid="2"/>
                                        </p:tgtEl>
                                        <p:attrNameLst>
                                          <p:attrName>style.visibility</p:attrName>
                                        </p:attrNameLst>
                                      </p:cBhvr>
                                      <p:to>
                                        <p:strVal val="hidden"/>
                                      </p:to>
                                    </p:set>
                                  </p:childTnLst>
                                  <p:subTnLst>
                                    <p:audio>
                                      <p:cMediaNode>
                                        <p:cTn display="0" masterRel="sameClick">
                                          <p:stCondLst>
                                            <p:cond evt="begin" delay="0">
                                              <p:tn val="18"/>
                                            </p:cond>
                                          </p:stCondLst>
                                          <p:endCondLst>
                                            <p:cond evt="onStopAudio" delay="0">
                                              <p:tgtEl>
                                                <p:sldTgt/>
                                              </p:tgtEl>
                                            </p:cond>
                                          </p:endCondLst>
                                        </p:cTn>
                                        <p:tgtEl>
                                          <p:sndTgt r:embed="rId3" name="chimes.wav"/>
                                        </p:tgtEl>
                                      </p:cMediaNode>
                                    </p:audio>
                                  </p:subTnLst>
                                </p:cTn>
                              </p:par>
                              <p:par>
                                <p:cTn id="21" presetID="10" presetClass="entr" presetSubtype="0" fill="hold" nodeType="with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par>
                                <p:cTn id="24" presetID="1"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childTnLst>
                                </p:cTn>
                              </p:par>
                              <p:par>
                                <p:cTn id="26" presetID="1" presetClass="exit" presetSubtype="0" fill="hold" grpId="0" nodeType="withEffect">
                                  <p:stCondLst>
                                    <p:cond delay="0"/>
                                  </p:stCondLst>
                                  <p:childTnLst>
                                    <p:set>
                                      <p:cBhvr>
                                        <p:cTn id="27" dur="1" fill="hold">
                                          <p:stCondLst>
                                            <p:cond delay="0"/>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06970"/>
        </a:solidFill>
        <a:effectLst/>
      </p:bgPr>
    </p:bg>
    <p:spTree>
      <p:nvGrpSpPr>
        <p:cNvPr id="1" name=""/>
        <p:cNvGrpSpPr/>
        <p:nvPr/>
      </p:nvGrpSpPr>
      <p:grpSpPr>
        <a:xfrm>
          <a:off x="0" y="0"/>
          <a:ext cx="0" cy="0"/>
          <a:chOff x="0" y="0"/>
          <a:chExt cx="0" cy="0"/>
        </a:xfrm>
      </p:grpSpPr>
      <p:sp>
        <p:nvSpPr>
          <p:cNvPr id="2" name="TextBox 1"/>
          <p:cNvSpPr txBox="1"/>
          <p:nvPr/>
        </p:nvSpPr>
        <p:spPr>
          <a:xfrm>
            <a:off x="274320" y="1371600"/>
            <a:ext cx="8595360" cy="914400"/>
          </a:xfrm>
          <a:prstGeom prst="rect">
            <a:avLst/>
          </a:prstGeom>
          <a:noFill/>
        </p:spPr>
        <p:txBody>
          <a:bodyPr wrap="square">
            <a:spAutoFit/>
          </a:bodyPr>
          <a:lstStyle/>
          <a:p>
            <a:pPr algn="ctr"/>
            <a:r>
              <a:rPr sz="4400" b="1">
                <a:solidFill>
                  <a:srgbClr val="FFFFFF"/>
                </a:solidFill>
                <a:latin typeface="KaiTi"/>
              </a:rPr>
              <a:t>📖 Session 2 · 下 午</a:t>
            </a:r>
          </a:p>
        </p:txBody>
      </p:sp>
      <p:sp>
        <p:nvSpPr>
          <p:cNvPr id="3" name="TextBox 2"/>
          <p:cNvSpPr txBox="1"/>
          <p:nvPr/>
        </p:nvSpPr>
        <p:spPr>
          <a:xfrm>
            <a:off x="274320" y="2468880"/>
            <a:ext cx="8595360" cy="365760"/>
          </a:xfrm>
          <a:prstGeom prst="rect">
            <a:avLst/>
          </a:prstGeom>
          <a:noFill/>
        </p:spPr>
        <p:txBody>
          <a:bodyPr wrap="square">
            <a:spAutoFit/>
          </a:bodyPr>
          <a:lstStyle/>
          <a:p>
            <a:pPr algn="ctr"/>
            <a:r>
              <a:rPr sz="1800" b="1">
                <a:solidFill>
                  <a:srgbClr val="F5C242"/>
                </a:solidFill>
                <a:latin typeface="KaiTi"/>
              </a:rPr>
              <a:t>复 习 + 语 言 (我 会 认 6 · 我 会 写 3)</a:t>
            </a:r>
          </a:p>
        </p:txBody>
      </p:sp>
      <p:sp>
        <p:nvSpPr>
          <p:cNvPr id="4" name="5-Point Star 3"/>
          <p:cNvSpPr/>
          <p:nvPr/>
        </p:nvSpPr>
        <p:spPr>
          <a:xfrm>
            <a:off x="731520" y="4297680"/>
            <a:ext cx="320040" cy="320040"/>
          </a:xfrm>
          <a:prstGeom prst="star5">
            <a:avLst/>
          </a:prstGeom>
          <a:solidFill>
            <a:srgbClr val="F5C2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5-Point Star 4"/>
          <p:cNvSpPr/>
          <p:nvPr/>
        </p:nvSpPr>
        <p:spPr>
          <a:xfrm>
            <a:off x="1645920" y="4114800"/>
            <a:ext cx="320040" cy="320040"/>
          </a:xfrm>
          <a:prstGeom prst="star5">
            <a:avLst/>
          </a:prstGeom>
          <a:solidFill>
            <a:srgbClr val="F5C2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5-Point Star 5"/>
          <p:cNvSpPr/>
          <p:nvPr/>
        </p:nvSpPr>
        <p:spPr>
          <a:xfrm>
            <a:off x="7132320" y="4114800"/>
            <a:ext cx="320040" cy="320040"/>
          </a:xfrm>
          <a:prstGeom prst="star5">
            <a:avLst/>
          </a:prstGeom>
          <a:solidFill>
            <a:srgbClr val="F5C2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5-Point Star 6"/>
          <p:cNvSpPr/>
          <p:nvPr/>
        </p:nvSpPr>
        <p:spPr>
          <a:xfrm>
            <a:off x="7863840" y="4297680"/>
            <a:ext cx="320040" cy="320040"/>
          </a:xfrm>
          <a:prstGeom prst="star5">
            <a:avLst/>
          </a:prstGeom>
          <a:solidFill>
            <a:srgbClr val="F5C2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412480" y="192024"/>
            <a:ext cx="457200" cy="310896"/>
          </a:xfrm>
          <a:prstGeom prst="rect">
            <a:avLst/>
          </a:prstGeom>
          <a:noFill/>
        </p:spPr>
        <p:txBody>
          <a:bodyPr wrap="square">
            <a:spAutoFit/>
          </a:bodyPr>
          <a:lstStyle/>
          <a:p>
            <a:pPr algn="r"/>
            <a:r>
              <a:rPr sz="1200" b="1">
                <a:solidFill>
                  <a:srgbClr val="FFFFFF"/>
                </a:solidFill>
                <a:latin typeface="KaiTi"/>
              </a:rPr>
              <a:t>35</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6F8EC"/>
        </a:solidFill>
        <a:effectLst/>
      </p:bgPr>
    </p:bg>
    <p:spTree>
      <p:nvGrpSpPr>
        <p:cNvPr id="1" name=""/>
        <p:cNvGrpSpPr/>
        <p:nvPr/>
      </p:nvGrpSpPr>
      <p:grpSpPr>
        <a:xfrm>
          <a:off x="0" y="0"/>
          <a:ext cx="0" cy="0"/>
          <a:chOff x="0" y="0"/>
          <a:chExt cx="0" cy="0"/>
        </a:xfrm>
      </p:grpSpPr>
      <p:sp>
        <p:nvSpPr>
          <p:cNvPr id="2" name="Rounded Rectangle 1"/>
          <p:cNvSpPr/>
          <p:nvPr/>
        </p:nvSpPr>
        <p:spPr>
          <a:xfrm>
            <a:off x="274320" y="137160"/>
            <a:ext cx="8595360" cy="502920"/>
          </a:xfrm>
          <a:prstGeom prst="roundRect">
            <a:avLst/>
          </a:prstGeom>
          <a:solidFill>
            <a:srgbClr val="0069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64592"/>
            <a:ext cx="8412480" cy="457200"/>
          </a:xfrm>
          <a:prstGeom prst="rect">
            <a:avLst/>
          </a:prstGeom>
          <a:noFill/>
        </p:spPr>
        <p:txBody>
          <a:bodyPr wrap="square">
            <a:spAutoFit/>
          </a:bodyPr>
          <a:lstStyle/>
          <a:p>
            <a:r>
              <a:rPr sz="2000" b="1">
                <a:solidFill>
                  <a:srgbClr val="FFFFFF"/>
                </a:solidFill>
                <a:latin typeface="KaiTi"/>
              </a:rPr>
              <a:t>🔁 快 速 复 习 — 塑 料 伤 害 谁?</a:t>
            </a:r>
          </a:p>
        </p:txBody>
      </p:sp>
      <p:sp>
        <p:nvSpPr>
          <p:cNvPr id="4" name="TextBox 3"/>
          <p:cNvSpPr txBox="1"/>
          <p:nvPr/>
        </p:nvSpPr>
        <p:spPr>
          <a:xfrm>
            <a:off x="365760" y="749808"/>
            <a:ext cx="8412480" cy="274320"/>
          </a:xfrm>
          <a:prstGeom prst="rect">
            <a:avLst/>
          </a:prstGeom>
          <a:noFill/>
        </p:spPr>
        <p:txBody>
          <a:bodyPr wrap="square">
            <a:spAutoFit/>
          </a:bodyPr>
          <a:lstStyle/>
          <a:p>
            <a:pPr algn="ctr"/>
            <a:r>
              <a:rPr sz="1200" b="1">
                <a:solidFill>
                  <a:srgbClr val="888888"/>
                </a:solidFill>
                <a:latin typeface="KaiTi"/>
              </a:rPr>
              <a:t>把 塑 料 和 它 伤 害 的 动 物 连 起 来 (口 头)</a:t>
            </a:r>
          </a:p>
        </p:txBody>
      </p:sp>
      <p:sp>
        <p:nvSpPr>
          <p:cNvPr id="5" name="Rounded Rectangle 4"/>
          <p:cNvSpPr/>
          <p:nvPr/>
        </p:nvSpPr>
        <p:spPr>
          <a:xfrm>
            <a:off x="1188720" y="1143000"/>
            <a:ext cx="2926080" cy="475488"/>
          </a:xfrm>
          <a:prstGeom prst="roundRect">
            <a:avLst/>
          </a:prstGeom>
          <a:solidFill>
            <a:srgbClr val="1B6F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25880" y="1234440"/>
            <a:ext cx="2743200" cy="320040"/>
          </a:xfrm>
          <a:prstGeom prst="rect">
            <a:avLst/>
          </a:prstGeom>
          <a:noFill/>
        </p:spPr>
        <p:txBody>
          <a:bodyPr wrap="square">
            <a:spAutoFit/>
          </a:bodyPr>
          <a:lstStyle/>
          <a:p>
            <a:r>
              <a:rPr sz="1400" b="1">
                <a:solidFill>
                  <a:srgbClr val="FFFFFF"/>
                </a:solidFill>
                <a:latin typeface="KaiTi"/>
              </a:rPr>
              <a:t>🛍️ 塑 料 袋</a:t>
            </a:r>
          </a:p>
        </p:txBody>
      </p:sp>
      <p:sp>
        <p:nvSpPr>
          <p:cNvPr id="7" name="Rounded Rectangle 6"/>
          <p:cNvSpPr/>
          <p:nvPr/>
        </p:nvSpPr>
        <p:spPr>
          <a:xfrm>
            <a:off x="5029200" y="1143000"/>
            <a:ext cx="2926080" cy="475488"/>
          </a:xfrm>
          <a:prstGeom prst="roundRect">
            <a:avLst/>
          </a:prstGeom>
          <a:solidFill>
            <a:srgbClr val="FFFFFF"/>
          </a:solidFill>
          <a:ln w="25400">
            <a:solidFill>
              <a:srgbClr val="C825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166360" y="1234440"/>
            <a:ext cx="2743200" cy="320040"/>
          </a:xfrm>
          <a:prstGeom prst="rect">
            <a:avLst/>
          </a:prstGeom>
          <a:noFill/>
        </p:spPr>
        <p:txBody>
          <a:bodyPr wrap="square">
            <a:spAutoFit/>
          </a:bodyPr>
          <a:lstStyle/>
          <a:p>
            <a:r>
              <a:rPr sz="1400" b="1">
                <a:solidFill>
                  <a:srgbClr val="2C2C2C"/>
                </a:solidFill>
                <a:latin typeface="KaiTi"/>
              </a:rPr>
              <a:t>🐢  ？</a:t>
            </a:r>
          </a:p>
        </p:txBody>
      </p:sp>
      <p:sp>
        <p:nvSpPr>
          <p:cNvPr id="9" name="Rounded Rectangle 8"/>
          <p:cNvSpPr/>
          <p:nvPr/>
        </p:nvSpPr>
        <p:spPr>
          <a:xfrm>
            <a:off x="1188720" y="1709928"/>
            <a:ext cx="2926080" cy="475488"/>
          </a:xfrm>
          <a:prstGeom prst="roundRect">
            <a:avLst/>
          </a:prstGeom>
          <a:solidFill>
            <a:srgbClr val="0069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325880" y="1801368"/>
            <a:ext cx="2743200" cy="320040"/>
          </a:xfrm>
          <a:prstGeom prst="rect">
            <a:avLst/>
          </a:prstGeom>
          <a:noFill/>
        </p:spPr>
        <p:txBody>
          <a:bodyPr wrap="square">
            <a:spAutoFit/>
          </a:bodyPr>
          <a:lstStyle/>
          <a:p>
            <a:r>
              <a:rPr sz="1400" b="1">
                <a:solidFill>
                  <a:srgbClr val="FFFFFF"/>
                </a:solidFill>
                <a:latin typeface="KaiTi"/>
              </a:rPr>
              <a:t>🥤 吸 管</a:t>
            </a:r>
          </a:p>
        </p:txBody>
      </p:sp>
      <p:sp>
        <p:nvSpPr>
          <p:cNvPr id="11" name="Rounded Rectangle 10"/>
          <p:cNvSpPr/>
          <p:nvPr/>
        </p:nvSpPr>
        <p:spPr>
          <a:xfrm>
            <a:off x="5029200" y="1709928"/>
            <a:ext cx="2926080" cy="475488"/>
          </a:xfrm>
          <a:prstGeom prst="roundRect">
            <a:avLst/>
          </a:prstGeom>
          <a:solidFill>
            <a:srgbClr val="FFFFFF"/>
          </a:solidFill>
          <a:ln w="25400">
            <a:solidFill>
              <a:srgbClr val="C825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166360" y="1801368"/>
            <a:ext cx="2743200" cy="320040"/>
          </a:xfrm>
          <a:prstGeom prst="rect">
            <a:avLst/>
          </a:prstGeom>
          <a:noFill/>
        </p:spPr>
        <p:txBody>
          <a:bodyPr wrap="square">
            <a:spAutoFit/>
          </a:bodyPr>
          <a:lstStyle/>
          <a:p>
            <a:r>
              <a:rPr sz="1400" b="1">
                <a:solidFill>
                  <a:srgbClr val="2C2C2C"/>
                </a:solidFill>
                <a:latin typeface="KaiTi"/>
              </a:rPr>
              <a:t>🐢  ？</a:t>
            </a:r>
          </a:p>
        </p:txBody>
      </p:sp>
      <p:sp>
        <p:nvSpPr>
          <p:cNvPr id="13" name="Rounded Rectangle 12"/>
          <p:cNvSpPr/>
          <p:nvPr/>
        </p:nvSpPr>
        <p:spPr>
          <a:xfrm>
            <a:off x="1188720" y="2276856"/>
            <a:ext cx="2926080" cy="475488"/>
          </a:xfrm>
          <a:prstGeom prst="round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325880" y="2368296"/>
            <a:ext cx="2743200" cy="320040"/>
          </a:xfrm>
          <a:prstGeom prst="rect">
            <a:avLst/>
          </a:prstGeom>
          <a:noFill/>
        </p:spPr>
        <p:txBody>
          <a:bodyPr wrap="square">
            <a:spAutoFit/>
          </a:bodyPr>
          <a:lstStyle/>
          <a:p>
            <a:r>
              <a:rPr sz="1400" b="1">
                <a:solidFill>
                  <a:srgbClr val="FFFFFF"/>
                </a:solidFill>
                <a:latin typeface="KaiTi"/>
              </a:rPr>
              <a:t>🧴 塑 料 瓶</a:t>
            </a:r>
          </a:p>
        </p:txBody>
      </p:sp>
      <p:sp>
        <p:nvSpPr>
          <p:cNvPr id="15" name="Rounded Rectangle 14"/>
          <p:cNvSpPr/>
          <p:nvPr/>
        </p:nvSpPr>
        <p:spPr>
          <a:xfrm>
            <a:off x="5029200" y="2276856"/>
            <a:ext cx="2926080" cy="475488"/>
          </a:xfrm>
          <a:prstGeom prst="roundRect">
            <a:avLst/>
          </a:prstGeom>
          <a:solidFill>
            <a:srgbClr val="FFFFFF"/>
          </a:solidFill>
          <a:ln w="25400">
            <a:solidFill>
              <a:srgbClr val="C825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166360" y="2368296"/>
            <a:ext cx="2743200" cy="320040"/>
          </a:xfrm>
          <a:prstGeom prst="rect">
            <a:avLst/>
          </a:prstGeom>
          <a:noFill/>
        </p:spPr>
        <p:txBody>
          <a:bodyPr wrap="square">
            <a:spAutoFit/>
          </a:bodyPr>
          <a:lstStyle/>
          <a:p>
            <a:r>
              <a:rPr sz="1400" b="1">
                <a:solidFill>
                  <a:srgbClr val="2C2C2C"/>
                </a:solidFill>
                <a:latin typeface="KaiTi"/>
              </a:rPr>
              <a:t>🐦  ？</a:t>
            </a:r>
          </a:p>
        </p:txBody>
      </p:sp>
      <p:sp>
        <p:nvSpPr>
          <p:cNvPr id="17" name="Rounded Rectangle 16"/>
          <p:cNvSpPr/>
          <p:nvPr/>
        </p:nvSpPr>
        <p:spPr>
          <a:xfrm>
            <a:off x="1188720" y="2843784"/>
            <a:ext cx="2926080" cy="475488"/>
          </a:xfrm>
          <a:prstGeom prst="roundRect">
            <a:avLst/>
          </a:prstGeom>
          <a:solidFill>
            <a:srgbClr val="3A7C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325880" y="2935224"/>
            <a:ext cx="2743200" cy="320040"/>
          </a:xfrm>
          <a:prstGeom prst="rect">
            <a:avLst/>
          </a:prstGeom>
          <a:noFill/>
        </p:spPr>
        <p:txBody>
          <a:bodyPr wrap="square">
            <a:spAutoFit/>
          </a:bodyPr>
          <a:lstStyle/>
          <a:p>
            <a:r>
              <a:rPr sz="1400" b="1">
                <a:solidFill>
                  <a:srgbClr val="FFFFFF"/>
                </a:solidFill>
                <a:latin typeface="KaiTi"/>
              </a:rPr>
              <a:t>🍴 一 次 性 餐 具</a:t>
            </a:r>
          </a:p>
        </p:txBody>
      </p:sp>
      <p:sp>
        <p:nvSpPr>
          <p:cNvPr id="19" name="Rounded Rectangle 18"/>
          <p:cNvSpPr/>
          <p:nvPr/>
        </p:nvSpPr>
        <p:spPr>
          <a:xfrm>
            <a:off x="5029200" y="2843784"/>
            <a:ext cx="2926080" cy="475488"/>
          </a:xfrm>
          <a:prstGeom prst="roundRect">
            <a:avLst/>
          </a:prstGeom>
          <a:solidFill>
            <a:srgbClr val="FFFFFF"/>
          </a:solidFill>
          <a:ln w="25400">
            <a:solidFill>
              <a:srgbClr val="C825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166360" y="2935224"/>
            <a:ext cx="2743200" cy="320040"/>
          </a:xfrm>
          <a:prstGeom prst="rect">
            <a:avLst/>
          </a:prstGeom>
          <a:noFill/>
        </p:spPr>
        <p:txBody>
          <a:bodyPr wrap="square">
            <a:spAutoFit/>
          </a:bodyPr>
          <a:lstStyle/>
          <a:p>
            <a:r>
              <a:rPr sz="1400" b="1">
                <a:solidFill>
                  <a:srgbClr val="2C2C2C"/>
                </a:solidFill>
                <a:latin typeface="KaiTi"/>
              </a:rPr>
              <a:t>🐟  ？</a:t>
            </a:r>
          </a:p>
        </p:txBody>
      </p:sp>
      <p:sp>
        <p:nvSpPr>
          <p:cNvPr id="21" name="Rounded Rectangle 20"/>
          <p:cNvSpPr/>
          <p:nvPr/>
        </p:nvSpPr>
        <p:spPr>
          <a:xfrm>
            <a:off x="1188720" y="3410712"/>
            <a:ext cx="2926080" cy="475488"/>
          </a:xfrm>
          <a:prstGeom prst="roundRect">
            <a:avLst/>
          </a:prstGeom>
          <a:solidFill>
            <a:srgbClr val="C05A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325880" y="3502152"/>
            <a:ext cx="2743200" cy="320040"/>
          </a:xfrm>
          <a:prstGeom prst="rect">
            <a:avLst/>
          </a:prstGeom>
          <a:noFill/>
        </p:spPr>
        <p:txBody>
          <a:bodyPr wrap="square">
            <a:spAutoFit/>
          </a:bodyPr>
          <a:lstStyle/>
          <a:p>
            <a:r>
              <a:rPr sz="1400" b="1">
                <a:solidFill>
                  <a:srgbClr val="FFFFFF"/>
                </a:solidFill>
                <a:latin typeface="KaiTi"/>
              </a:rPr>
              <a:t>📦 塑 料 包 装</a:t>
            </a:r>
          </a:p>
        </p:txBody>
      </p:sp>
      <p:sp>
        <p:nvSpPr>
          <p:cNvPr id="23" name="Rounded Rectangle 22"/>
          <p:cNvSpPr/>
          <p:nvPr/>
        </p:nvSpPr>
        <p:spPr>
          <a:xfrm>
            <a:off x="5029200" y="3410712"/>
            <a:ext cx="2926080" cy="475488"/>
          </a:xfrm>
          <a:prstGeom prst="roundRect">
            <a:avLst/>
          </a:prstGeom>
          <a:solidFill>
            <a:srgbClr val="FFFFFF"/>
          </a:solidFill>
          <a:ln w="25400">
            <a:solidFill>
              <a:srgbClr val="C825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166360" y="3502152"/>
            <a:ext cx="2743200" cy="320040"/>
          </a:xfrm>
          <a:prstGeom prst="rect">
            <a:avLst/>
          </a:prstGeom>
          <a:noFill/>
        </p:spPr>
        <p:txBody>
          <a:bodyPr wrap="square">
            <a:spAutoFit/>
          </a:bodyPr>
          <a:lstStyle/>
          <a:p>
            <a:r>
              <a:rPr sz="1400" b="1">
                <a:solidFill>
                  <a:srgbClr val="2C2C2C"/>
                </a:solidFill>
                <a:latin typeface="KaiTi"/>
              </a:rPr>
              <a:t>🦭  ？</a:t>
            </a:r>
          </a:p>
        </p:txBody>
      </p:sp>
      <p:sp>
        <p:nvSpPr>
          <p:cNvPr id="25" name="Rounded Rectangle 24"/>
          <p:cNvSpPr/>
          <p:nvPr/>
        </p:nvSpPr>
        <p:spPr>
          <a:xfrm>
            <a:off x="1188720" y="3977639"/>
            <a:ext cx="2926080" cy="475488"/>
          </a:xfrm>
          <a:prstGeom prst="roundRect">
            <a:avLst/>
          </a:prstGeom>
          <a:solidFill>
            <a:srgbClr val="C8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325880" y="4069079"/>
            <a:ext cx="2743200" cy="320040"/>
          </a:xfrm>
          <a:prstGeom prst="rect">
            <a:avLst/>
          </a:prstGeom>
          <a:noFill/>
        </p:spPr>
        <p:txBody>
          <a:bodyPr wrap="square">
            <a:spAutoFit/>
          </a:bodyPr>
          <a:lstStyle/>
          <a:p>
            <a:r>
              <a:rPr sz="1400" b="1">
                <a:solidFill>
                  <a:srgbClr val="FFFFFF"/>
                </a:solidFill>
                <a:latin typeface="KaiTi"/>
              </a:rPr>
              <a:t>🥤 一 次 性 杯 子</a:t>
            </a:r>
          </a:p>
        </p:txBody>
      </p:sp>
      <p:sp>
        <p:nvSpPr>
          <p:cNvPr id="27" name="Rounded Rectangle 26"/>
          <p:cNvSpPr/>
          <p:nvPr/>
        </p:nvSpPr>
        <p:spPr>
          <a:xfrm>
            <a:off x="5029200" y="3977639"/>
            <a:ext cx="2926080" cy="475488"/>
          </a:xfrm>
          <a:prstGeom prst="roundRect">
            <a:avLst/>
          </a:prstGeom>
          <a:solidFill>
            <a:srgbClr val="FFFFFF"/>
          </a:solidFill>
          <a:ln w="25400">
            <a:solidFill>
              <a:srgbClr val="C825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166360" y="4069079"/>
            <a:ext cx="2743200" cy="320040"/>
          </a:xfrm>
          <a:prstGeom prst="rect">
            <a:avLst/>
          </a:prstGeom>
          <a:noFill/>
        </p:spPr>
        <p:txBody>
          <a:bodyPr wrap="square">
            <a:spAutoFit/>
          </a:bodyPr>
          <a:lstStyle/>
          <a:p>
            <a:r>
              <a:rPr sz="1400" b="1">
                <a:solidFill>
                  <a:srgbClr val="2C2C2C"/>
                </a:solidFill>
                <a:latin typeface="KaiTi"/>
              </a:rPr>
              <a:t>🌊  ？</a:t>
            </a:r>
          </a:p>
        </p:txBody>
      </p:sp>
      <p:sp>
        <p:nvSpPr>
          <p:cNvPr id="29" name="TextBox 28"/>
          <p:cNvSpPr txBox="1"/>
          <p:nvPr/>
        </p:nvSpPr>
        <p:spPr>
          <a:xfrm>
            <a:off x="4160520" y="2194560"/>
            <a:ext cx="822960" cy="548640"/>
          </a:xfrm>
          <a:prstGeom prst="rect">
            <a:avLst/>
          </a:prstGeom>
          <a:noFill/>
        </p:spPr>
        <p:txBody>
          <a:bodyPr wrap="square">
            <a:spAutoFit/>
          </a:bodyPr>
          <a:lstStyle/>
          <a:p>
            <a:pPr algn="ctr"/>
            <a:r>
              <a:rPr sz="2800" b="0">
                <a:solidFill>
                  <a:srgbClr val="2C2C2C"/>
                </a:solidFill>
                <a:latin typeface="KaiTi"/>
              </a:rPr>
              <a:t>❓</a:t>
            </a:r>
          </a:p>
        </p:txBody>
      </p:sp>
      <p:sp>
        <p:nvSpPr>
          <p:cNvPr id="30" name="TextBox 29"/>
          <p:cNvSpPr txBox="1"/>
          <p:nvPr/>
        </p:nvSpPr>
        <p:spPr>
          <a:xfrm>
            <a:off x="8412480" y="192024"/>
            <a:ext cx="457200" cy="310896"/>
          </a:xfrm>
          <a:prstGeom prst="rect">
            <a:avLst/>
          </a:prstGeom>
          <a:noFill/>
        </p:spPr>
        <p:txBody>
          <a:bodyPr wrap="square">
            <a:spAutoFit/>
          </a:bodyPr>
          <a:lstStyle/>
          <a:p>
            <a:pPr algn="r"/>
            <a:r>
              <a:rPr sz="1200" b="1">
                <a:solidFill>
                  <a:srgbClr val="FFFFFF"/>
                </a:solidFill>
                <a:latin typeface="KaiTi"/>
              </a:rPr>
              <a:t>36</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6F8EC"/>
        </a:solidFill>
        <a:effectLst/>
      </p:bgPr>
    </p:bg>
    <p:spTree>
      <p:nvGrpSpPr>
        <p:cNvPr id="1" name=""/>
        <p:cNvGrpSpPr/>
        <p:nvPr/>
      </p:nvGrpSpPr>
      <p:grpSpPr>
        <a:xfrm>
          <a:off x="0" y="0"/>
          <a:ext cx="0" cy="0"/>
          <a:chOff x="0" y="0"/>
          <a:chExt cx="0" cy="0"/>
        </a:xfrm>
      </p:grpSpPr>
      <p:sp>
        <p:nvSpPr>
          <p:cNvPr id="2" name="Rounded Rectangle 1"/>
          <p:cNvSpPr/>
          <p:nvPr/>
        </p:nvSpPr>
        <p:spPr>
          <a:xfrm>
            <a:off x="274320" y="137160"/>
            <a:ext cx="8595360" cy="502920"/>
          </a:xfrm>
          <a:prstGeom prst="roundRect">
            <a:avLst/>
          </a:prstGeom>
          <a:solidFill>
            <a:srgbClr val="0069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64592"/>
            <a:ext cx="8412480" cy="457200"/>
          </a:xfrm>
          <a:prstGeom prst="rect">
            <a:avLst/>
          </a:prstGeom>
          <a:noFill/>
        </p:spPr>
        <p:txBody>
          <a:bodyPr wrap="square">
            <a:spAutoFit/>
          </a:bodyPr>
          <a:lstStyle/>
          <a:p>
            <a:r>
              <a:rPr sz="2000" b="1">
                <a:solidFill>
                  <a:srgbClr val="FFFFFF"/>
                </a:solidFill>
                <a:latin typeface="KaiTi"/>
              </a:rPr>
              <a:t>🎮 复 习 游 戏 · Baamboozle</a:t>
            </a:r>
          </a:p>
        </p:txBody>
      </p:sp>
      <p:sp>
        <p:nvSpPr>
          <p:cNvPr id="4" name="Rounded Rectangle 3"/>
          <p:cNvSpPr/>
          <p:nvPr/>
        </p:nvSpPr>
        <p:spPr>
          <a:xfrm>
            <a:off x="1371600" y="1005840"/>
            <a:ext cx="6400800" cy="2377440"/>
          </a:xfrm>
          <a:prstGeom prst="roundRect">
            <a:avLst/>
          </a:prstGeom>
          <a:solidFill>
            <a:srgbClr val="0F1A3A"/>
          </a:solidFill>
          <a:ln w="38100">
            <a:solidFill>
              <a:srgbClr val="0069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371600" y="1691640"/>
            <a:ext cx="6400800" cy="914400"/>
          </a:xfrm>
          <a:prstGeom prst="rect">
            <a:avLst/>
          </a:prstGeom>
          <a:noFill/>
        </p:spPr>
        <p:txBody>
          <a:bodyPr wrap="square">
            <a:spAutoFit/>
          </a:bodyPr>
          <a:lstStyle/>
          <a:p>
            <a:pPr algn="ctr"/>
            <a:r>
              <a:rPr sz="8000" b="0">
                <a:solidFill>
                  <a:srgbClr val="2C2C2C"/>
                </a:solidFill>
                <a:latin typeface="KaiTi"/>
              </a:rPr>
              <a:t>🎮</a:t>
            </a:r>
          </a:p>
        </p:txBody>
      </p:sp>
      <p:sp>
        <p:nvSpPr>
          <p:cNvPr id="6" name="Rounded Rectangle 5">
            <a:hlinkClick r:id="rId2"/>
          </p:cNvPr>
          <p:cNvSpPr/>
          <p:nvPr/>
        </p:nvSpPr>
        <p:spPr>
          <a:xfrm>
            <a:off x="2743200" y="3611880"/>
            <a:ext cx="3657600" cy="548640"/>
          </a:xfrm>
          <a:prstGeom prst="round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0" y="3703320"/>
            <a:ext cx="3657600" cy="365760"/>
          </a:xfrm>
          <a:prstGeom prst="rect">
            <a:avLst/>
          </a:prstGeom>
          <a:noFill/>
        </p:spPr>
        <p:txBody>
          <a:bodyPr wrap="square">
            <a:spAutoFit/>
          </a:bodyPr>
          <a:lstStyle/>
          <a:p>
            <a:pPr algn="ctr"/>
            <a:r>
              <a:rPr sz="1500" b="1">
                <a:solidFill>
                  <a:srgbClr val="FFFFFF"/>
                </a:solidFill>
                <a:latin typeface="KaiTi"/>
              </a:rPr>
              <a:t>▶️ 点 击 开 始  Play</a:t>
            </a:r>
          </a:p>
        </p:txBody>
      </p:sp>
      <p:sp>
        <p:nvSpPr>
          <p:cNvPr id="8" name="TextBox 7"/>
          <p:cNvSpPr txBox="1"/>
          <p:nvPr/>
        </p:nvSpPr>
        <p:spPr>
          <a:xfrm>
            <a:off x="365760" y="4343400"/>
            <a:ext cx="8412480" cy="274320"/>
          </a:xfrm>
          <a:prstGeom prst="rect">
            <a:avLst/>
          </a:prstGeom>
          <a:noFill/>
        </p:spPr>
        <p:txBody>
          <a:bodyPr wrap="square">
            <a:spAutoFit/>
          </a:bodyPr>
          <a:lstStyle/>
          <a:p>
            <a:pPr algn="ctr"/>
            <a:r>
              <a:rPr sz="900" b="0">
                <a:solidFill>
                  <a:srgbClr val="888888"/>
                </a:solidFill>
                <a:latin typeface="KaiTi"/>
              </a:rPr>
              <a:t>🔗 https://www.baamboozle.com/games  (老 师: 换 成 真 实 游 戏 链 接)</a:t>
            </a:r>
          </a:p>
        </p:txBody>
      </p:sp>
      <p:sp>
        <p:nvSpPr>
          <p:cNvPr id="9" name="TextBox 8"/>
          <p:cNvSpPr txBox="1"/>
          <p:nvPr/>
        </p:nvSpPr>
        <p:spPr>
          <a:xfrm>
            <a:off x="8412480" y="192024"/>
            <a:ext cx="457200" cy="310896"/>
          </a:xfrm>
          <a:prstGeom prst="rect">
            <a:avLst/>
          </a:prstGeom>
          <a:noFill/>
        </p:spPr>
        <p:txBody>
          <a:bodyPr wrap="square">
            <a:spAutoFit/>
          </a:bodyPr>
          <a:lstStyle/>
          <a:p>
            <a:pPr algn="r"/>
            <a:r>
              <a:rPr sz="1200" b="1">
                <a:solidFill>
                  <a:srgbClr val="FFFFFF"/>
                </a:solidFill>
                <a:latin typeface="KaiTi"/>
              </a:rPr>
              <a:t>37</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6F8EC"/>
        </a:solidFill>
        <a:effectLst/>
      </p:bgPr>
    </p:bg>
    <p:spTree>
      <p:nvGrpSpPr>
        <p:cNvPr id="1" name=""/>
        <p:cNvGrpSpPr/>
        <p:nvPr/>
      </p:nvGrpSpPr>
      <p:grpSpPr>
        <a:xfrm>
          <a:off x="0" y="0"/>
          <a:ext cx="0" cy="0"/>
          <a:chOff x="0" y="0"/>
          <a:chExt cx="0" cy="0"/>
        </a:xfrm>
      </p:grpSpPr>
      <p:sp>
        <p:nvSpPr>
          <p:cNvPr id="2" name="Rounded Rectangle 1"/>
          <p:cNvSpPr/>
          <p:nvPr/>
        </p:nvSpPr>
        <p:spPr>
          <a:xfrm>
            <a:off x="274320" y="137160"/>
            <a:ext cx="8595360" cy="502920"/>
          </a:xfrm>
          <a:prstGeom prst="roundRect">
            <a:avLst/>
          </a:prstGeom>
          <a:solidFill>
            <a:srgbClr val="0B5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64592"/>
            <a:ext cx="8412480" cy="457200"/>
          </a:xfrm>
          <a:prstGeom prst="rect">
            <a:avLst/>
          </a:prstGeom>
          <a:noFill/>
        </p:spPr>
        <p:txBody>
          <a:bodyPr wrap="square">
            <a:spAutoFit/>
          </a:bodyPr>
          <a:lstStyle/>
          <a:p>
            <a:r>
              <a:rPr sz="2000" b="1">
                <a:solidFill>
                  <a:srgbClr val="FFFFFF"/>
                </a:solidFill>
                <a:latin typeface="KaiTi"/>
              </a:rPr>
              <a:t>👀 我 会 认 · 水  I Can Read</a:t>
            </a:r>
          </a:p>
        </p:txBody>
      </p:sp>
      <p:sp>
        <p:nvSpPr>
          <p:cNvPr id="4" name="Rounded Rectangle 3"/>
          <p:cNvSpPr/>
          <p:nvPr/>
        </p:nvSpPr>
        <p:spPr>
          <a:xfrm>
            <a:off x="365760" y="868680"/>
            <a:ext cx="4160520" cy="3017520"/>
          </a:xfrm>
          <a:prstGeom prst="roundRect">
            <a:avLst/>
          </a:prstGeom>
          <a:solidFill>
            <a:srgbClr val="FFF3E0"/>
          </a:solidFill>
          <a:ln w="31750">
            <a:solidFill>
              <a:srgbClr val="0B5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005840"/>
            <a:ext cx="3977639" cy="731520"/>
          </a:xfrm>
          <a:prstGeom prst="rect">
            <a:avLst/>
          </a:prstGeom>
          <a:noFill/>
        </p:spPr>
        <p:txBody>
          <a:bodyPr wrap="square">
            <a:spAutoFit/>
          </a:bodyPr>
          <a:lstStyle/>
          <a:p>
            <a:pPr algn="ctr"/>
            <a:r>
              <a:rPr sz="5800" b="0">
                <a:solidFill>
                  <a:srgbClr val="2C2C2C"/>
                </a:solidFill>
                <a:latin typeface="KaiTi"/>
              </a:rPr>
              <a:t>💧</a:t>
            </a:r>
          </a:p>
        </p:txBody>
      </p:sp>
      <p:sp>
        <p:nvSpPr>
          <p:cNvPr id="6" name="TextBox 5"/>
          <p:cNvSpPr txBox="1"/>
          <p:nvPr/>
        </p:nvSpPr>
        <p:spPr>
          <a:xfrm>
            <a:off x="457200" y="1783080"/>
            <a:ext cx="3977639" cy="640080"/>
          </a:xfrm>
          <a:prstGeom prst="rect">
            <a:avLst/>
          </a:prstGeom>
          <a:noFill/>
        </p:spPr>
        <p:txBody>
          <a:bodyPr wrap="square">
            <a:spAutoFit/>
          </a:bodyPr>
          <a:lstStyle/>
          <a:p>
            <a:pPr algn="ctr"/>
            <a:r>
              <a:rPr sz="4400" b="1">
                <a:solidFill>
                  <a:srgbClr val="0B5C8C"/>
                </a:solidFill>
                <a:latin typeface="KaiTi"/>
              </a:rPr>
              <a:t>水</a:t>
            </a:r>
          </a:p>
        </p:txBody>
      </p:sp>
      <p:sp>
        <p:nvSpPr>
          <p:cNvPr id="7" name="TextBox 6"/>
          <p:cNvSpPr txBox="1"/>
          <p:nvPr/>
        </p:nvSpPr>
        <p:spPr>
          <a:xfrm>
            <a:off x="457200" y="2514600"/>
            <a:ext cx="3977639" cy="274320"/>
          </a:xfrm>
          <a:prstGeom prst="rect">
            <a:avLst/>
          </a:prstGeom>
          <a:noFill/>
        </p:spPr>
        <p:txBody>
          <a:bodyPr wrap="square">
            <a:spAutoFit/>
          </a:bodyPr>
          <a:lstStyle/>
          <a:p>
            <a:pPr algn="ctr"/>
            <a:r>
              <a:rPr sz="1300" b="1">
                <a:solidFill>
                  <a:srgbClr val="2C2C2C"/>
                </a:solidFill>
                <a:latin typeface="KaiTi"/>
              </a:rPr>
              <a:t>shuǐ  ·  water</a:t>
            </a:r>
          </a:p>
        </p:txBody>
      </p:sp>
      <p:sp>
        <p:nvSpPr>
          <p:cNvPr id="8" name="TextBox 7"/>
          <p:cNvSpPr txBox="1"/>
          <p:nvPr/>
        </p:nvSpPr>
        <p:spPr>
          <a:xfrm>
            <a:off x="457200" y="2926080"/>
            <a:ext cx="3977639" cy="292608"/>
          </a:xfrm>
          <a:prstGeom prst="rect">
            <a:avLst/>
          </a:prstGeom>
          <a:noFill/>
        </p:spPr>
        <p:txBody>
          <a:bodyPr wrap="square">
            <a:spAutoFit/>
          </a:bodyPr>
          <a:lstStyle/>
          <a:p>
            <a:pPr algn="ctr"/>
            <a:r>
              <a:rPr sz="1200" b="1">
                <a:solidFill>
                  <a:srgbClr val="0B5C8C"/>
                </a:solidFill>
                <a:latin typeface="KaiTi"/>
              </a:rPr>
              <a:t>👉 跟 我 读!  Read after me!</a:t>
            </a:r>
          </a:p>
        </p:txBody>
      </p:sp>
      <p:sp>
        <p:nvSpPr>
          <p:cNvPr id="9" name="Rectangle 8"/>
          <p:cNvSpPr/>
          <p:nvPr/>
        </p:nvSpPr>
        <p:spPr>
          <a:xfrm>
            <a:off x="4663440" y="868680"/>
            <a:ext cx="4114800" cy="3017520"/>
          </a:xfrm>
          <a:prstGeom prst="rect">
            <a:avLst/>
          </a:prstGeom>
          <a:solidFill>
            <a:srgbClr val="E8EEE0"/>
          </a:solidFill>
          <a:ln w="25400">
            <a:solidFill>
              <a:srgbClr val="0B5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663440" y="960120"/>
            <a:ext cx="4114800" cy="256032"/>
          </a:xfrm>
          <a:prstGeom prst="rect">
            <a:avLst/>
          </a:prstGeom>
          <a:noFill/>
        </p:spPr>
        <p:txBody>
          <a:bodyPr wrap="square">
            <a:spAutoFit/>
          </a:bodyPr>
          <a:lstStyle/>
          <a:p>
            <a:pPr algn="ctr"/>
            <a:r>
              <a:rPr sz="1000" b="1">
                <a:solidFill>
                  <a:srgbClr val="0B5C8C"/>
                </a:solidFill>
                <a:latin typeface="KaiTi"/>
              </a:rPr>
              <a:t>📷 真 实 照 片 · Real Photo</a:t>
            </a:r>
          </a:p>
        </p:txBody>
      </p:sp>
      <p:sp>
        <p:nvSpPr>
          <p:cNvPr id="11" name="TextBox 10"/>
          <p:cNvSpPr txBox="1"/>
          <p:nvPr/>
        </p:nvSpPr>
        <p:spPr>
          <a:xfrm>
            <a:off x="4663440" y="2103120"/>
            <a:ext cx="4114800" cy="292608"/>
          </a:xfrm>
          <a:prstGeom prst="rect">
            <a:avLst/>
          </a:prstGeom>
          <a:noFill/>
        </p:spPr>
        <p:txBody>
          <a:bodyPr wrap="square">
            <a:spAutoFit/>
          </a:bodyPr>
          <a:lstStyle/>
          <a:p>
            <a:pPr algn="ctr"/>
            <a:r>
              <a:rPr sz="1200" b="1">
                <a:solidFill>
                  <a:srgbClr val="0B5C8C"/>
                </a:solidFill>
                <a:latin typeface="KaiTi"/>
              </a:rPr>
              <a:t>👇 在 这 里 插 入</a:t>
            </a:r>
          </a:p>
        </p:txBody>
      </p:sp>
      <p:sp>
        <p:nvSpPr>
          <p:cNvPr id="12" name="TextBox 11"/>
          <p:cNvSpPr txBox="1"/>
          <p:nvPr/>
        </p:nvSpPr>
        <p:spPr>
          <a:xfrm>
            <a:off x="4754879" y="2468879"/>
            <a:ext cx="3931920" cy="502920"/>
          </a:xfrm>
          <a:prstGeom prst="rect">
            <a:avLst/>
          </a:prstGeom>
          <a:noFill/>
        </p:spPr>
        <p:txBody>
          <a:bodyPr wrap="square">
            <a:spAutoFit/>
          </a:bodyPr>
          <a:lstStyle/>
          <a:p>
            <a:pPr algn="ctr"/>
            <a:r>
              <a:rPr sz="1100" b="1">
                <a:solidFill>
                  <a:srgbClr val="2C2C2C"/>
                </a:solidFill>
                <a:latin typeface="KaiTi"/>
              </a:rPr>
              <a:t>💧 一 杯 干 净 的 水</a:t>
            </a:r>
          </a:p>
        </p:txBody>
      </p:sp>
      <p:sp>
        <p:nvSpPr>
          <p:cNvPr id="13" name="TextBox 12"/>
          <p:cNvSpPr txBox="1"/>
          <p:nvPr/>
        </p:nvSpPr>
        <p:spPr>
          <a:xfrm>
            <a:off x="4754879" y="2971800"/>
            <a:ext cx="3931920" cy="292608"/>
          </a:xfrm>
          <a:prstGeom prst="rect">
            <a:avLst/>
          </a:prstGeom>
          <a:noFill/>
        </p:spPr>
        <p:txBody>
          <a:bodyPr wrap="square">
            <a:spAutoFit/>
          </a:bodyPr>
          <a:lstStyle/>
          <a:p>
            <a:pPr algn="ctr"/>
            <a:r>
              <a:rPr sz="900" b="0">
                <a:solidFill>
                  <a:srgbClr val="888888"/>
                </a:solidFill>
                <a:latin typeface="KaiTi"/>
              </a:rPr>
              <a:t>Image placeholder</a:t>
            </a:r>
          </a:p>
        </p:txBody>
      </p:sp>
      <p:sp>
        <p:nvSpPr>
          <p:cNvPr id="14" name="Rounded Rectangle 13"/>
          <p:cNvSpPr/>
          <p:nvPr/>
        </p:nvSpPr>
        <p:spPr>
          <a:xfrm>
            <a:off x="365760" y="4023360"/>
            <a:ext cx="8412480" cy="868680"/>
          </a:xfrm>
          <a:prstGeom prst="roundRect">
            <a:avLst/>
          </a:prstGeom>
          <a:solidFill>
            <a:srgbClr val="FFFFFF"/>
          </a:solidFill>
          <a:ln w="25400">
            <a:solidFill>
              <a:srgbClr val="0B5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4096512"/>
            <a:ext cx="8229600" cy="292608"/>
          </a:xfrm>
          <a:prstGeom prst="rect">
            <a:avLst/>
          </a:prstGeom>
          <a:noFill/>
        </p:spPr>
        <p:txBody>
          <a:bodyPr wrap="square">
            <a:spAutoFit/>
          </a:bodyPr>
          <a:lstStyle/>
          <a:p>
            <a:r>
              <a:rPr sz="1100" b="1">
                <a:solidFill>
                  <a:srgbClr val="0B5C8C"/>
                </a:solidFill>
                <a:latin typeface="KaiTi"/>
              </a:rPr>
              <a:t>📌 例 句  Example</a:t>
            </a:r>
          </a:p>
        </p:txBody>
      </p:sp>
      <p:sp>
        <p:nvSpPr>
          <p:cNvPr id="16" name="TextBox 15"/>
          <p:cNvSpPr txBox="1"/>
          <p:nvPr/>
        </p:nvSpPr>
        <p:spPr>
          <a:xfrm>
            <a:off x="502920" y="4370832"/>
            <a:ext cx="8229600" cy="320040"/>
          </a:xfrm>
          <a:prstGeom prst="rect">
            <a:avLst/>
          </a:prstGeom>
          <a:noFill/>
        </p:spPr>
        <p:txBody>
          <a:bodyPr wrap="square">
            <a:spAutoFit/>
          </a:bodyPr>
          <a:lstStyle/>
          <a:p>
            <a:r>
              <a:rPr sz="1400" b="1">
                <a:solidFill>
                  <a:srgbClr val="2C2C2C"/>
                </a:solidFill>
                <a:latin typeface="KaiTi"/>
              </a:rPr>
              <a:t>水 是 生 命 之 源, 每 天 都 要 喝 水。</a:t>
            </a:r>
          </a:p>
        </p:txBody>
      </p:sp>
      <p:sp>
        <p:nvSpPr>
          <p:cNvPr id="17" name="TextBox 16"/>
          <p:cNvSpPr txBox="1"/>
          <p:nvPr/>
        </p:nvSpPr>
        <p:spPr>
          <a:xfrm>
            <a:off x="502920" y="4690872"/>
            <a:ext cx="8229600" cy="256032"/>
          </a:xfrm>
          <a:prstGeom prst="rect">
            <a:avLst/>
          </a:prstGeom>
          <a:noFill/>
        </p:spPr>
        <p:txBody>
          <a:bodyPr wrap="square">
            <a:spAutoFit/>
          </a:bodyPr>
          <a:lstStyle/>
          <a:p>
            <a:r>
              <a:rPr sz="1000" b="0">
                <a:solidFill>
                  <a:srgbClr val="888888"/>
                </a:solidFill>
                <a:latin typeface="KaiTi"/>
              </a:rPr>
              <a:t>Water is the source of life.</a:t>
            </a:r>
          </a:p>
        </p:txBody>
      </p:sp>
      <p:sp>
        <p:nvSpPr>
          <p:cNvPr id="18" name="TextBox 17"/>
          <p:cNvSpPr txBox="1"/>
          <p:nvPr/>
        </p:nvSpPr>
        <p:spPr>
          <a:xfrm>
            <a:off x="8412480" y="192024"/>
            <a:ext cx="457200" cy="310896"/>
          </a:xfrm>
          <a:prstGeom prst="rect">
            <a:avLst/>
          </a:prstGeom>
          <a:noFill/>
        </p:spPr>
        <p:txBody>
          <a:bodyPr wrap="square">
            <a:spAutoFit/>
          </a:bodyPr>
          <a:lstStyle/>
          <a:p>
            <a:pPr algn="r"/>
            <a:r>
              <a:rPr sz="1200" b="1">
                <a:solidFill>
                  <a:srgbClr val="FFFFFF"/>
                </a:solidFill>
                <a:latin typeface="KaiTi"/>
              </a:rPr>
              <a:t>38</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6F8EC"/>
        </a:solidFill>
        <a:effectLst/>
      </p:bgPr>
    </p:bg>
    <p:spTree>
      <p:nvGrpSpPr>
        <p:cNvPr id="1" name=""/>
        <p:cNvGrpSpPr/>
        <p:nvPr/>
      </p:nvGrpSpPr>
      <p:grpSpPr>
        <a:xfrm>
          <a:off x="0" y="0"/>
          <a:ext cx="0" cy="0"/>
          <a:chOff x="0" y="0"/>
          <a:chExt cx="0" cy="0"/>
        </a:xfrm>
      </p:grpSpPr>
      <p:sp>
        <p:nvSpPr>
          <p:cNvPr id="2" name="Rounded Rectangle 1"/>
          <p:cNvSpPr/>
          <p:nvPr/>
        </p:nvSpPr>
        <p:spPr>
          <a:xfrm>
            <a:off x="274320" y="137160"/>
            <a:ext cx="8595360" cy="502920"/>
          </a:xfrm>
          <a:prstGeom prst="roundRect">
            <a:avLst/>
          </a:prstGeom>
          <a:solidFill>
            <a:srgbClr val="0B5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64592"/>
            <a:ext cx="8412480" cy="457200"/>
          </a:xfrm>
          <a:prstGeom prst="rect">
            <a:avLst/>
          </a:prstGeom>
          <a:noFill/>
        </p:spPr>
        <p:txBody>
          <a:bodyPr wrap="square">
            <a:spAutoFit/>
          </a:bodyPr>
          <a:lstStyle/>
          <a:p>
            <a:r>
              <a:rPr sz="2000" b="1">
                <a:solidFill>
                  <a:srgbClr val="FFFFFF"/>
                </a:solidFill>
                <a:latin typeface="KaiTi"/>
              </a:rPr>
              <a:t>👀 我 会 认 · 海 洋  I Can Read</a:t>
            </a:r>
          </a:p>
        </p:txBody>
      </p:sp>
      <p:sp>
        <p:nvSpPr>
          <p:cNvPr id="4" name="Rounded Rectangle 3"/>
          <p:cNvSpPr/>
          <p:nvPr/>
        </p:nvSpPr>
        <p:spPr>
          <a:xfrm>
            <a:off x="365760" y="868680"/>
            <a:ext cx="4160520" cy="3017520"/>
          </a:xfrm>
          <a:prstGeom prst="roundRect">
            <a:avLst/>
          </a:prstGeom>
          <a:solidFill>
            <a:srgbClr val="FFF3E0"/>
          </a:solidFill>
          <a:ln w="31750">
            <a:solidFill>
              <a:srgbClr val="0B5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005840"/>
            <a:ext cx="3977639" cy="731520"/>
          </a:xfrm>
          <a:prstGeom prst="rect">
            <a:avLst/>
          </a:prstGeom>
          <a:noFill/>
        </p:spPr>
        <p:txBody>
          <a:bodyPr wrap="square">
            <a:spAutoFit/>
          </a:bodyPr>
          <a:lstStyle/>
          <a:p>
            <a:pPr algn="ctr"/>
            <a:r>
              <a:rPr sz="5800" b="0">
                <a:solidFill>
                  <a:srgbClr val="2C2C2C"/>
                </a:solidFill>
                <a:latin typeface="KaiTi"/>
              </a:rPr>
              <a:t>🌊</a:t>
            </a:r>
          </a:p>
        </p:txBody>
      </p:sp>
      <p:sp>
        <p:nvSpPr>
          <p:cNvPr id="6" name="TextBox 5"/>
          <p:cNvSpPr txBox="1"/>
          <p:nvPr/>
        </p:nvSpPr>
        <p:spPr>
          <a:xfrm>
            <a:off x="457200" y="1783080"/>
            <a:ext cx="3977639" cy="640080"/>
          </a:xfrm>
          <a:prstGeom prst="rect">
            <a:avLst/>
          </a:prstGeom>
          <a:noFill/>
        </p:spPr>
        <p:txBody>
          <a:bodyPr wrap="square">
            <a:spAutoFit/>
          </a:bodyPr>
          <a:lstStyle/>
          <a:p>
            <a:pPr algn="ctr"/>
            <a:r>
              <a:rPr sz="4400" b="1">
                <a:solidFill>
                  <a:srgbClr val="0B5C8C"/>
                </a:solidFill>
                <a:latin typeface="KaiTi"/>
              </a:rPr>
              <a:t>海 洋</a:t>
            </a:r>
          </a:p>
        </p:txBody>
      </p:sp>
      <p:sp>
        <p:nvSpPr>
          <p:cNvPr id="7" name="TextBox 6"/>
          <p:cNvSpPr txBox="1"/>
          <p:nvPr/>
        </p:nvSpPr>
        <p:spPr>
          <a:xfrm>
            <a:off x="457200" y="2514600"/>
            <a:ext cx="3977639" cy="274320"/>
          </a:xfrm>
          <a:prstGeom prst="rect">
            <a:avLst/>
          </a:prstGeom>
          <a:noFill/>
        </p:spPr>
        <p:txBody>
          <a:bodyPr wrap="square">
            <a:spAutoFit/>
          </a:bodyPr>
          <a:lstStyle/>
          <a:p>
            <a:pPr algn="ctr"/>
            <a:r>
              <a:rPr sz="1300" b="1">
                <a:solidFill>
                  <a:srgbClr val="2C2C2C"/>
                </a:solidFill>
                <a:latin typeface="KaiTi"/>
              </a:rPr>
              <a:t>hǎi yáng  ·  ocean</a:t>
            </a:r>
          </a:p>
        </p:txBody>
      </p:sp>
      <p:sp>
        <p:nvSpPr>
          <p:cNvPr id="8" name="TextBox 7"/>
          <p:cNvSpPr txBox="1"/>
          <p:nvPr/>
        </p:nvSpPr>
        <p:spPr>
          <a:xfrm>
            <a:off x="457200" y="2926080"/>
            <a:ext cx="3977639" cy="292608"/>
          </a:xfrm>
          <a:prstGeom prst="rect">
            <a:avLst/>
          </a:prstGeom>
          <a:noFill/>
        </p:spPr>
        <p:txBody>
          <a:bodyPr wrap="square">
            <a:spAutoFit/>
          </a:bodyPr>
          <a:lstStyle/>
          <a:p>
            <a:pPr algn="ctr"/>
            <a:r>
              <a:rPr sz="1200" b="1">
                <a:solidFill>
                  <a:srgbClr val="0B5C8C"/>
                </a:solidFill>
                <a:latin typeface="KaiTi"/>
              </a:rPr>
              <a:t>👉 跟 我 读!  Read after me!</a:t>
            </a:r>
          </a:p>
        </p:txBody>
      </p:sp>
      <p:sp>
        <p:nvSpPr>
          <p:cNvPr id="9" name="Rectangle 8"/>
          <p:cNvSpPr/>
          <p:nvPr/>
        </p:nvSpPr>
        <p:spPr>
          <a:xfrm>
            <a:off x="4663440" y="868680"/>
            <a:ext cx="4114800" cy="3017520"/>
          </a:xfrm>
          <a:prstGeom prst="rect">
            <a:avLst/>
          </a:prstGeom>
          <a:solidFill>
            <a:srgbClr val="E8EEE0"/>
          </a:solidFill>
          <a:ln w="25400">
            <a:solidFill>
              <a:srgbClr val="0B5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663440" y="960120"/>
            <a:ext cx="4114800" cy="256032"/>
          </a:xfrm>
          <a:prstGeom prst="rect">
            <a:avLst/>
          </a:prstGeom>
          <a:noFill/>
        </p:spPr>
        <p:txBody>
          <a:bodyPr wrap="square">
            <a:spAutoFit/>
          </a:bodyPr>
          <a:lstStyle/>
          <a:p>
            <a:pPr algn="ctr"/>
            <a:r>
              <a:rPr sz="1000" b="1">
                <a:solidFill>
                  <a:srgbClr val="0B5C8C"/>
                </a:solidFill>
                <a:latin typeface="KaiTi"/>
              </a:rPr>
              <a:t>📷 真 实 照 片 · Real Photo</a:t>
            </a:r>
          </a:p>
        </p:txBody>
      </p:sp>
      <p:sp>
        <p:nvSpPr>
          <p:cNvPr id="11" name="TextBox 10"/>
          <p:cNvSpPr txBox="1"/>
          <p:nvPr/>
        </p:nvSpPr>
        <p:spPr>
          <a:xfrm>
            <a:off x="4663440" y="2103120"/>
            <a:ext cx="4114800" cy="292608"/>
          </a:xfrm>
          <a:prstGeom prst="rect">
            <a:avLst/>
          </a:prstGeom>
          <a:noFill/>
        </p:spPr>
        <p:txBody>
          <a:bodyPr wrap="square">
            <a:spAutoFit/>
          </a:bodyPr>
          <a:lstStyle/>
          <a:p>
            <a:pPr algn="ctr"/>
            <a:r>
              <a:rPr sz="1200" b="1">
                <a:solidFill>
                  <a:srgbClr val="0B5C8C"/>
                </a:solidFill>
                <a:latin typeface="KaiTi"/>
              </a:rPr>
              <a:t>👇 在 这 里 插 入</a:t>
            </a:r>
          </a:p>
        </p:txBody>
      </p:sp>
      <p:sp>
        <p:nvSpPr>
          <p:cNvPr id="12" name="TextBox 11"/>
          <p:cNvSpPr txBox="1"/>
          <p:nvPr/>
        </p:nvSpPr>
        <p:spPr>
          <a:xfrm>
            <a:off x="4754879" y="2468879"/>
            <a:ext cx="3931920" cy="502920"/>
          </a:xfrm>
          <a:prstGeom prst="rect">
            <a:avLst/>
          </a:prstGeom>
          <a:noFill/>
        </p:spPr>
        <p:txBody>
          <a:bodyPr wrap="square">
            <a:spAutoFit/>
          </a:bodyPr>
          <a:lstStyle/>
          <a:p>
            <a:pPr algn="ctr"/>
            <a:r>
              <a:rPr sz="1100" b="1">
                <a:solidFill>
                  <a:srgbClr val="2C2C2C"/>
                </a:solidFill>
                <a:latin typeface="KaiTi"/>
              </a:rPr>
              <a:t>🌊 蓝 色 的 大 海</a:t>
            </a:r>
          </a:p>
        </p:txBody>
      </p:sp>
      <p:sp>
        <p:nvSpPr>
          <p:cNvPr id="13" name="TextBox 12"/>
          <p:cNvSpPr txBox="1"/>
          <p:nvPr/>
        </p:nvSpPr>
        <p:spPr>
          <a:xfrm>
            <a:off x="4754879" y="2971800"/>
            <a:ext cx="3931920" cy="292608"/>
          </a:xfrm>
          <a:prstGeom prst="rect">
            <a:avLst/>
          </a:prstGeom>
          <a:noFill/>
        </p:spPr>
        <p:txBody>
          <a:bodyPr wrap="square">
            <a:spAutoFit/>
          </a:bodyPr>
          <a:lstStyle/>
          <a:p>
            <a:pPr algn="ctr"/>
            <a:r>
              <a:rPr sz="900" b="0">
                <a:solidFill>
                  <a:srgbClr val="888888"/>
                </a:solidFill>
                <a:latin typeface="KaiTi"/>
              </a:rPr>
              <a:t>Image placeholder</a:t>
            </a:r>
          </a:p>
        </p:txBody>
      </p:sp>
      <p:sp>
        <p:nvSpPr>
          <p:cNvPr id="14" name="Rounded Rectangle 13"/>
          <p:cNvSpPr/>
          <p:nvPr/>
        </p:nvSpPr>
        <p:spPr>
          <a:xfrm>
            <a:off x="365760" y="4023360"/>
            <a:ext cx="8412480" cy="868680"/>
          </a:xfrm>
          <a:prstGeom prst="roundRect">
            <a:avLst/>
          </a:prstGeom>
          <a:solidFill>
            <a:srgbClr val="FFFFFF"/>
          </a:solidFill>
          <a:ln w="25400">
            <a:solidFill>
              <a:srgbClr val="0B5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4096512"/>
            <a:ext cx="8229600" cy="292608"/>
          </a:xfrm>
          <a:prstGeom prst="rect">
            <a:avLst/>
          </a:prstGeom>
          <a:noFill/>
        </p:spPr>
        <p:txBody>
          <a:bodyPr wrap="square">
            <a:spAutoFit/>
          </a:bodyPr>
          <a:lstStyle/>
          <a:p>
            <a:r>
              <a:rPr sz="1100" b="1">
                <a:solidFill>
                  <a:srgbClr val="0B5C8C"/>
                </a:solidFill>
                <a:latin typeface="KaiTi"/>
              </a:rPr>
              <a:t>📌 例 句  Example</a:t>
            </a:r>
          </a:p>
        </p:txBody>
      </p:sp>
      <p:sp>
        <p:nvSpPr>
          <p:cNvPr id="16" name="TextBox 15"/>
          <p:cNvSpPr txBox="1"/>
          <p:nvPr/>
        </p:nvSpPr>
        <p:spPr>
          <a:xfrm>
            <a:off x="502920" y="4370832"/>
            <a:ext cx="8229600" cy="320040"/>
          </a:xfrm>
          <a:prstGeom prst="rect">
            <a:avLst/>
          </a:prstGeom>
          <a:noFill/>
        </p:spPr>
        <p:txBody>
          <a:bodyPr wrap="square">
            <a:spAutoFit/>
          </a:bodyPr>
          <a:lstStyle/>
          <a:p>
            <a:r>
              <a:rPr sz="1400" b="1">
                <a:solidFill>
                  <a:srgbClr val="2C2C2C"/>
                </a:solidFill>
                <a:latin typeface="KaiTi"/>
              </a:rPr>
              <a:t>海 洋 里 有 很 多 动 物。</a:t>
            </a:r>
          </a:p>
        </p:txBody>
      </p:sp>
      <p:sp>
        <p:nvSpPr>
          <p:cNvPr id="17" name="TextBox 16"/>
          <p:cNvSpPr txBox="1"/>
          <p:nvPr/>
        </p:nvSpPr>
        <p:spPr>
          <a:xfrm>
            <a:off x="502920" y="4690872"/>
            <a:ext cx="8229600" cy="256032"/>
          </a:xfrm>
          <a:prstGeom prst="rect">
            <a:avLst/>
          </a:prstGeom>
          <a:noFill/>
        </p:spPr>
        <p:txBody>
          <a:bodyPr wrap="square">
            <a:spAutoFit/>
          </a:bodyPr>
          <a:lstStyle/>
          <a:p>
            <a:r>
              <a:rPr sz="1000" b="0">
                <a:solidFill>
                  <a:srgbClr val="888888"/>
                </a:solidFill>
                <a:latin typeface="KaiTi"/>
              </a:rPr>
              <a:t>The ocean has many animals.</a:t>
            </a:r>
          </a:p>
        </p:txBody>
      </p:sp>
      <p:sp>
        <p:nvSpPr>
          <p:cNvPr id="18" name="TextBox 17"/>
          <p:cNvSpPr txBox="1"/>
          <p:nvPr/>
        </p:nvSpPr>
        <p:spPr>
          <a:xfrm>
            <a:off x="8412480" y="192024"/>
            <a:ext cx="457200" cy="310896"/>
          </a:xfrm>
          <a:prstGeom prst="rect">
            <a:avLst/>
          </a:prstGeom>
          <a:noFill/>
        </p:spPr>
        <p:txBody>
          <a:bodyPr wrap="square">
            <a:spAutoFit/>
          </a:bodyPr>
          <a:lstStyle/>
          <a:p>
            <a:pPr algn="r"/>
            <a:r>
              <a:rPr sz="1200" b="1">
                <a:solidFill>
                  <a:srgbClr val="FFFFFF"/>
                </a:solidFill>
                <a:latin typeface="KaiTi"/>
              </a:rPr>
              <a:t>39</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6F8EC"/>
        </a:solidFill>
        <a:effectLst/>
      </p:bgPr>
    </p:bg>
    <p:spTree>
      <p:nvGrpSpPr>
        <p:cNvPr id="1" name=""/>
        <p:cNvGrpSpPr/>
        <p:nvPr/>
      </p:nvGrpSpPr>
      <p:grpSpPr>
        <a:xfrm>
          <a:off x="0" y="0"/>
          <a:ext cx="0" cy="0"/>
          <a:chOff x="0" y="0"/>
          <a:chExt cx="0" cy="0"/>
        </a:xfrm>
      </p:grpSpPr>
      <p:sp>
        <p:nvSpPr>
          <p:cNvPr id="2" name="Rounded Rectangle 1"/>
          <p:cNvSpPr/>
          <p:nvPr/>
        </p:nvSpPr>
        <p:spPr>
          <a:xfrm>
            <a:off x="274320" y="137160"/>
            <a:ext cx="8595360" cy="502920"/>
          </a:xfrm>
          <a:prstGeom prst="roundRect">
            <a:avLst/>
          </a:prstGeom>
          <a:solidFill>
            <a:srgbClr val="0B5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64592"/>
            <a:ext cx="8412480" cy="457200"/>
          </a:xfrm>
          <a:prstGeom prst="rect">
            <a:avLst/>
          </a:prstGeom>
          <a:noFill/>
        </p:spPr>
        <p:txBody>
          <a:bodyPr wrap="square">
            <a:spAutoFit/>
          </a:bodyPr>
          <a:lstStyle/>
          <a:p>
            <a:r>
              <a:rPr sz="2000" b="1">
                <a:solidFill>
                  <a:srgbClr val="FFFFFF"/>
                </a:solidFill>
                <a:latin typeface="KaiTi"/>
              </a:rPr>
              <a:t>👀 我 会 认 · 塑 料  I Can Read</a:t>
            </a:r>
          </a:p>
        </p:txBody>
      </p:sp>
      <p:sp>
        <p:nvSpPr>
          <p:cNvPr id="4" name="Rounded Rectangle 3"/>
          <p:cNvSpPr/>
          <p:nvPr/>
        </p:nvSpPr>
        <p:spPr>
          <a:xfrm>
            <a:off x="365760" y="868680"/>
            <a:ext cx="4160520" cy="3017520"/>
          </a:xfrm>
          <a:prstGeom prst="roundRect">
            <a:avLst/>
          </a:prstGeom>
          <a:solidFill>
            <a:srgbClr val="FFF3E0"/>
          </a:solidFill>
          <a:ln w="31750">
            <a:solidFill>
              <a:srgbClr val="0B5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005840"/>
            <a:ext cx="3977639" cy="731520"/>
          </a:xfrm>
          <a:prstGeom prst="rect">
            <a:avLst/>
          </a:prstGeom>
          <a:noFill/>
        </p:spPr>
        <p:txBody>
          <a:bodyPr wrap="square">
            <a:spAutoFit/>
          </a:bodyPr>
          <a:lstStyle/>
          <a:p>
            <a:pPr algn="ctr"/>
            <a:r>
              <a:rPr sz="5800" b="0">
                <a:solidFill>
                  <a:srgbClr val="2C2C2C"/>
                </a:solidFill>
                <a:latin typeface="KaiTi"/>
              </a:rPr>
              <a:t>🥤</a:t>
            </a:r>
          </a:p>
        </p:txBody>
      </p:sp>
      <p:sp>
        <p:nvSpPr>
          <p:cNvPr id="6" name="TextBox 5"/>
          <p:cNvSpPr txBox="1"/>
          <p:nvPr/>
        </p:nvSpPr>
        <p:spPr>
          <a:xfrm>
            <a:off x="457200" y="1783080"/>
            <a:ext cx="3977639" cy="640080"/>
          </a:xfrm>
          <a:prstGeom prst="rect">
            <a:avLst/>
          </a:prstGeom>
          <a:noFill/>
        </p:spPr>
        <p:txBody>
          <a:bodyPr wrap="square">
            <a:spAutoFit/>
          </a:bodyPr>
          <a:lstStyle/>
          <a:p>
            <a:pPr algn="ctr"/>
            <a:r>
              <a:rPr sz="4400" b="1">
                <a:solidFill>
                  <a:srgbClr val="0B5C8C"/>
                </a:solidFill>
                <a:latin typeface="KaiTi"/>
              </a:rPr>
              <a:t>塑 料</a:t>
            </a:r>
          </a:p>
        </p:txBody>
      </p:sp>
      <p:sp>
        <p:nvSpPr>
          <p:cNvPr id="7" name="TextBox 6"/>
          <p:cNvSpPr txBox="1"/>
          <p:nvPr/>
        </p:nvSpPr>
        <p:spPr>
          <a:xfrm>
            <a:off x="457200" y="2514600"/>
            <a:ext cx="3977639" cy="274320"/>
          </a:xfrm>
          <a:prstGeom prst="rect">
            <a:avLst/>
          </a:prstGeom>
          <a:noFill/>
        </p:spPr>
        <p:txBody>
          <a:bodyPr wrap="square">
            <a:spAutoFit/>
          </a:bodyPr>
          <a:lstStyle/>
          <a:p>
            <a:pPr algn="ctr"/>
            <a:r>
              <a:rPr sz="1300" b="1">
                <a:solidFill>
                  <a:srgbClr val="2C2C2C"/>
                </a:solidFill>
                <a:latin typeface="KaiTi"/>
              </a:rPr>
              <a:t>sù liào  ·  plastic</a:t>
            </a:r>
          </a:p>
        </p:txBody>
      </p:sp>
      <p:sp>
        <p:nvSpPr>
          <p:cNvPr id="8" name="TextBox 7"/>
          <p:cNvSpPr txBox="1"/>
          <p:nvPr/>
        </p:nvSpPr>
        <p:spPr>
          <a:xfrm>
            <a:off x="457200" y="2926080"/>
            <a:ext cx="3977639" cy="292608"/>
          </a:xfrm>
          <a:prstGeom prst="rect">
            <a:avLst/>
          </a:prstGeom>
          <a:noFill/>
        </p:spPr>
        <p:txBody>
          <a:bodyPr wrap="square">
            <a:spAutoFit/>
          </a:bodyPr>
          <a:lstStyle/>
          <a:p>
            <a:pPr algn="ctr"/>
            <a:r>
              <a:rPr sz="1200" b="1">
                <a:solidFill>
                  <a:srgbClr val="0B5C8C"/>
                </a:solidFill>
                <a:latin typeface="KaiTi"/>
              </a:rPr>
              <a:t>👉 跟 我 读!  Read after me!</a:t>
            </a:r>
          </a:p>
        </p:txBody>
      </p:sp>
      <p:sp>
        <p:nvSpPr>
          <p:cNvPr id="9" name="Rectangle 8"/>
          <p:cNvSpPr/>
          <p:nvPr/>
        </p:nvSpPr>
        <p:spPr>
          <a:xfrm>
            <a:off x="4663440" y="868680"/>
            <a:ext cx="4114800" cy="3017520"/>
          </a:xfrm>
          <a:prstGeom prst="rect">
            <a:avLst/>
          </a:prstGeom>
          <a:solidFill>
            <a:srgbClr val="E8EEE0"/>
          </a:solidFill>
          <a:ln w="25400">
            <a:solidFill>
              <a:srgbClr val="0B5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663440" y="960120"/>
            <a:ext cx="4114800" cy="256032"/>
          </a:xfrm>
          <a:prstGeom prst="rect">
            <a:avLst/>
          </a:prstGeom>
          <a:noFill/>
        </p:spPr>
        <p:txBody>
          <a:bodyPr wrap="square">
            <a:spAutoFit/>
          </a:bodyPr>
          <a:lstStyle/>
          <a:p>
            <a:pPr algn="ctr"/>
            <a:r>
              <a:rPr sz="1000" b="1">
                <a:solidFill>
                  <a:srgbClr val="0B5C8C"/>
                </a:solidFill>
                <a:latin typeface="KaiTi"/>
              </a:rPr>
              <a:t>📷 真 实 照 片 · Real Photo</a:t>
            </a:r>
          </a:p>
        </p:txBody>
      </p:sp>
      <p:sp>
        <p:nvSpPr>
          <p:cNvPr id="11" name="TextBox 10"/>
          <p:cNvSpPr txBox="1"/>
          <p:nvPr/>
        </p:nvSpPr>
        <p:spPr>
          <a:xfrm>
            <a:off x="4663440" y="2103120"/>
            <a:ext cx="4114800" cy="292608"/>
          </a:xfrm>
          <a:prstGeom prst="rect">
            <a:avLst/>
          </a:prstGeom>
          <a:noFill/>
        </p:spPr>
        <p:txBody>
          <a:bodyPr wrap="square">
            <a:spAutoFit/>
          </a:bodyPr>
          <a:lstStyle/>
          <a:p>
            <a:pPr algn="ctr"/>
            <a:r>
              <a:rPr sz="1200" b="1">
                <a:solidFill>
                  <a:srgbClr val="0B5C8C"/>
                </a:solidFill>
                <a:latin typeface="KaiTi"/>
              </a:rPr>
              <a:t>👇 在 这 里 插 入</a:t>
            </a:r>
          </a:p>
        </p:txBody>
      </p:sp>
      <p:sp>
        <p:nvSpPr>
          <p:cNvPr id="12" name="TextBox 11"/>
          <p:cNvSpPr txBox="1"/>
          <p:nvPr/>
        </p:nvSpPr>
        <p:spPr>
          <a:xfrm>
            <a:off x="4754879" y="2468879"/>
            <a:ext cx="3931920" cy="502920"/>
          </a:xfrm>
          <a:prstGeom prst="rect">
            <a:avLst/>
          </a:prstGeom>
          <a:noFill/>
        </p:spPr>
        <p:txBody>
          <a:bodyPr wrap="square">
            <a:spAutoFit/>
          </a:bodyPr>
          <a:lstStyle/>
          <a:p>
            <a:pPr algn="ctr"/>
            <a:r>
              <a:rPr sz="1100" b="1">
                <a:solidFill>
                  <a:srgbClr val="2C2C2C"/>
                </a:solidFill>
                <a:latin typeface="KaiTi"/>
              </a:rPr>
              <a:t>🥤 塑 料 瓶 和 塑 料 袋</a:t>
            </a:r>
          </a:p>
        </p:txBody>
      </p:sp>
      <p:sp>
        <p:nvSpPr>
          <p:cNvPr id="13" name="TextBox 12"/>
          <p:cNvSpPr txBox="1"/>
          <p:nvPr/>
        </p:nvSpPr>
        <p:spPr>
          <a:xfrm>
            <a:off x="4754879" y="2971800"/>
            <a:ext cx="3931920" cy="292608"/>
          </a:xfrm>
          <a:prstGeom prst="rect">
            <a:avLst/>
          </a:prstGeom>
          <a:noFill/>
        </p:spPr>
        <p:txBody>
          <a:bodyPr wrap="square">
            <a:spAutoFit/>
          </a:bodyPr>
          <a:lstStyle/>
          <a:p>
            <a:pPr algn="ctr"/>
            <a:r>
              <a:rPr sz="900" b="0">
                <a:solidFill>
                  <a:srgbClr val="888888"/>
                </a:solidFill>
                <a:latin typeface="KaiTi"/>
              </a:rPr>
              <a:t>Image placeholder</a:t>
            </a:r>
          </a:p>
        </p:txBody>
      </p:sp>
      <p:sp>
        <p:nvSpPr>
          <p:cNvPr id="14" name="Rounded Rectangle 13"/>
          <p:cNvSpPr/>
          <p:nvPr/>
        </p:nvSpPr>
        <p:spPr>
          <a:xfrm>
            <a:off x="365760" y="4023360"/>
            <a:ext cx="8412480" cy="868680"/>
          </a:xfrm>
          <a:prstGeom prst="roundRect">
            <a:avLst/>
          </a:prstGeom>
          <a:solidFill>
            <a:srgbClr val="FFFFFF"/>
          </a:solidFill>
          <a:ln w="25400">
            <a:solidFill>
              <a:srgbClr val="0B5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4096512"/>
            <a:ext cx="8229600" cy="292608"/>
          </a:xfrm>
          <a:prstGeom prst="rect">
            <a:avLst/>
          </a:prstGeom>
          <a:noFill/>
        </p:spPr>
        <p:txBody>
          <a:bodyPr wrap="square">
            <a:spAutoFit/>
          </a:bodyPr>
          <a:lstStyle/>
          <a:p>
            <a:r>
              <a:rPr sz="1100" b="1">
                <a:solidFill>
                  <a:srgbClr val="0B5C8C"/>
                </a:solidFill>
                <a:latin typeface="KaiTi"/>
              </a:rPr>
              <a:t>📌 例 句  Example</a:t>
            </a:r>
          </a:p>
        </p:txBody>
      </p:sp>
      <p:sp>
        <p:nvSpPr>
          <p:cNvPr id="16" name="TextBox 15"/>
          <p:cNvSpPr txBox="1"/>
          <p:nvPr/>
        </p:nvSpPr>
        <p:spPr>
          <a:xfrm>
            <a:off x="502920" y="4370832"/>
            <a:ext cx="8229600" cy="320040"/>
          </a:xfrm>
          <a:prstGeom prst="rect">
            <a:avLst/>
          </a:prstGeom>
          <a:noFill/>
        </p:spPr>
        <p:txBody>
          <a:bodyPr wrap="square">
            <a:spAutoFit/>
          </a:bodyPr>
          <a:lstStyle/>
          <a:p>
            <a:r>
              <a:rPr sz="1400" b="1">
                <a:solidFill>
                  <a:srgbClr val="2C2C2C"/>
                </a:solidFill>
                <a:latin typeface="KaiTi"/>
              </a:rPr>
              <a:t>塑 料 用 一 次 就 扔, 很 浪 费。</a:t>
            </a:r>
          </a:p>
        </p:txBody>
      </p:sp>
      <p:sp>
        <p:nvSpPr>
          <p:cNvPr id="17" name="TextBox 16"/>
          <p:cNvSpPr txBox="1"/>
          <p:nvPr/>
        </p:nvSpPr>
        <p:spPr>
          <a:xfrm>
            <a:off x="502920" y="4690872"/>
            <a:ext cx="8229600" cy="256032"/>
          </a:xfrm>
          <a:prstGeom prst="rect">
            <a:avLst/>
          </a:prstGeom>
          <a:noFill/>
        </p:spPr>
        <p:txBody>
          <a:bodyPr wrap="square">
            <a:spAutoFit/>
          </a:bodyPr>
          <a:lstStyle/>
          <a:p>
            <a:r>
              <a:rPr sz="1000" b="0">
                <a:solidFill>
                  <a:srgbClr val="888888"/>
                </a:solidFill>
                <a:latin typeface="KaiTi"/>
              </a:rPr>
              <a:t>Single-use plastic is wasteful.</a:t>
            </a:r>
          </a:p>
        </p:txBody>
      </p:sp>
      <p:sp>
        <p:nvSpPr>
          <p:cNvPr id="18" name="TextBox 17"/>
          <p:cNvSpPr txBox="1"/>
          <p:nvPr/>
        </p:nvSpPr>
        <p:spPr>
          <a:xfrm>
            <a:off x="8412480" y="192024"/>
            <a:ext cx="457200" cy="310896"/>
          </a:xfrm>
          <a:prstGeom prst="rect">
            <a:avLst/>
          </a:prstGeom>
          <a:noFill/>
        </p:spPr>
        <p:txBody>
          <a:bodyPr wrap="square">
            <a:spAutoFit/>
          </a:bodyPr>
          <a:lstStyle/>
          <a:p>
            <a:pPr algn="r"/>
            <a:r>
              <a:rPr sz="1200" b="1">
                <a:solidFill>
                  <a:srgbClr val="FFFFFF"/>
                </a:solidFill>
                <a:latin typeface="KaiTi"/>
              </a:rPr>
              <a:t>40</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6F8EC"/>
        </a:solidFill>
        <a:effectLst/>
      </p:bgPr>
    </p:bg>
    <p:spTree>
      <p:nvGrpSpPr>
        <p:cNvPr id="1" name=""/>
        <p:cNvGrpSpPr/>
        <p:nvPr/>
      </p:nvGrpSpPr>
      <p:grpSpPr>
        <a:xfrm>
          <a:off x="0" y="0"/>
          <a:ext cx="0" cy="0"/>
          <a:chOff x="0" y="0"/>
          <a:chExt cx="0" cy="0"/>
        </a:xfrm>
      </p:grpSpPr>
      <p:sp>
        <p:nvSpPr>
          <p:cNvPr id="2" name="Rounded Rectangle 1"/>
          <p:cNvSpPr/>
          <p:nvPr/>
        </p:nvSpPr>
        <p:spPr>
          <a:xfrm>
            <a:off x="274320" y="137160"/>
            <a:ext cx="8595360" cy="502920"/>
          </a:xfrm>
          <a:prstGeom prst="roundRect">
            <a:avLst/>
          </a:prstGeom>
          <a:solidFill>
            <a:srgbClr val="0B5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64592"/>
            <a:ext cx="8412480" cy="457200"/>
          </a:xfrm>
          <a:prstGeom prst="rect">
            <a:avLst/>
          </a:prstGeom>
          <a:noFill/>
        </p:spPr>
        <p:txBody>
          <a:bodyPr wrap="square">
            <a:spAutoFit/>
          </a:bodyPr>
          <a:lstStyle/>
          <a:p>
            <a:r>
              <a:rPr sz="2000" b="1">
                <a:solidFill>
                  <a:srgbClr val="FFFFFF"/>
                </a:solidFill>
                <a:latin typeface="KaiTi"/>
              </a:rPr>
              <a:t>👀 我 会 认 · 污 染  I Can Read</a:t>
            </a:r>
          </a:p>
        </p:txBody>
      </p:sp>
      <p:sp>
        <p:nvSpPr>
          <p:cNvPr id="4" name="Rounded Rectangle 3"/>
          <p:cNvSpPr/>
          <p:nvPr/>
        </p:nvSpPr>
        <p:spPr>
          <a:xfrm>
            <a:off x="365760" y="868680"/>
            <a:ext cx="4160520" cy="3017520"/>
          </a:xfrm>
          <a:prstGeom prst="roundRect">
            <a:avLst/>
          </a:prstGeom>
          <a:solidFill>
            <a:srgbClr val="FFF3E0"/>
          </a:solidFill>
          <a:ln w="31750">
            <a:solidFill>
              <a:srgbClr val="0B5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005840"/>
            <a:ext cx="3977639" cy="731520"/>
          </a:xfrm>
          <a:prstGeom prst="rect">
            <a:avLst/>
          </a:prstGeom>
          <a:noFill/>
        </p:spPr>
        <p:txBody>
          <a:bodyPr wrap="square">
            <a:spAutoFit/>
          </a:bodyPr>
          <a:lstStyle/>
          <a:p>
            <a:pPr algn="ctr"/>
            <a:r>
              <a:rPr sz="5800" b="0">
                <a:solidFill>
                  <a:srgbClr val="2C2C2C"/>
                </a:solidFill>
                <a:latin typeface="KaiTi"/>
              </a:rPr>
              <a:t>🛢️</a:t>
            </a:r>
          </a:p>
        </p:txBody>
      </p:sp>
      <p:sp>
        <p:nvSpPr>
          <p:cNvPr id="6" name="TextBox 5"/>
          <p:cNvSpPr txBox="1"/>
          <p:nvPr/>
        </p:nvSpPr>
        <p:spPr>
          <a:xfrm>
            <a:off x="457200" y="1783080"/>
            <a:ext cx="3977639" cy="640080"/>
          </a:xfrm>
          <a:prstGeom prst="rect">
            <a:avLst/>
          </a:prstGeom>
          <a:noFill/>
        </p:spPr>
        <p:txBody>
          <a:bodyPr wrap="square">
            <a:spAutoFit/>
          </a:bodyPr>
          <a:lstStyle/>
          <a:p>
            <a:pPr algn="ctr"/>
            <a:r>
              <a:rPr sz="4400" b="1">
                <a:solidFill>
                  <a:srgbClr val="0B5C8C"/>
                </a:solidFill>
                <a:latin typeface="KaiTi"/>
              </a:rPr>
              <a:t>污 染</a:t>
            </a:r>
          </a:p>
        </p:txBody>
      </p:sp>
      <p:sp>
        <p:nvSpPr>
          <p:cNvPr id="7" name="TextBox 6"/>
          <p:cNvSpPr txBox="1"/>
          <p:nvPr/>
        </p:nvSpPr>
        <p:spPr>
          <a:xfrm>
            <a:off x="457200" y="2514600"/>
            <a:ext cx="3977639" cy="274320"/>
          </a:xfrm>
          <a:prstGeom prst="rect">
            <a:avLst/>
          </a:prstGeom>
          <a:noFill/>
        </p:spPr>
        <p:txBody>
          <a:bodyPr wrap="square">
            <a:spAutoFit/>
          </a:bodyPr>
          <a:lstStyle/>
          <a:p>
            <a:pPr algn="ctr"/>
            <a:r>
              <a:rPr sz="1300" b="1">
                <a:solidFill>
                  <a:srgbClr val="2C2C2C"/>
                </a:solidFill>
                <a:latin typeface="KaiTi"/>
              </a:rPr>
              <a:t>wū rǎn  ·  pollution</a:t>
            </a:r>
          </a:p>
        </p:txBody>
      </p:sp>
      <p:sp>
        <p:nvSpPr>
          <p:cNvPr id="8" name="TextBox 7"/>
          <p:cNvSpPr txBox="1"/>
          <p:nvPr/>
        </p:nvSpPr>
        <p:spPr>
          <a:xfrm>
            <a:off x="457200" y="2926080"/>
            <a:ext cx="3977639" cy="292608"/>
          </a:xfrm>
          <a:prstGeom prst="rect">
            <a:avLst/>
          </a:prstGeom>
          <a:noFill/>
        </p:spPr>
        <p:txBody>
          <a:bodyPr wrap="square">
            <a:spAutoFit/>
          </a:bodyPr>
          <a:lstStyle/>
          <a:p>
            <a:pPr algn="ctr"/>
            <a:r>
              <a:rPr sz="1200" b="1">
                <a:solidFill>
                  <a:srgbClr val="0B5C8C"/>
                </a:solidFill>
                <a:latin typeface="KaiTi"/>
              </a:rPr>
              <a:t>👉 跟 我 读!  Read after me!</a:t>
            </a:r>
          </a:p>
        </p:txBody>
      </p:sp>
      <p:sp>
        <p:nvSpPr>
          <p:cNvPr id="9" name="Rectangle 8"/>
          <p:cNvSpPr/>
          <p:nvPr/>
        </p:nvSpPr>
        <p:spPr>
          <a:xfrm>
            <a:off x="4663440" y="868680"/>
            <a:ext cx="4114800" cy="3017520"/>
          </a:xfrm>
          <a:prstGeom prst="rect">
            <a:avLst/>
          </a:prstGeom>
          <a:solidFill>
            <a:srgbClr val="E8EEE0"/>
          </a:solidFill>
          <a:ln w="25400">
            <a:solidFill>
              <a:srgbClr val="0B5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663440" y="960120"/>
            <a:ext cx="4114800" cy="256032"/>
          </a:xfrm>
          <a:prstGeom prst="rect">
            <a:avLst/>
          </a:prstGeom>
          <a:noFill/>
        </p:spPr>
        <p:txBody>
          <a:bodyPr wrap="square">
            <a:spAutoFit/>
          </a:bodyPr>
          <a:lstStyle/>
          <a:p>
            <a:pPr algn="ctr"/>
            <a:r>
              <a:rPr sz="1000" b="1">
                <a:solidFill>
                  <a:srgbClr val="0B5C8C"/>
                </a:solidFill>
                <a:latin typeface="KaiTi"/>
              </a:rPr>
              <a:t>📷 真 实 照 片 · Real Photo</a:t>
            </a:r>
          </a:p>
        </p:txBody>
      </p:sp>
      <p:sp>
        <p:nvSpPr>
          <p:cNvPr id="11" name="TextBox 10"/>
          <p:cNvSpPr txBox="1"/>
          <p:nvPr/>
        </p:nvSpPr>
        <p:spPr>
          <a:xfrm>
            <a:off x="4663440" y="2103120"/>
            <a:ext cx="4114800" cy="292608"/>
          </a:xfrm>
          <a:prstGeom prst="rect">
            <a:avLst/>
          </a:prstGeom>
          <a:noFill/>
        </p:spPr>
        <p:txBody>
          <a:bodyPr wrap="square">
            <a:spAutoFit/>
          </a:bodyPr>
          <a:lstStyle/>
          <a:p>
            <a:pPr algn="ctr"/>
            <a:r>
              <a:rPr sz="1200" b="1">
                <a:solidFill>
                  <a:srgbClr val="0B5C8C"/>
                </a:solidFill>
                <a:latin typeface="KaiTi"/>
              </a:rPr>
              <a:t>👇 在 这 里 插 入</a:t>
            </a:r>
          </a:p>
        </p:txBody>
      </p:sp>
      <p:sp>
        <p:nvSpPr>
          <p:cNvPr id="12" name="TextBox 11"/>
          <p:cNvSpPr txBox="1"/>
          <p:nvPr/>
        </p:nvSpPr>
        <p:spPr>
          <a:xfrm>
            <a:off x="4754879" y="2468879"/>
            <a:ext cx="3931920" cy="502920"/>
          </a:xfrm>
          <a:prstGeom prst="rect">
            <a:avLst/>
          </a:prstGeom>
          <a:noFill/>
        </p:spPr>
        <p:txBody>
          <a:bodyPr wrap="square">
            <a:spAutoFit/>
          </a:bodyPr>
          <a:lstStyle/>
          <a:p>
            <a:pPr algn="ctr"/>
            <a:r>
              <a:rPr sz="1100" b="1">
                <a:solidFill>
                  <a:srgbClr val="2C2C2C"/>
                </a:solidFill>
                <a:latin typeface="KaiTi"/>
              </a:rPr>
              <a:t>🛢️ 海 面 上 的 塑 料 垃 圾</a:t>
            </a:r>
          </a:p>
        </p:txBody>
      </p:sp>
      <p:sp>
        <p:nvSpPr>
          <p:cNvPr id="13" name="TextBox 12"/>
          <p:cNvSpPr txBox="1"/>
          <p:nvPr/>
        </p:nvSpPr>
        <p:spPr>
          <a:xfrm>
            <a:off x="4754879" y="2971800"/>
            <a:ext cx="3931920" cy="292608"/>
          </a:xfrm>
          <a:prstGeom prst="rect">
            <a:avLst/>
          </a:prstGeom>
          <a:noFill/>
        </p:spPr>
        <p:txBody>
          <a:bodyPr wrap="square">
            <a:spAutoFit/>
          </a:bodyPr>
          <a:lstStyle/>
          <a:p>
            <a:pPr algn="ctr"/>
            <a:r>
              <a:rPr sz="900" b="0">
                <a:solidFill>
                  <a:srgbClr val="888888"/>
                </a:solidFill>
                <a:latin typeface="KaiTi"/>
              </a:rPr>
              <a:t>Image placeholder</a:t>
            </a:r>
          </a:p>
        </p:txBody>
      </p:sp>
      <p:sp>
        <p:nvSpPr>
          <p:cNvPr id="14" name="Rounded Rectangle 13"/>
          <p:cNvSpPr/>
          <p:nvPr/>
        </p:nvSpPr>
        <p:spPr>
          <a:xfrm>
            <a:off x="365760" y="4023360"/>
            <a:ext cx="8412480" cy="868680"/>
          </a:xfrm>
          <a:prstGeom prst="roundRect">
            <a:avLst/>
          </a:prstGeom>
          <a:solidFill>
            <a:srgbClr val="FFFFFF"/>
          </a:solidFill>
          <a:ln w="25400">
            <a:solidFill>
              <a:srgbClr val="0B5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4096512"/>
            <a:ext cx="8229600" cy="292608"/>
          </a:xfrm>
          <a:prstGeom prst="rect">
            <a:avLst/>
          </a:prstGeom>
          <a:noFill/>
        </p:spPr>
        <p:txBody>
          <a:bodyPr wrap="square">
            <a:spAutoFit/>
          </a:bodyPr>
          <a:lstStyle/>
          <a:p>
            <a:r>
              <a:rPr sz="1100" b="1">
                <a:solidFill>
                  <a:srgbClr val="0B5C8C"/>
                </a:solidFill>
                <a:latin typeface="KaiTi"/>
              </a:rPr>
              <a:t>📌 例 句  Example</a:t>
            </a:r>
          </a:p>
        </p:txBody>
      </p:sp>
      <p:sp>
        <p:nvSpPr>
          <p:cNvPr id="16" name="TextBox 15"/>
          <p:cNvSpPr txBox="1"/>
          <p:nvPr/>
        </p:nvSpPr>
        <p:spPr>
          <a:xfrm>
            <a:off x="502920" y="4370832"/>
            <a:ext cx="8229600" cy="320040"/>
          </a:xfrm>
          <a:prstGeom prst="rect">
            <a:avLst/>
          </a:prstGeom>
          <a:noFill/>
        </p:spPr>
        <p:txBody>
          <a:bodyPr wrap="square">
            <a:spAutoFit/>
          </a:bodyPr>
          <a:lstStyle/>
          <a:p>
            <a:r>
              <a:rPr sz="1400" b="1">
                <a:solidFill>
                  <a:srgbClr val="2C2C2C"/>
                </a:solidFill>
                <a:latin typeface="KaiTi"/>
              </a:rPr>
              <a:t>塑 料 让 海 洋 污 染。</a:t>
            </a:r>
          </a:p>
        </p:txBody>
      </p:sp>
      <p:sp>
        <p:nvSpPr>
          <p:cNvPr id="17" name="TextBox 16"/>
          <p:cNvSpPr txBox="1"/>
          <p:nvPr/>
        </p:nvSpPr>
        <p:spPr>
          <a:xfrm>
            <a:off x="502920" y="4690872"/>
            <a:ext cx="8229600" cy="256032"/>
          </a:xfrm>
          <a:prstGeom prst="rect">
            <a:avLst/>
          </a:prstGeom>
          <a:noFill/>
        </p:spPr>
        <p:txBody>
          <a:bodyPr wrap="square">
            <a:spAutoFit/>
          </a:bodyPr>
          <a:lstStyle/>
          <a:p>
            <a:r>
              <a:rPr sz="1000" b="0">
                <a:solidFill>
                  <a:srgbClr val="888888"/>
                </a:solidFill>
                <a:latin typeface="KaiTi"/>
              </a:rPr>
              <a:t>Plastic pollutes the ocean.</a:t>
            </a:r>
          </a:p>
        </p:txBody>
      </p:sp>
      <p:sp>
        <p:nvSpPr>
          <p:cNvPr id="18" name="TextBox 17"/>
          <p:cNvSpPr txBox="1"/>
          <p:nvPr/>
        </p:nvSpPr>
        <p:spPr>
          <a:xfrm>
            <a:off x="8412480" y="192024"/>
            <a:ext cx="457200" cy="310896"/>
          </a:xfrm>
          <a:prstGeom prst="rect">
            <a:avLst/>
          </a:prstGeom>
          <a:noFill/>
        </p:spPr>
        <p:txBody>
          <a:bodyPr wrap="square">
            <a:spAutoFit/>
          </a:bodyPr>
          <a:lstStyle/>
          <a:p>
            <a:pPr algn="r"/>
            <a:r>
              <a:rPr sz="1200" b="1">
                <a:solidFill>
                  <a:srgbClr val="FFFFFF"/>
                </a:solidFill>
                <a:latin typeface="KaiTi"/>
              </a:rPr>
              <a:t>41</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6F8EC"/>
        </a:solidFill>
        <a:effectLst/>
      </p:bgPr>
    </p:bg>
    <p:spTree>
      <p:nvGrpSpPr>
        <p:cNvPr id="1" name=""/>
        <p:cNvGrpSpPr/>
        <p:nvPr/>
      </p:nvGrpSpPr>
      <p:grpSpPr>
        <a:xfrm>
          <a:off x="0" y="0"/>
          <a:ext cx="0" cy="0"/>
          <a:chOff x="0" y="0"/>
          <a:chExt cx="0" cy="0"/>
        </a:xfrm>
      </p:grpSpPr>
      <p:sp>
        <p:nvSpPr>
          <p:cNvPr id="2" name="Rounded Rectangle 1"/>
          <p:cNvSpPr/>
          <p:nvPr/>
        </p:nvSpPr>
        <p:spPr>
          <a:xfrm>
            <a:off x="274320" y="137160"/>
            <a:ext cx="8595360" cy="502920"/>
          </a:xfrm>
          <a:prstGeom prst="roundRect">
            <a:avLst/>
          </a:prstGeom>
          <a:solidFill>
            <a:srgbClr val="0B5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64592"/>
            <a:ext cx="8412480" cy="457200"/>
          </a:xfrm>
          <a:prstGeom prst="rect">
            <a:avLst/>
          </a:prstGeom>
          <a:noFill/>
        </p:spPr>
        <p:txBody>
          <a:bodyPr wrap="square">
            <a:spAutoFit/>
          </a:bodyPr>
          <a:lstStyle/>
          <a:p>
            <a:r>
              <a:rPr sz="2000" b="1">
                <a:solidFill>
                  <a:srgbClr val="FFFFFF"/>
                </a:solidFill>
                <a:latin typeface="KaiTi"/>
              </a:rPr>
              <a:t>👀 我 会 认 · 保 护  I Can Read</a:t>
            </a:r>
          </a:p>
        </p:txBody>
      </p:sp>
      <p:sp>
        <p:nvSpPr>
          <p:cNvPr id="4" name="Rounded Rectangle 3"/>
          <p:cNvSpPr/>
          <p:nvPr/>
        </p:nvSpPr>
        <p:spPr>
          <a:xfrm>
            <a:off x="365760" y="868680"/>
            <a:ext cx="4160520" cy="3017520"/>
          </a:xfrm>
          <a:prstGeom prst="roundRect">
            <a:avLst/>
          </a:prstGeom>
          <a:solidFill>
            <a:srgbClr val="FFF3E0"/>
          </a:solidFill>
          <a:ln w="31750">
            <a:solidFill>
              <a:srgbClr val="0B5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005840"/>
            <a:ext cx="3977639" cy="731520"/>
          </a:xfrm>
          <a:prstGeom prst="rect">
            <a:avLst/>
          </a:prstGeom>
          <a:noFill/>
        </p:spPr>
        <p:txBody>
          <a:bodyPr wrap="square">
            <a:spAutoFit/>
          </a:bodyPr>
          <a:lstStyle/>
          <a:p>
            <a:pPr algn="ctr"/>
            <a:r>
              <a:rPr sz="5800" b="0">
                <a:solidFill>
                  <a:srgbClr val="2C2C2C"/>
                </a:solidFill>
                <a:latin typeface="KaiTi"/>
              </a:rPr>
              <a:t>🛡️</a:t>
            </a:r>
          </a:p>
        </p:txBody>
      </p:sp>
      <p:sp>
        <p:nvSpPr>
          <p:cNvPr id="6" name="TextBox 5"/>
          <p:cNvSpPr txBox="1"/>
          <p:nvPr/>
        </p:nvSpPr>
        <p:spPr>
          <a:xfrm>
            <a:off x="457200" y="1783080"/>
            <a:ext cx="3977639" cy="640080"/>
          </a:xfrm>
          <a:prstGeom prst="rect">
            <a:avLst/>
          </a:prstGeom>
          <a:noFill/>
        </p:spPr>
        <p:txBody>
          <a:bodyPr wrap="square">
            <a:spAutoFit/>
          </a:bodyPr>
          <a:lstStyle/>
          <a:p>
            <a:pPr algn="ctr"/>
            <a:r>
              <a:rPr sz="4400" b="1">
                <a:solidFill>
                  <a:srgbClr val="0B5C8C"/>
                </a:solidFill>
                <a:latin typeface="KaiTi"/>
              </a:rPr>
              <a:t>保 护</a:t>
            </a:r>
          </a:p>
        </p:txBody>
      </p:sp>
      <p:sp>
        <p:nvSpPr>
          <p:cNvPr id="7" name="TextBox 6"/>
          <p:cNvSpPr txBox="1"/>
          <p:nvPr/>
        </p:nvSpPr>
        <p:spPr>
          <a:xfrm>
            <a:off x="457200" y="2514600"/>
            <a:ext cx="3977639" cy="274320"/>
          </a:xfrm>
          <a:prstGeom prst="rect">
            <a:avLst/>
          </a:prstGeom>
          <a:noFill/>
        </p:spPr>
        <p:txBody>
          <a:bodyPr wrap="square">
            <a:spAutoFit/>
          </a:bodyPr>
          <a:lstStyle/>
          <a:p>
            <a:pPr algn="ctr"/>
            <a:r>
              <a:rPr sz="1300" b="1">
                <a:solidFill>
                  <a:srgbClr val="2C2C2C"/>
                </a:solidFill>
                <a:latin typeface="KaiTi"/>
              </a:rPr>
              <a:t>bǎo hù  ·  protect</a:t>
            </a:r>
          </a:p>
        </p:txBody>
      </p:sp>
      <p:sp>
        <p:nvSpPr>
          <p:cNvPr id="8" name="TextBox 7"/>
          <p:cNvSpPr txBox="1"/>
          <p:nvPr/>
        </p:nvSpPr>
        <p:spPr>
          <a:xfrm>
            <a:off x="457200" y="2926080"/>
            <a:ext cx="3977639" cy="292608"/>
          </a:xfrm>
          <a:prstGeom prst="rect">
            <a:avLst/>
          </a:prstGeom>
          <a:noFill/>
        </p:spPr>
        <p:txBody>
          <a:bodyPr wrap="square">
            <a:spAutoFit/>
          </a:bodyPr>
          <a:lstStyle/>
          <a:p>
            <a:pPr algn="ctr"/>
            <a:r>
              <a:rPr sz="1200" b="1">
                <a:solidFill>
                  <a:srgbClr val="0B5C8C"/>
                </a:solidFill>
                <a:latin typeface="KaiTi"/>
              </a:rPr>
              <a:t>👉 跟 我 读!  Read after me!</a:t>
            </a:r>
          </a:p>
        </p:txBody>
      </p:sp>
      <p:sp>
        <p:nvSpPr>
          <p:cNvPr id="9" name="Rectangle 8"/>
          <p:cNvSpPr/>
          <p:nvPr/>
        </p:nvSpPr>
        <p:spPr>
          <a:xfrm>
            <a:off x="4663440" y="868680"/>
            <a:ext cx="4114800" cy="3017520"/>
          </a:xfrm>
          <a:prstGeom prst="rect">
            <a:avLst/>
          </a:prstGeom>
          <a:solidFill>
            <a:srgbClr val="E8EEE0"/>
          </a:solidFill>
          <a:ln w="25400">
            <a:solidFill>
              <a:srgbClr val="0B5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663440" y="960120"/>
            <a:ext cx="4114800" cy="256032"/>
          </a:xfrm>
          <a:prstGeom prst="rect">
            <a:avLst/>
          </a:prstGeom>
          <a:noFill/>
        </p:spPr>
        <p:txBody>
          <a:bodyPr wrap="square">
            <a:spAutoFit/>
          </a:bodyPr>
          <a:lstStyle/>
          <a:p>
            <a:pPr algn="ctr"/>
            <a:r>
              <a:rPr sz="1000" b="1">
                <a:solidFill>
                  <a:srgbClr val="0B5C8C"/>
                </a:solidFill>
                <a:latin typeface="KaiTi"/>
              </a:rPr>
              <a:t>📷 真 实 照 片 · Real Photo</a:t>
            </a:r>
          </a:p>
        </p:txBody>
      </p:sp>
      <p:sp>
        <p:nvSpPr>
          <p:cNvPr id="11" name="TextBox 10"/>
          <p:cNvSpPr txBox="1"/>
          <p:nvPr/>
        </p:nvSpPr>
        <p:spPr>
          <a:xfrm>
            <a:off x="4663440" y="2103120"/>
            <a:ext cx="4114800" cy="292608"/>
          </a:xfrm>
          <a:prstGeom prst="rect">
            <a:avLst/>
          </a:prstGeom>
          <a:noFill/>
        </p:spPr>
        <p:txBody>
          <a:bodyPr wrap="square">
            <a:spAutoFit/>
          </a:bodyPr>
          <a:lstStyle/>
          <a:p>
            <a:pPr algn="ctr"/>
            <a:r>
              <a:rPr sz="1200" b="1">
                <a:solidFill>
                  <a:srgbClr val="0B5C8C"/>
                </a:solidFill>
                <a:latin typeface="KaiTi"/>
              </a:rPr>
              <a:t>👇 在 这 里 插 入</a:t>
            </a:r>
          </a:p>
        </p:txBody>
      </p:sp>
      <p:sp>
        <p:nvSpPr>
          <p:cNvPr id="12" name="TextBox 11"/>
          <p:cNvSpPr txBox="1"/>
          <p:nvPr/>
        </p:nvSpPr>
        <p:spPr>
          <a:xfrm>
            <a:off x="4754879" y="2468879"/>
            <a:ext cx="3931920" cy="502920"/>
          </a:xfrm>
          <a:prstGeom prst="rect">
            <a:avLst/>
          </a:prstGeom>
          <a:noFill/>
        </p:spPr>
        <p:txBody>
          <a:bodyPr wrap="square">
            <a:spAutoFit/>
          </a:bodyPr>
          <a:lstStyle/>
          <a:p>
            <a:pPr algn="ctr"/>
            <a:r>
              <a:rPr sz="1100" b="1">
                <a:solidFill>
                  <a:srgbClr val="2C2C2C"/>
                </a:solidFill>
                <a:latin typeface="KaiTi"/>
              </a:rPr>
              <a:t>🛡️ 孩 子 在 捡 垃 圾</a:t>
            </a:r>
          </a:p>
        </p:txBody>
      </p:sp>
      <p:sp>
        <p:nvSpPr>
          <p:cNvPr id="13" name="TextBox 12"/>
          <p:cNvSpPr txBox="1"/>
          <p:nvPr/>
        </p:nvSpPr>
        <p:spPr>
          <a:xfrm>
            <a:off x="4754879" y="2971800"/>
            <a:ext cx="3931920" cy="292608"/>
          </a:xfrm>
          <a:prstGeom prst="rect">
            <a:avLst/>
          </a:prstGeom>
          <a:noFill/>
        </p:spPr>
        <p:txBody>
          <a:bodyPr wrap="square">
            <a:spAutoFit/>
          </a:bodyPr>
          <a:lstStyle/>
          <a:p>
            <a:pPr algn="ctr"/>
            <a:r>
              <a:rPr sz="900" b="0">
                <a:solidFill>
                  <a:srgbClr val="888888"/>
                </a:solidFill>
                <a:latin typeface="KaiTi"/>
              </a:rPr>
              <a:t>Image placeholder</a:t>
            </a:r>
          </a:p>
        </p:txBody>
      </p:sp>
      <p:sp>
        <p:nvSpPr>
          <p:cNvPr id="14" name="Rounded Rectangle 13"/>
          <p:cNvSpPr/>
          <p:nvPr/>
        </p:nvSpPr>
        <p:spPr>
          <a:xfrm>
            <a:off x="365760" y="4023360"/>
            <a:ext cx="8412480" cy="868680"/>
          </a:xfrm>
          <a:prstGeom prst="roundRect">
            <a:avLst/>
          </a:prstGeom>
          <a:solidFill>
            <a:srgbClr val="FFFFFF"/>
          </a:solidFill>
          <a:ln w="25400">
            <a:solidFill>
              <a:srgbClr val="0B5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4096512"/>
            <a:ext cx="8229600" cy="292608"/>
          </a:xfrm>
          <a:prstGeom prst="rect">
            <a:avLst/>
          </a:prstGeom>
          <a:noFill/>
        </p:spPr>
        <p:txBody>
          <a:bodyPr wrap="square">
            <a:spAutoFit/>
          </a:bodyPr>
          <a:lstStyle/>
          <a:p>
            <a:r>
              <a:rPr sz="1100" b="1">
                <a:solidFill>
                  <a:srgbClr val="0B5C8C"/>
                </a:solidFill>
                <a:latin typeface="KaiTi"/>
              </a:rPr>
              <a:t>📌 例 句  Example</a:t>
            </a:r>
          </a:p>
        </p:txBody>
      </p:sp>
      <p:sp>
        <p:nvSpPr>
          <p:cNvPr id="16" name="TextBox 15"/>
          <p:cNvSpPr txBox="1"/>
          <p:nvPr/>
        </p:nvSpPr>
        <p:spPr>
          <a:xfrm>
            <a:off x="502920" y="4370832"/>
            <a:ext cx="8229600" cy="320040"/>
          </a:xfrm>
          <a:prstGeom prst="rect">
            <a:avLst/>
          </a:prstGeom>
          <a:noFill/>
        </p:spPr>
        <p:txBody>
          <a:bodyPr wrap="square">
            <a:spAutoFit/>
          </a:bodyPr>
          <a:lstStyle/>
          <a:p>
            <a:r>
              <a:rPr sz="1400" b="1">
                <a:solidFill>
                  <a:srgbClr val="2C2C2C"/>
                </a:solidFill>
                <a:latin typeface="KaiTi"/>
              </a:rPr>
              <a:t>我 们 要 保 护 海 洋。</a:t>
            </a:r>
          </a:p>
        </p:txBody>
      </p:sp>
      <p:sp>
        <p:nvSpPr>
          <p:cNvPr id="17" name="TextBox 16"/>
          <p:cNvSpPr txBox="1"/>
          <p:nvPr/>
        </p:nvSpPr>
        <p:spPr>
          <a:xfrm>
            <a:off x="502920" y="4690872"/>
            <a:ext cx="8229600" cy="256032"/>
          </a:xfrm>
          <a:prstGeom prst="rect">
            <a:avLst/>
          </a:prstGeom>
          <a:noFill/>
        </p:spPr>
        <p:txBody>
          <a:bodyPr wrap="square">
            <a:spAutoFit/>
          </a:bodyPr>
          <a:lstStyle/>
          <a:p>
            <a:r>
              <a:rPr sz="1000" b="0">
                <a:solidFill>
                  <a:srgbClr val="888888"/>
                </a:solidFill>
                <a:latin typeface="KaiTi"/>
              </a:rPr>
              <a:t>We protect the ocean.</a:t>
            </a:r>
          </a:p>
        </p:txBody>
      </p:sp>
      <p:sp>
        <p:nvSpPr>
          <p:cNvPr id="18" name="TextBox 17"/>
          <p:cNvSpPr txBox="1"/>
          <p:nvPr/>
        </p:nvSpPr>
        <p:spPr>
          <a:xfrm>
            <a:off x="8412480" y="192024"/>
            <a:ext cx="457200" cy="310896"/>
          </a:xfrm>
          <a:prstGeom prst="rect">
            <a:avLst/>
          </a:prstGeom>
          <a:noFill/>
        </p:spPr>
        <p:txBody>
          <a:bodyPr wrap="square">
            <a:spAutoFit/>
          </a:bodyPr>
          <a:lstStyle/>
          <a:p>
            <a:pPr algn="r"/>
            <a:r>
              <a:rPr sz="1200" b="1">
                <a:solidFill>
                  <a:srgbClr val="FFFFFF"/>
                </a:solidFill>
                <a:latin typeface="KaiTi"/>
              </a:rPr>
              <a:t>42</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6F8EC"/>
        </a:solidFill>
        <a:effectLst/>
      </p:bgPr>
    </p:bg>
    <p:spTree>
      <p:nvGrpSpPr>
        <p:cNvPr id="1" name=""/>
        <p:cNvGrpSpPr/>
        <p:nvPr/>
      </p:nvGrpSpPr>
      <p:grpSpPr>
        <a:xfrm>
          <a:off x="0" y="0"/>
          <a:ext cx="0" cy="0"/>
          <a:chOff x="0" y="0"/>
          <a:chExt cx="0" cy="0"/>
        </a:xfrm>
      </p:grpSpPr>
      <p:sp>
        <p:nvSpPr>
          <p:cNvPr id="2" name="Rounded Rectangle 1"/>
          <p:cNvSpPr/>
          <p:nvPr/>
        </p:nvSpPr>
        <p:spPr>
          <a:xfrm>
            <a:off x="274320" y="137160"/>
            <a:ext cx="8595360" cy="502920"/>
          </a:xfrm>
          <a:prstGeom prst="roundRect">
            <a:avLst/>
          </a:prstGeom>
          <a:solidFill>
            <a:srgbClr val="0B5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64592"/>
            <a:ext cx="8412480" cy="457200"/>
          </a:xfrm>
          <a:prstGeom prst="rect">
            <a:avLst/>
          </a:prstGeom>
          <a:noFill/>
        </p:spPr>
        <p:txBody>
          <a:bodyPr wrap="square">
            <a:spAutoFit/>
          </a:bodyPr>
          <a:lstStyle/>
          <a:p>
            <a:r>
              <a:rPr sz="2000" b="1">
                <a:solidFill>
                  <a:srgbClr val="FFFFFF"/>
                </a:solidFill>
                <a:latin typeface="KaiTi"/>
              </a:rPr>
              <a:t>👀 我 会 认 · 节 约  I Can Read</a:t>
            </a:r>
          </a:p>
        </p:txBody>
      </p:sp>
      <p:sp>
        <p:nvSpPr>
          <p:cNvPr id="4" name="Rounded Rectangle 3"/>
          <p:cNvSpPr/>
          <p:nvPr/>
        </p:nvSpPr>
        <p:spPr>
          <a:xfrm>
            <a:off x="365760" y="868680"/>
            <a:ext cx="4160520" cy="3017520"/>
          </a:xfrm>
          <a:prstGeom prst="roundRect">
            <a:avLst/>
          </a:prstGeom>
          <a:solidFill>
            <a:srgbClr val="FFF3E0"/>
          </a:solidFill>
          <a:ln w="31750">
            <a:solidFill>
              <a:srgbClr val="0B5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005840"/>
            <a:ext cx="3977639" cy="731520"/>
          </a:xfrm>
          <a:prstGeom prst="rect">
            <a:avLst/>
          </a:prstGeom>
          <a:noFill/>
        </p:spPr>
        <p:txBody>
          <a:bodyPr wrap="square">
            <a:spAutoFit/>
          </a:bodyPr>
          <a:lstStyle/>
          <a:p>
            <a:pPr algn="ctr"/>
            <a:r>
              <a:rPr sz="5800" b="0">
                <a:solidFill>
                  <a:srgbClr val="2C2C2C"/>
                </a:solidFill>
                <a:latin typeface="KaiTi"/>
              </a:rPr>
              <a:t>🚰</a:t>
            </a:r>
          </a:p>
        </p:txBody>
      </p:sp>
      <p:sp>
        <p:nvSpPr>
          <p:cNvPr id="6" name="TextBox 5"/>
          <p:cNvSpPr txBox="1"/>
          <p:nvPr/>
        </p:nvSpPr>
        <p:spPr>
          <a:xfrm>
            <a:off x="457200" y="1783080"/>
            <a:ext cx="3977639" cy="640080"/>
          </a:xfrm>
          <a:prstGeom prst="rect">
            <a:avLst/>
          </a:prstGeom>
          <a:noFill/>
        </p:spPr>
        <p:txBody>
          <a:bodyPr wrap="square">
            <a:spAutoFit/>
          </a:bodyPr>
          <a:lstStyle/>
          <a:p>
            <a:pPr algn="ctr"/>
            <a:r>
              <a:rPr sz="4400" b="1">
                <a:solidFill>
                  <a:srgbClr val="0B5C8C"/>
                </a:solidFill>
                <a:latin typeface="KaiTi"/>
              </a:rPr>
              <a:t>节 约</a:t>
            </a:r>
          </a:p>
        </p:txBody>
      </p:sp>
      <p:sp>
        <p:nvSpPr>
          <p:cNvPr id="7" name="TextBox 6"/>
          <p:cNvSpPr txBox="1"/>
          <p:nvPr/>
        </p:nvSpPr>
        <p:spPr>
          <a:xfrm>
            <a:off x="457200" y="2514600"/>
            <a:ext cx="3977639" cy="274320"/>
          </a:xfrm>
          <a:prstGeom prst="rect">
            <a:avLst/>
          </a:prstGeom>
          <a:noFill/>
        </p:spPr>
        <p:txBody>
          <a:bodyPr wrap="square">
            <a:spAutoFit/>
          </a:bodyPr>
          <a:lstStyle/>
          <a:p>
            <a:pPr algn="ctr"/>
            <a:r>
              <a:rPr sz="1300" b="1">
                <a:solidFill>
                  <a:srgbClr val="2C2C2C"/>
                </a:solidFill>
                <a:latin typeface="KaiTi"/>
              </a:rPr>
              <a:t>jié yuē  ·  save</a:t>
            </a:r>
          </a:p>
        </p:txBody>
      </p:sp>
      <p:sp>
        <p:nvSpPr>
          <p:cNvPr id="8" name="TextBox 7"/>
          <p:cNvSpPr txBox="1"/>
          <p:nvPr/>
        </p:nvSpPr>
        <p:spPr>
          <a:xfrm>
            <a:off x="457200" y="2926080"/>
            <a:ext cx="3977639" cy="292608"/>
          </a:xfrm>
          <a:prstGeom prst="rect">
            <a:avLst/>
          </a:prstGeom>
          <a:noFill/>
        </p:spPr>
        <p:txBody>
          <a:bodyPr wrap="square">
            <a:spAutoFit/>
          </a:bodyPr>
          <a:lstStyle/>
          <a:p>
            <a:pPr algn="ctr"/>
            <a:r>
              <a:rPr sz="1200" b="1">
                <a:solidFill>
                  <a:srgbClr val="0B5C8C"/>
                </a:solidFill>
                <a:latin typeface="KaiTi"/>
              </a:rPr>
              <a:t>👉 跟 我 读!  Read after me!</a:t>
            </a:r>
          </a:p>
        </p:txBody>
      </p:sp>
      <p:sp>
        <p:nvSpPr>
          <p:cNvPr id="9" name="Rectangle 8"/>
          <p:cNvSpPr/>
          <p:nvPr/>
        </p:nvSpPr>
        <p:spPr>
          <a:xfrm>
            <a:off x="4663440" y="868680"/>
            <a:ext cx="4114800" cy="3017520"/>
          </a:xfrm>
          <a:prstGeom prst="rect">
            <a:avLst/>
          </a:prstGeom>
          <a:solidFill>
            <a:srgbClr val="E8EEE0"/>
          </a:solidFill>
          <a:ln w="25400">
            <a:solidFill>
              <a:srgbClr val="0B5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663440" y="960120"/>
            <a:ext cx="4114800" cy="256032"/>
          </a:xfrm>
          <a:prstGeom prst="rect">
            <a:avLst/>
          </a:prstGeom>
          <a:noFill/>
        </p:spPr>
        <p:txBody>
          <a:bodyPr wrap="square">
            <a:spAutoFit/>
          </a:bodyPr>
          <a:lstStyle/>
          <a:p>
            <a:pPr algn="ctr"/>
            <a:r>
              <a:rPr sz="1000" b="1">
                <a:solidFill>
                  <a:srgbClr val="0B5C8C"/>
                </a:solidFill>
                <a:latin typeface="KaiTi"/>
              </a:rPr>
              <a:t>📷 真 实 照 片 · Real Photo</a:t>
            </a:r>
          </a:p>
        </p:txBody>
      </p:sp>
      <p:sp>
        <p:nvSpPr>
          <p:cNvPr id="11" name="TextBox 10"/>
          <p:cNvSpPr txBox="1"/>
          <p:nvPr/>
        </p:nvSpPr>
        <p:spPr>
          <a:xfrm>
            <a:off x="4663440" y="2103120"/>
            <a:ext cx="4114800" cy="292608"/>
          </a:xfrm>
          <a:prstGeom prst="rect">
            <a:avLst/>
          </a:prstGeom>
          <a:noFill/>
        </p:spPr>
        <p:txBody>
          <a:bodyPr wrap="square">
            <a:spAutoFit/>
          </a:bodyPr>
          <a:lstStyle/>
          <a:p>
            <a:pPr algn="ctr"/>
            <a:r>
              <a:rPr sz="1200" b="1">
                <a:solidFill>
                  <a:srgbClr val="0B5C8C"/>
                </a:solidFill>
                <a:latin typeface="KaiTi"/>
              </a:rPr>
              <a:t>👇 在 这 里 插 入</a:t>
            </a:r>
          </a:p>
        </p:txBody>
      </p:sp>
      <p:sp>
        <p:nvSpPr>
          <p:cNvPr id="12" name="TextBox 11"/>
          <p:cNvSpPr txBox="1"/>
          <p:nvPr/>
        </p:nvSpPr>
        <p:spPr>
          <a:xfrm>
            <a:off x="4754879" y="2468879"/>
            <a:ext cx="3931920" cy="502920"/>
          </a:xfrm>
          <a:prstGeom prst="rect">
            <a:avLst/>
          </a:prstGeom>
          <a:noFill/>
        </p:spPr>
        <p:txBody>
          <a:bodyPr wrap="square">
            <a:spAutoFit/>
          </a:bodyPr>
          <a:lstStyle/>
          <a:p>
            <a:pPr algn="ctr"/>
            <a:r>
              <a:rPr sz="1100" b="1">
                <a:solidFill>
                  <a:srgbClr val="2C2C2C"/>
                </a:solidFill>
                <a:latin typeface="KaiTi"/>
              </a:rPr>
              <a:t>🚰 关 水 龙 头 的 手</a:t>
            </a:r>
          </a:p>
        </p:txBody>
      </p:sp>
      <p:sp>
        <p:nvSpPr>
          <p:cNvPr id="13" name="TextBox 12"/>
          <p:cNvSpPr txBox="1"/>
          <p:nvPr/>
        </p:nvSpPr>
        <p:spPr>
          <a:xfrm>
            <a:off x="4754879" y="2971800"/>
            <a:ext cx="3931920" cy="292608"/>
          </a:xfrm>
          <a:prstGeom prst="rect">
            <a:avLst/>
          </a:prstGeom>
          <a:noFill/>
        </p:spPr>
        <p:txBody>
          <a:bodyPr wrap="square">
            <a:spAutoFit/>
          </a:bodyPr>
          <a:lstStyle/>
          <a:p>
            <a:pPr algn="ctr"/>
            <a:r>
              <a:rPr sz="900" b="0">
                <a:solidFill>
                  <a:srgbClr val="888888"/>
                </a:solidFill>
                <a:latin typeface="KaiTi"/>
              </a:rPr>
              <a:t>Image placeholder</a:t>
            </a:r>
          </a:p>
        </p:txBody>
      </p:sp>
      <p:sp>
        <p:nvSpPr>
          <p:cNvPr id="14" name="Rounded Rectangle 13"/>
          <p:cNvSpPr/>
          <p:nvPr/>
        </p:nvSpPr>
        <p:spPr>
          <a:xfrm>
            <a:off x="365760" y="4023360"/>
            <a:ext cx="8412480" cy="868680"/>
          </a:xfrm>
          <a:prstGeom prst="roundRect">
            <a:avLst/>
          </a:prstGeom>
          <a:solidFill>
            <a:srgbClr val="FFFFFF"/>
          </a:solidFill>
          <a:ln w="25400">
            <a:solidFill>
              <a:srgbClr val="0B5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4096512"/>
            <a:ext cx="8229600" cy="292608"/>
          </a:xfrm>
          <a:prstGeom prst="rect">
            <a:avLst/>
          </a:prstGeom>
          <a:noFill/>
        </p:spPr>
        <p:txBody>
          <a:bodyPr wrap="square">
            <a:spAutoFit/>
          </a:bodyPr>
          <a:lstStyle/>
          <a:p>
            <a:r>
              <a:rPr sz="1100" b="1">
                <a:solidFill>
                  <a:srgbClr val="0B5C8C"/>
                </a:solidFill>
                <a:latin typeface="KaiTi"/>
              </a:rPr>
              <a:t>📌 例 句  Example</a:t>
            </a:r>
          </a:p>
        </p:txBody>
      </p:sp>
      <p:sp>
        <p:nvSpPr>
          <p:cNvPr id="16" name="TextBox 15"/>
          <p:cNvSpPr txBox="1"/>
          <p:nvPr/>
        </p:nvSpPr>
        <p:spPr>
          <a:xfrm>
            <a:off x="502920" y="4370832"/>
            <a:ext cx="8229600" cy="320040"/>
          </a:xfrm>
          <a:prstGeom prst="rect">
            <a:avLst/>
          </a:prstGeom>
          <a:noFill/>
        </p:spPr>
        <p:txBody>
          <a:bodyPr wrap="square">
            <a:spAutoFit/>
          </a:bodyPr>
          <a:lstStyle/>
          <a:p>
            <a:r>
              <a:rPr sz="1400" b="1">
                <a:solidFill>
                  <a:srgbClr val="2C2C2C"/>
                </a:solidFill>
                <a:latin typeface="KaiTi"/>
              </a:rPr>
              <a:t>节 约 用 水, 关 好 水 龙 头。</a:t>
            </a:r>
          </a:p>
        </p:txBody>
      </p:sp>
      <p:sp>
        <p:nvSpPr>
          <p:cNvPr id="17" name="TextBox 16"/>
          <p:cNvSpPr txBox="1"/>
          <p:nvPr/>
        </p:nvSpPr>
        <p:spPr>
          <a:xfrm>
            <a:off x="502920" y="4690872"/>
            <a:ext cx="8229600" cy="256032"/>
          </a:xfrm>
          <a:prstGeom prst="rect">
            <a:avLst/>
          </a:prstGeom>
          <a:noFill/>
        </p:spPr>
        <p:txBody>
          <a:bodyPr wrap="square">
            <a:spAutoFit/>
          </a:bodyPr>
          <a:lstStyle/>
          <a:p>
            <a:r>
              <a:rPr sz="1000" b="0">
                <a:solidFill>
                  <a:srgbClr val="888888"/>
                </a:solidFill>
                <a:latin typeface="KaiTi"/>
              </a:rPr>
              <a:t>Save water — turn off the tap.</a:t>
            </a:r>
          </a:p>
        </p:txBody>
      </p:sp>
      <p:sp>
        <p:nvSpPr>
          <p:cNvPr id="18" name="TextBox 17"/>
          <p:cNvSpPr txBox="1"/>
          <p:nvPr/>
        </p:nvSpPr>
        <p:spPr>
          <a:xfrm>
            <a:off x="8412480" y="192024"/>
            <a:ext cx="457200" cy="310896"/>
          </a:xfrm>
          <a:prstGeom prst="rect">
            <a:avLst/>
          </a:prstGeom>
          <a:noFill/>
        </p:spPr>
        <p:txBody>
          <a:bodyPr wrap="square">
            <a:spAutoFit/>
          </a:bodyPr>
          <a:lstStyle/>
          <a:p>
            <a:pPr algn="r"/>
            <a:r>
              <a:rPr sz="1200" b="1">
                <a:solidFill>
                  <a:srgbClr val="FFFFFF"/>
                </a:solidFill>
                <a:latin typeface="KaiTi"/>
              </a:rPr>
              <a:t>43</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6F8EC"/>
        </a:solidFill>
        <a:effectLst/>
      </p:bgPr>
    </p:bg>
    <p:spTree>
      <p:nvGrpSpPr>
        <p:cNvPr id="1" name=""/>
        <p:cNvGrpSpPr/>
        <p:nvPr/>
      </p:nvGrpSpPr>
      <p:grpSpPr>
        <a:xfrm>
          <a:off x="0" y="0"/>
          <a:ext cx="0" cy="0"/>
          <a:chOff x="0" y="0"/>
          <a:chExt cx="0" cy="0"/>
        </a:xfrm>
      </p:grpSpPr>
      <p:sp>
        <p:nvSpPr>
          <p:cNvPr id="2" name="Rounded Rectangle 1"/>
          <p:cNvSpPr/>
          <p:nvPr/>
        </p:nvSpPr>
        <p:spPr>
          <a:xfrm>
            <a:off x="274320" y="137160"/>
            <a:ext cx="8595360" cy="502920"/>
          </a:xfrm>
          <a:prstGeom prst="roundRect">
            <a:avLst/>
          </a:prstGeom>
          <a:solidFill>
            <a:srgbClr val="0B5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64592"/>
            <a:ext cx="8412480" cy="457200"/>
          </a:xfrm>
          <a:prstGeom prst="rect">
            <a:avLst/>
          </a:prstGeom>
          <a:noFill/>
        </p:spPr>
        <p:txBody>
          <a:bodyPr wrap="square">
            <a:spAutoFit/>
          </a:bodyPr>
          <a:lstStyle/>
          <a:p>
            <a:r>
              <a:rPr sz="2000" b="1">
                <a:solidFill>
                  <a:srgbClr val="FFFFFF"/>
                </a:solidFill>
                <a:latin typeface="KaiTi"/>
              </a:rPr>
              <a:t>✏️ 我 会 写 · 水  I Can Write · water</a:t>
            </a:r>
          </a:p>
        </p:txBody>
      </p:sp>
      <p:sp>
        <p:nvSpPr>
          <p:cNvPr id="4" name="Rounded Rectangle 3"/>
          <p:cNvSpPr/>
          <p:nvPr/>
        </p:nvSpPr>
        <p:spPr>
          <a:xfrm>
            <a:off x="365760" y="914400"/>
            <a:ext cx="4023360" cy="3108960"/>
          </a:xfrm>
          <a:prstGeom prst="roundRect">
            <a:avLst/>
          </a:prstGeom>
          <a:solidFill>
            <a:srgbClr val="FFF3E0"/>
          </a:solidFill>
          <a:ln w="31750">
            <a:solidFill>
              <a:srgbClr val="0B5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051560"/>
            <a:ext cx="3840480" cy="1783080"/>
          </a:xfrm>
          <a:prstGeom prst="rect">
            <a:avLst/>
          </a:prstGeom>
          <a:noFill/>
        </p:spPr>
        <p:txBody>
          <a:bodyPr wrap="square">
            <a:spAutoFit/>
          </a:bodyPr>
          <a:lstStyle/>
          <a:p>
            <a:pPr algn="ctr"/>
            <a:r>
              <a:rPr sz="12000" b="1">
                <a:solidFill>
                  <a:srgbClr val="0B5C8C"/>
                </a:solidFill>
                <a:latin typeface="KaiTi"/>
              </a:rPr>
              <a:t>水</a:t>
            </a:r>
          </a:p>
        </p:txBody>
      </p:sp>
      <p:sp>
        <p:nvSpPr>
          <p:cNvPr id="6" name="TextBox 5"/>
          <p:cNvSpPr txBox="1"/>
          <p:nvPr/>
        </p:nvSpPr>
        <p:spPr>
          <a:xfrm>
            <a:off x="457200" y="2788920"/>
            <a:ext cx="3840480" cy="411480"/>
          </a:xfrm>
          <a:prstGeom prst="rect">
            <a:avLst/>
          </a:prstGeom>
          <a:noFill/>
        </p:spPr>
        <p:txBody>
          <a:bodyPr wrap="square">
            <a:spAutoFit/>
          </a:bodyPr>
          <a:lstStyle/>
          <a:p>
            <a:pPr algn="ctr"/>
            <a:r>
              <a:rPr sz="2000" b="1">
                <a:solidFill>
                  <a:srgbClr val="888888"/>
                </a:solidFill>
                <a:latin typeface="KaiTi"/>
              </a:rPr>
              <a:t>shuǐ  ·  water</a:t>
            </a:r>
          </a:p>
        </p:txBody>
      </p:sp>
      <p:sp>
        <p:nvSpPr>
          <p:cNvPr id="7" name="TextBox 6"/>
          <p:cNvSpPr txBox="1"/>
          <p:nvPr/>
        </p:nvSpPr>
        <p:spPr>
          <a:xfrm>
            <a:off x="457200" y="3246120"/>
            <a:ext cx="3840480" cy="365760"/>
          </a:xfrm>
          <a:prstGeom prst="rect">
            <a:avLst/>
          </a:prstGeom>
          <a:noFill/>
        </p:spPr>
        <p:txBody>
          <a:bodyPr wrap="square">
            <a:spAutoFit/>
          </a:bodyPr>
          <a:lstStyle/>
          <a:p>
            <a:pPr algn="ctr"/>
            <a:r>
              <a:rPr sz="1600" b="1">
                <a:solidFill>
                  <a:srgbClr val="0B5C8C"/>
                </a:solidFill>
                <a:latin typeface="KaiTi"/>
              </a:rPr>
              <a:t>4 笔 / 4 strokes</a:t>
            </a:r>
          </a:p>
        </p:txBody>
      </p:sp>
      <p:sp>
        <p:nvSpPr>
          <p:cNvPr id="8" name="Rounded Rectangle 7"/>
          <p:cNvSpPr/>
          <p:nvPr/>
        </p:nvSpPr>
        <p:spPr>
          <a:xfrm>
            <a:off x="4572000" y="914400"/>
            <a:ext cx="4206240" cy="1463040"/>
          </a:xfrm>
          <a:prstGeom prst="roundRect">
            <a:avLst/>
          </a:prstGeom>
          <a:solidFill>
            <a:srgbClr val="FFFFFF"/>
          </a:solidFill>
          <a:ln w="25400">
            <a:solidFill>
              <a:srgbClr val="0B5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709160" y="1005840"/>
            <a:ext cx="4023360" cy="365760"/>
          </a:xfrm>
          <a:prstGeom prst="rect">
            <a:avLst/>
          </a:prstGeom>
          <a:noFill/>
        </p:spPr>
        <p:txBody>
          <a:bodyPr wrap="square">
            <a:spAutoFit/>
          </a:bodyPr>
          <a:lstStyle/>
          <a:p>
            <a:r>
              <a:rPr sz="1600" b="1">
                <a:solidFill>
                  <a:srgbClr val="0B5C8C"/>
                </a:solidFill>
                <a:latin typeface="KaiTi"/>
              </a:rPr>
              <a:t>✏️ 3 步练习  3 Steps</a:t>
            </a:r>
          </a:p>
        </p:txBody>
      </p:sp>
      <p:sp>
        <p:nvSpPr>
          <p:cNvPr id="10" name="TextBox 9"/>
          <p:cNvSpPr txBox="1"/>
          <p:nvPr/>
        </p:nvSpPr>
        <p:spPr>
          <a:xfrm>
            <a:off x="4709160" y="1417320"/>
            <a:ext cx="4023360" cy="320040"/>
          </a:xfrm>
          <a:prstGeom prst="rect">
            <a:avLst/>
          </a:prstGeom>
          <a:noFill/>
        </p:spPr>
        <p:txBody>
          <a:bodyPr wrap="square">
            <a:spAutoFit/>
          </a:bodyPr>
          <a:lstStyle/>
          <a:p>
            <a:r>
              <a:rPr sz="1300" b="0">
                <a:solidFill>
                  <a:srgbClr val="2C2C2C"/>
                </a:solidFill>
                <a:latin typeface="KaiTi"/>
              </a:rPr>
              <a:t>1️⃣ 看老师写  Watch teacher</a:t>
            </a:r>
          </a:p>
        </p:txBody>
      </p:sp>
      <p:sp>
        <p:nvSpPr>
          <p:cNvPr id="11" name="TextBox 10"/>
          <p:cNvSpPr txBox="1"/>
          <p:nvPr/>
        </p:nvSpPr>
        <p:spPr>
          <a:xfrm>
            <a:off x="4709160" y="1737360"/>
            <a:ext cx="4023360" cy="320040"/>
          </a:xfrm>
          <a:prstGeom prst="rect">
            <a:avLst/>
          </a:prstGeom>
          <a:noFill/>
        </p:spPr>
        <p:txBody>
          <a:bodyPr wrap="square">
            <a:spAutoFit/>
          </a:bodyPr>
          <a:lstStyle/>
          <a:p>
            <a:r>
              <a:rPr sz="1300" b="0">
                <a:solidFill>
                  <a:srgbClr val="2C2C2C"/>
                </a:solidFill>
                <a:latin typeface="KaiTi"/>
              </a:rPr>
              <a:t>2️⃣ 用手指空中写  Air-write</a:t>
            </a:r>
          </a:p>
        </p:txBody>
      </p:sp>
      <p:sp>
        <p:nvSpPr>
          <p:cNvPr id="12" name="TextBox 11"/>
          <p:cNvSpPr txBox="1"/>
          <p:nvPr/>
        </p:nvSpPr>
        <p:spPr>
          <a:xfrm>
            <a:off x="4709160" y="2057400"/>
            <a:ext cx="4023360" cy="320040"/>
          </a:xfrm>
          <a:prstGeom prst="rect">
            <a:avLst/>
          </a:prstGeom>
          <a:noFill/>
        </p:spPr>
        <p:txBody>
          <a:bodyPr wrap="square">
            <a:spAutoFit/>
          </a:bodyPr>
          <a:lstStyle/>
          <a:p>
            <a:r>
              <a:rPr sz="1300" b="0">
                <a:solidFill>
                  <a:srgbClr val="2C2C2C"/>
                </a:solidFill>
                <a:latin typeface="KaiTi"/>
              </a:rPr>
              <a:t>3️⃣ 在田字格写 3 次</a:t>
            </a:r>
          </a:p>
        </p:txBody>
      </p:sp>
      <p:sp>
        <p:nvSpPr>
          <p:cNvPr id="13" name="Rectangle 12"/>
          <p:cNvSpPr/>
          <p:nvPr/>
        </p:nvSpPr>
        <p:spPr>
          <a:xfrm>
            <a:off x="4572000" y="2606040"/>
            <a:ext cx="960120" cy="960120"/>
          </a:xfrm>
          <a:prstGeom prst="rect">
            <a:avLst/>
          </a:prstGeom>
          <a:solidFill>
            <a:srgbClr val="FFFFFF"/>
          </a:solidFill>
          <a:ln w="19050">
            <a:solidFill>
              <a:srgbClr val="0B5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4" name="Connector 13"/>
          <p:cNvCxnSpPr/>
          <p:nvPr/>
        </p:nvCxnSpPr>
        <p:spPr>
          <a:xfrm>
            <a:off x="4572000" y="3086100"/>
            <a:ext cx="960120" cy="0"/>
          </a:xfrm>
          <a:prstGeom prst="line">
            <a:avLst/>
          </a:prstGeom>
          <a:ln w="6350">
            <a:solidFill>
              <a:srgbClr val="BBBBBB"/>
            </a:solidFill>
            <a:prstDash val="sysDash"/>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052060" y="2606040"/>
            <a:ext cx="0" cy="960120"/>
          </a:xfrm>
          <a:prstGeom prst="line">
            <a:avLst/>
          </a:prstGeom>
          <a:ln w="6350">
            <a:solidFill>
              <a:srgbClr val="BBBBBB"/>
            </a:solidFill>
            <a:prstDash val="sysDash"/>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5623560" y="2606040"/>
            <a:ext cx="960120" cy="960120"/>
          </a:xfrm>
          <a:prstGeom prst="rect">
            <a:avLst/>
          </a:prstGeom>
          <a:solidFill>
            <a:srgbClr val="FFFFFF"/>
          </a:solidFill>
          <a:ln w="19050">
            <a:solidFill>
              <a:srgbClr val="0B5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7" name="Connector 16"/>
          <p:cNvCxnSpPr/>
          <p:nvPr/>
        </p:nvCxnSpPr>
        <p:spPr>
          <a:xfrm>
            <a:off x="5623560" y="3086100"/>
            <a:ext cx="960120" cy="0"/>
          </a:xfrm>
          <a:prstGeom prst="line">
            <a:avLst/>
          </a:prstGeom>
          <a:ln w="6350">
            <a:solidFill>
              <a:srgbClr val="BBBBBB"/>
            </a:solidFill>
            <a:prstDash val="sys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103620" y="2606040"/>
            <a:ext cx="0" cy="960120"/>
          </a:xfrm>
          <a:prstGeom prst="line">
            <a:avLst/>
          </a:prstGeom>
          <a:ln w="6350">
            <a:solidFill>
              <a:srgbClr val="BBBBBB"/>
            </a:solidFill>
            <a:prstDash val="sysDash"/>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6675120" y="2606040"/>
            <a:ext cx="960120" cy="960120"/>
          </a:xfrm>
          <a:prstGeom prst="rect">
            <a:avLst/>
          </a:prstGeom>
          <a:solidFill>
            <a:srgbClr val="FFFFFF"/>
          </a:solidFill>
          <a:ln w="19050">
            <a:solidFill>
              <a:srgbClr val="0B5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0" name="Connector 19"/>
          <p:cNvCxnSpPr/>
          <p:nvPr/>
        </p:nvCxnSpPr>
        <p:spPr>
          <a:xfrm>
            <a:off x="6675120" y="3086100"/>
            <a:ext cx="960120" cy="0"/>
          </a:xfrm>
          <a:prstGeom prst="line">
            <a:avLst/>
          </a:prstGeom>
          <a:ln w="6350">
            <a:solidFill>
              <a:srgbClr val="BBBBBB"/>
            </a:solidFill>
            <a:prstDash val="sys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7155180" y="2606040"/>
            <a:ext cx="0" cy="960120"/>
          </a:xfrm>
          <a:prstGeom prst="line">
            <a:avLst/>
          </a:prstGeom>
          <a:ln w="6350">
            <a:solidFill>
              <a:srgbClr val="BBBBBB"/>
            </a:solidFill>
            <a:prstDash val="sysDash"/>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7726679" y="2606040"/>
            <a:ext cx="960120" cy="960120"/>
          </a:xfrm>
          <a:prstGeom prst="rect">
            <a:avLst/>
          </a:prstGeom>
          <a:solidFill>
            <a:srgbClr val="FFFFFF"/>
          </a:solidFill>
          <a:ln w="19050">
            <a:solidFill>
              <a:srgbClr val="0B5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3" name="Connector 22"/>
          <p:cNvCxnSpPr/>
          <p:nvPr/>
        </p:nvCxnSpPr>
        <p:spPr>
          <a:xfrm>
            <a:off x="7726679" y="3086100"/>
            <a:ext cx="960121" cy="0"/>
          </a:xfrm>
          <a:prstGeom prst="line">
            <a:avLst/>
          </a:prstGeom>
          <a:ln w="6350">
            <a:solidFill>
              <a:srgbClr val="BBBBBB"/>
            </a:solidFill>
            <a:prstDash val="sysDash"/>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206740" y="2606040"/>
            <a:ext cx="0" cy="960120"/>
          </a:xfrm>
          <a:prstGeom prst="line">
            <a:avLst/>
          </a:prstGeom>
          <a:ln w="6350">
            <a:solidFill>
              <a:srgbClr val="BBBBBB"/>
            </a:solidFill>
            <a:prstDash val="sysDash"/>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4572000" y="3611880"/>
            <a:ext cx="4206240" cy="274320"/>
          </a:xfrm>
          <a:prstGeom prst="rect">
            <a:avLst/>
          </a:prstGeom>
          <a:noFill/>
        </p:spPr>
        <p:txBody>
          <a:bodyPr wrap="square">
            <a:spAutoFit/>
          </a:bodyPr>
          <a:lstStyle/>
          <a:p>
            <a:pPr algn="ctr"/>
            <a:r>
              <a:rPr sz="1100" b="0">
                <a:solidFill>
                  <a:srgbClr val="888888"/>
                </a:solidFill>
                <a:latin typeface="KaiTi"/>
              </a:rPr>
              <a:t>在 田 字 格 里 写 3 次 ↓</a:t>
            </a:r>
          </a:p>
        </p:txBody>
      </p:sp>
      <p:sp>
        <p:nvSpPr>
          <p:cNvPr id="26" name="Rounded Rectangle 25"/>
          <p:cNvSpPr/>
          <p:nvPr/>
        </p:nvSpPr>
        <p:spPr>
          <a:xfrm>
            <a:off x="365760" y="4114800"/>
            <a:ext cx="8412480" cy="566928"/>
          </a:xfrm>
          <a:prstGeom prst="roundRect">
            <a:avLst/>
          </a:prstGeom>
          <a:solidFill>
            <a:srgbClr val="FFF3E0"/>
          </a:solidFill>
          <a:ln w="19050">
            <a:solidFill>
              <a:srgbClr val="0B5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02920" y="4160520"/>
            <a:ext cx="4023360" cy="219456"/>
          </a:xfrm>
          <a:prstGeom prst="rect">
            <a:avLst/>
          </a:prstGeom>
          <a:noFill/>
        </p:spPr>
        <p:txBody>
          <a:bodyPr wrap="square">
            <a:spAutoFit/>
          </a:bodyPr>
          <a:lstStyle/>
          <a:p>
            <a:r>
              <a:rPr sz="1000" b="1">
                <a:solidFill>
                  <a:srgbClr val="0B5C8C"/>
                </a:solidFill>
                <a:latin typeface="KaiTi"/>
              </a:rPr>
              <a:t>👩‍🏫 老师问 Teacher asks:</a:t>
            </a:r>
          </a:p>
        </p:txBody>
      </p:sp>
      <p:sp>
        <p:nvSpPr>
          <p:cNvPr id="28" name="TextBox 27"/>
          <p:cNvSpPr txBox="1"/>
          <p:nvPr/>
        </p:nvSpPr>
        <p:spPr>
          <a:xfrm>
            <a:off x="502920" y="4389120"/>
            <a:ext cx="4023360" cy="237744"/>
          </a:xfrm>
          <a:prstGeom prst="rect">
            <a:avLst/>
          </a:prstGeom>
          <a:noFill/>
        </p:spPr>
        <p:txBody>
          <a:bodyPr wrap="square">
            <a:spAutoFit/>
          </a:bodyPr>
          <a:lstStyle/>
          <a:p>
            <a:r>
              <a:rPr sz="1200" b="1">
                <a:solidFill>
                  <a:srgbClr val="2C2C2C"/>
                </a:solidFill>
                <a:latin typeface="KaiTi"/>
              </a:rPr>
              <a:t>和 我 一 起 写 「水」</a:t>
            </a:r>
          </a:p>
        </p:txBody>
      </p:sp>
      <p:sp>
        <p:nvSpPr>
          <p:cNvPr id="29" name="TextBox 28"/>
          <p:cNvSpPr txBox="1"/>
          <p:nvPr/>
        </p:nvSpPr>
        <p:spPr>
          <a:xfrm>
            <a:off x="4617720" y="4160520"/>
            <a:ext cx="4114800" cy="219456"/>
          </a:xfrm>
          <a:prstGeom prst="rect">
            <a:avLst/>
          </a:prstGeom>
          <a:noFill/>
        </p:spPr>
        <p:txBody>
          <a:bodyPr wrap="square">
            <a:spAutoFit/>
          </a:bodyPr>
          <a:lstStyle/>
          <a:p>
            <a:r>
              <a:rPr sz="1000" b="1">
                <a:solidFill>
                  <a:srgbClr val="0B5C8C"/>
                </a:solidFill>
                <a:latin typeface="KaiTi"/>
              </a:rPr>
              <a:t>🧒 学生 Student does:</a:t>
            </a:r>
          </a:p>
        </p:txBody>
      </p:sp>
      <p:sp>
        <p:nvSpPr>
          <p:cNvPr id="30" name="TextBox 29"/>
          <p:cNvSpPr txBox="1"/>
          <p:nvPr/>
        </p:nvSpPr>
        <p:spPr>
          <a:xfrm>
            <a:off x="4617720" y="4389120"/>
            <a:ext cx="4114800" cy="237744"/>
          </a:xfrm>
          <a:prstGeom prst="rect">
            <a:avLst/>
          </a:prstGeom>
          <a:noFill/>
        </p:spPr>
        <p:txBody>
          <a:bodyPr wrap="square">
            <a:spAutoFit/>
          </a:bodyPr>
          <a:lstStyle/>
          <a:p>
            <a:r>
              <a:rPr sz="1200" b="1">
                <a:solidFill>
                  <a:srgbClr val="2C2C2C"/>
                </a:solidFill>
                <a:latin typeface="KaiTi"/>
              </a:rPr>
              <a:t>看 → 空中写 → 田字格写 3 次</a:t>
            </a:r>
          </a:p>
        </p:txBody>
      </p:sp>
      <p:sp>
        <p:nvSpPr>
          <p:cNvPr id="31" name="TextBox 30"/>
          <p:cNvSpPr txBox="1"/>
          <p:nvPr/>
        </p:nvSpPr>
        <p:spPr>
          <a:xfrm>
            <a:off x="8412480" y="192024"/>
            <a:ext cx="457200" cy="310896"/>
          </a:xfrm>
          <a:prstGeom prst="rect">
            <a:avLst/>
          </a:prstGeom>
          <a:noFill/>
        </p:spPr>
        <p:txBody>
          <a:bodyPr wrap="square">
            <a:spAutoFit/>
          </a:bodyPr>
          <a:lstStyle/>
          <a:p>
            <a:pPr algn="r"/>
            <a:r>
              <a:rPr sz="1200" b="1">
                <a:solidFill>
                  <a:srgbClr val="FFFFFF"/>
                </a:solidFill>
                <a:latin typeface="KaiTi"/>
              </a:rPr>
              <a:t>44</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6F8EC"/>
        </a:solidFill>
        <a:effectLst/>
      </p:bgPr>
    </p:bg>
    <p:spTree>
      <p:nvGrpSpPr>
        <p:cNvPr id="1" name=""/>
        <p:cNvGrpSpPr/>
        <p:nvPr/>
      </p:nvGrpSpPr>
      <p:grpSpPr>
        <a:xfrm>
          <a:off x="0" y="0"/>
          <a:ext cx="0" cy="0"/>
          <a:chOff x="0" y="0"/>
          <a:chExt cx="0" cy="0"/>
        </a:xfrm>
      </p:grpSpPr>
      <p:sp>
        <p:nvSpPr>
          <p:cNvPr id="2" name="Rounded Rectangle 1"/>
          <p:cNvSpPr/>
          <p:nvPr/>
        </p:nvSpPr>
        <p:spPr>
          <a:xfrm>
            <a:off x="274320" y="137160"/>
            <a:ext cx="8595360" cy="502920"/>
          </a:xfrm>
          <a:prstGeom prst="roundRect">
            <a:avLst/>
          </a:prstGeom>
          <a:solidFill>
            <a:srgbClr val="0B5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64592"/>
            <a:ext cx="8412480" cy="457200"/>
          </a:xfrm>
          <a:prstGeom prst="rect">
            <a:avLst/>
          </a:prstGeom>
          <a:noFill/>
        </p:spPr>
        <p:txBody>
          <a:bodyPr wrap="square">
            <a:spAutoFit/>
          </a:bodyPr>
          <a:lstStyle/>
          <a:p>
            <a:r>
              <a:rPr sz="2000" b="1">
                <a:solidFill>
                  <a:srgbClr val="FFFFFF"/>
                </a:solidFill>
                <a:latin typeface="KaiTi"/>
              </a:rPr>
              <a:t>✏️ 我 会 写 · 保 护  I Can Write · protect</a:t>
            </a:r>
          </a:p>
        </p:txBody>
      </p:sp>
      <p:sp>
        <p:nvSpPr>
          <p:cNvPr id="4" name="Rounded Rectangle 3"/>
          <p:cNvSpPr/>
          <p:nvPr/>
        </p:nvSpPr>
        <p:spPr>
          <a:xfrm>
            <a:off x="365760" y="914400"/>
            <a:ext cx="4023360" cy="3108960"/>
          </a:xfrm>
          <a:prstGeom prst="roundRect">
            <a:avLst/>
          </a:prstGeom>
          <a:solidFill>
            <a:srgbClr val="FFF3E0"/>
          </a:solidFill>
          <a:ln w="31750">
            <a:solidFill>
              <a:srgbClr val="0B5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051560"/>
            <a:ext cx="3840480" cy="1783080"/>
          </a:xfrm>
          <a:prstGeom prst="rect">
            <a:avLst/>
          </a:prstGeom>
          <a:noFill/>
        </p:spPr>
        <p:txBody>
          <a:bodyPr wrap="square">
            <a:spAutoFit/>
          </a:bodyPr>
          <a:lstStyle/>
          <a:p>
            <a:pPr algn="ctr"/>
            <a:r>
              <a:rPr sz="8800" b="1">
                <a:solidFill>
                  <a:srgbClr val="0B5C8C"/>
                </a:solidFill>
                <a:latin typeface="KaiTi"/>
              </a:rPr>
              <a:t>保 护</a:t>
            </a:r>
          </a:p>
        </p:txBody>
      </p:sp>
      <p:sp>
        <p:nvSpPr>
          <p:cNvPr id="6" name="TextBox 5"/>
          <p:cNvSpPr txBox="1"/>
          <p:nvPr/>
        </p:nvSpPr>
        <p:spPr>
          <a:xfrm>
            <a:off x="457200" y="2788920"/>
            <a:ext cx="3840480" cy="411480"/>
          </a:xfrm>
          <a:prstGeom prst="rect">
            <a:avLst/>
          </a:prstGeom>
          <a:noFill/>
        </p:spPr>
        <p:txBody>
          <a:bodyPr wrap="square">
            <a:spAutoFit/>
          </a:bodyPr>
          <a:lstStyle/>
          <a:p>
            <a:pPr algn="ctr"/>
            <a:r>
              <a:rPr sz="2000" b="1">
                <a:solidFill>
                  <a:srgbClr val="888888"/>
                </a:solidFill>
                <a:latin typeface="KaiTi"/>
              </a:rPr>
              <a:t>bǎo  hù  ·  protect</a:t>
            </a:r>
          </a:p>
        </p:txBody>
      </p:sp>
      <p:sp>
        <p:nvSpPr>
          <p:cNvPr id="7" name="TextBox 6"/>
          <p:cNvSpPr txBox="1"/>
          <p:nvPr/>
        </p:nvSpPr>
        <p:spPr>
          <a:xfrm>
            <a:off x="457200" y="3246120"/>
            <a:ext cx="3840480" cy="365760"/>
          </a:xfrm>
          <a:prstGeom prst="rect">
            <a:avLst/>
          </a:prstGeom>
          <a:noFill/>
        </p:spPr>
        <p:txBody>
          <a:bodyPr wrap="square">
            <a:spAutoFit/>
          </a:bodyPr>
          <a:lstStyle/>
          <a:p>
            <a:pPr algn="ctr"/>
            <a:r>
              <a:rPr sz="1600" b="1">
                <a:solidFill>
                  <a:srgbClr val="0B5C8C"/>
                </a:solidFill>
                <a:latin typeface="KaiTi"/>
              </a:rPr>
              <a:t>16 笔 / 16 strokes</a:t>
            </a:r>
          </a:p>
        </p:txBody>
      </p:sp>
      <p:sp>
        <p:nvSpPr>
          <p:cNvPr id="8" name="Rounded Rectangle 7"/>
          <p:cNvSpPr/>
          <p:nvPr/>
        </p:nvSpPr>
        <p:spPr>
          <a:xfrm>
            <a:off x="4572000" y="914400"/>
            <a:ext cx="4206240" cy="1463040"/>
          </a:xfrm>
          <a:prstGeom prst="roundRect">
            <a:avLst/>
          </a:prstGeom>
          <a:solidFill>
            <a:srgbClr val="FFFFFF"/>
          </a:solidFill>
          <a:ln w="25400">
            <a:solidFill>
              <a:srgbClr val="0B5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709160" y="1005840"/>
            <a:ext cx="4023360" cy="365760"/>
          </a:xfrm>
          <a:prstGeom prst="rect">
            <a:avLst/>
          </a:prstGeom>
          <a:noFill/>
        </p:spPr>
        <p:txBody>
          <a:bodyPr wrap="square">
            <a:spAutoFit/>
          </a:bodyPr>
          <a:lstStyle/>
          <a:p>
            <a:r>
              <a:rPr sz="1600" b="1">
                <a:solidFill>
                  <a:srgbClr val="0B5C8C"/>
                </a:solidFill>
                <a:latin typeface="KaiTi"/>
              </a:rPr>
              <a:t>✏️ 3 步练习  3 Steps</a:t>
            </a:r>
          </a:p>
        </p:txBody>
      </p:sp>
      <p:sp>
        <p:nvSpPr>
          <p:cNvPr id="10" name="TextBox 9"/>
          <p:cNvSpPr txBox="1"/>
          <p:nvPr/>
        </p:nvSpPr>
        <p:spPr>
          <a:xfrm>
            <a:off x="4709160" y="1417320"/>
            <a:ext cx="4023360" cy="320040"/>
          </a:xfrm>
          <a:prstGeom prst="rect">
            <a:avLst/>
          </a:prstGeom>
          <a:noFill/>
        </p:spPr>
        <p:txBody>
          <a:bodyPr wrap="square">
            <a:spAutoFit/>
          </a:bodyPr>
          <a:lstStyle/>
          <a:p>
            <a:r>
              <a:rPr sz="1300" b="0">
                <a:solidFill>
                  <a:srgbClr val="2C2C2C"/>
                </a:solidFill>
                <a:latin typeface="KaiTi"/>
              </a:rPr>
              <a:t>1️⃣ 看老师写  Watch teacher</a:t>
            </a:r>
          </a:p>
        </p:txBody>
      </p:sp>
      <p:sp>
        <p:nvSpPr>
          <p:cNvPr id="11" name="TextBox 10"/>
          <p:cNvSpPr txBox="1"/>
          <p:nvPr/>
        </p:nvSpPr>
        <p:spPr>
          <a:xfrm>
            <a:off x="4709160" y="1737360"/>
            <a:ext cx="4023360" cy="320040"/>
          </a:xfrm>
          <a:prstGeom prst="rect">
            <a:avLst/>
          </a:prstGeom>
          <a:noFill/>
        </p:spPr>
        <p:txBody>
          <a:bodyPr wrap="square">
            <a:spAutoFit/>
          </a:bodyPr>
          <a:lstStyle/>
          <a:p>
            <a:r>
              <a:rPr sz="1300" b="0">
                <a:solidFill>
                  <a:srgbClr val="2C2C2C"/>
                </a:solidFill>
                <a:latin typeface="KaiTi"/>
              </a:rPr>
              <a:t>2️⃣ 用手指空中写  Air-write</a:t>
            </a:r>
          </a:p>
        </p:txBody>
      </p:sp>
      <p:sp>
        <p:nvSpPr>
          <p:cNvPr id="12" name="TextBox 11"/>
          <p:cNvSpPr txBox="1"/>
          <p:nvPr/>
        </p:nvSpPr>
        <p:spPr>
          <a:xfrm>
            <a:off x="4709160" y="2057400"/>
            <a:ext cx="4023360" cy="320040"/>
          </a:xfrm>
          <a:prstGeom prst="rect">
            <a:avLst/>
          </a:prstGeom>
          <a:noFill/>
        </p:spPr>
        <p:txBody>
          <a:bodyPr wrap="square">
            <a:spAutoFit/>
          </a:bodyPr>
          <a:lstStyle/>
          <a:p>
            <a:r>
              <a:rPr sz="1300" b="0">
                <a:solidFill>
                  <a:srgbClr val="2C2C2C"/>
                </a:solidFill>
                <a:latin typeface="KaiTi"/>
              </a:rPr>
              <a:t>3️⃣ 在田字格写 3 次</a:t>
            </a:r>
          </a:p>
        </p:txBody>
      </p:sp>
      <p:sp>
        <p:nvSpPr>
          <p:cNvPr id="13" name="Rectangle 12"/>
          <p:cNvSpPr/>
          <p:nvPr/>
        </p:nvSpPr>
        <p:spPr>
          <a:xfrm>
            <a:off x="4572000" y="2606040"/>
            <a:ext cx="960120" cy="960120"/>
          </a:xfrm>
          <a:prstGeom prst="rect">
            <a:avLst/>
          </a:prstGeom>
          <a:solidFill>
            <a:srgbClr val="FFFFFF"/>
          </a:solidFill>
          <a:ln w="19050">
            <a:solidFill>
              <a:srgbClr val="0B5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4" name="Connector 13"/>
          <p:cNvCxnSpPr/>
          <p:nvPr/>
        </p:nvCxnSpPr>
        <p:spPr>
          <a:xfrm>
            <a:off x="4572000" y="3086100"/>
            <a:ext cx="960120" cy="0"/>
          </a:xfrm>
          <a:prstGeom prst="line">
            <a:avLst/>
          </a:prstGeom>
          <a:ln w="6350">
            <a:solidFill>
              <a:srgbClr val="BBBBBB"/>
            </a:solidFill>
            <a:prstDash val="sysDash"/>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052060" y="2606040"/>
            <a:ext cx="0" cy="960120"/>
          </a:xfrm>
          <a:prstGeom prst="line">
            <a:avLst/>
          </a:prstGeom>
          <a:ln w="6350">
            <a:solidFill>
              <a:srgbClr val="BBBBBB"/>
            </a:solidFill>
            <a:prstDash val="sysDash"/>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5623560" y="2606040"/>
            <a:ext cx="960120" cy="960120"/>
          </a:xfrm>
          <a:prstGeom prst="rect">
            <a:avLst/>
          </a:prstGeom>
          <a:solidFill>
            <a:srgbClr val="FFFFFF"/>
          </a:solidFill>
          <a:ln w="19050">
            <a:solidFill>
              <a:srgbClr val="0B5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7" name="Connector 16"/>
          <p:cNvCxnSpPr/>
          <p:nvPr/>
        </p:nvCxnSpPr>
        <p:spPr>
          <a:xfrm>
            <a:off x="5623560" y="3086100"/>
            <a:ext cx="960120" cy="0"/>
          </a:xfrm>
          <a:prstGeom prst="line">
            <a:avLst/>
          </a:prstGeom>
          <a:ln w="6350">
            <a:solidFill>
              <a:srgbClr val="BBBBBB"/>
            </a:solidFill>
            <a:prstDash val="sys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103620" y="2606040"/>
            <a:ext cx="0" cy="960120"/>
          </a:xfrm>
          <a:prstGeom prst="line">
            <a:avLst/>
          </a:prstGeom>
          <a:ln w="6350">
            <a:solidFill>
              <a:srgbClr val="BBBBBB"/>
            </a:solidFill>
            <a:prstDash val="sysDash"/>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6675120" y="2606040"/>
            <a:ext cx="960120" cy="960120"/>
          </a:xfrm>
          <a:prstGeom prst="rect">
            <a:avLst/>
          </a:prstGeom>
          <a:solidFill>
            <a:srgbClr val="FFFFFF"/>
          </a:solidFill>
          <a:ln w="19050">
            <a:solidFill>
              <a:srgbClr val="0B5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0" name="Connector 19"/>
          <p:cNvCxnSpPr/>
          <p:nvPr/>
        </p:nvCxnSpPr>
        <p:spPr>
          <a:xfrm>
            <a:off x="6675120" y="3086100"/>
            <a:ext cx="960120" cy="0"/>
          </a:xfrm>
          <a:prstGeom prst="line">
            <a:avLst/>
          </a:prstGeom>
          <a:ln w="6350">
            <a:solidFill>
              <a:srgbClr val="BBBBBB"/>
            </a:solidFill>
            <a:prstDash val="sys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7155180" y="2606040"/>
            <a:ext cx="0" cy="960120"/>
          </a:xfrm>
          <a:prstGeom prst="line">
            <a:avLst/>
          </a:prstGeom>
          <a:ln w="6350">
            <a:solidFill>
              <a:srgbClr val="BBBBBB"/>
            </a:solidFill>
            <a:prstDash val="sysDash"/>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7726679" y="2606040"/>
            <a:ext cx="960120" cy="960120"/>
          </a:xfrm>
          <a:prstGeom prst="rect">
            <a:avLst/>
          </a:prstGeom>
          <a:solidFill>
            <a:srgbClr val="FFFFFF"/>
          </a:solidFill>
          <a:ln w="19050">
            <a:solidFill>
              <a:srgbClr val="0B5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3" name="Connector 22"/>
          <p:cNvCxnSpPr/>
          <p:nvPr/>
        </p:nvCxnSpPr>
        <p:spPr>
          <a:xfrm>
            <a:off x="7726679" y="3086100"/>
            <a:ext cx="960121" cy="0"/>
          </a:xfrm>
          <a:prstGeom prst="line">
            <a:avLst/>
          </a:prstGeom>
          <a:ln w="6350">
            <a:solidFill>
              <a:srgbClr val="BBBBBB"/>
            </a:solidFill>
            <a:prstDash val="sysDash"/>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206740" y="2606040"/>
            <a:ext cx="0" cy="960120"/>
          </a:xfrm>
          <a:prstGeom prst="line">
            <a:avLst/>
          </a:prstGeom>
          <a:ln w="6350">
            <a:solidFill>
              <a:srgbClr val="BBBBBB"/>
            </a:solidFill>
            <a:prstDash val="sysDash"/>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4572000" y="3611880"/>
            <a:ext cx="4206240" cy="274320"/>
          </a:xfrm>
          <a:prstGeom prst="rect">
            <a:avLst/>
          </a:prstGeom>
          <a:noFill/>
        </p:spPr>
        <p:txBody>
          <a:bodyPr wrap="square">
            <a:spAutoFit/>
          </a:bodyPr>
          <a:lstStyle/>
          <a:p>
            <a:pPr algn="ctr"/>
            <a:r>
              <a:rPr sz="1100" b="0">
                <a:solidFill>
                  <a:srgbClr val="888888"/>
                </a:solidFill>
                <a:latin typeface="KaiTi"/>
              </a:rPr>
              <a:t>在 田 字 格 里 写 3 次 ↓</a:t>
            </a:r>
          </a:p>
        </p:txBody>
      </p:sp>
      <p:sp>
        <p:nvSpPr>
          <p:cNvPr id="26" name="Rounded Rectangle 25"/>
          <p:cNvSpPr/>
          <p:nvPr/>
        </p:nvSpPr>
        <p:spPr>
          <a:xfrm>
            <a:off x="365760" y="4114800"/>
            <a:ext cx="8412480" cy="566928"/>
          </a:xfrm>
          <a:prstGeom prst="roundRect">
            <a:avLst/>
          </a:prstGeom>
          <a:solidFill>
            <a:srgbClr val="FFF3E0"/>
          </a:solidFill>
          <a:ln w="19050">
            <a:solidFill>
              <a:srgbClr val="0B5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02920" y="4160520"/>
            <a:ext cx="4023360" cy="219456"/>
          </a:xfrm>
          <a:prstGeom prst="rect">
            <a:avLst/>
          </a:prstGeom>
          <a:noFill/>
        </p:spPr>
        <p:txBody>
          <a:bodyPr wrap="square">
            <a:spAutoFit/>
          </a:bodyPr>
          <a:lstStyle/>
          <a:p>
            <a:r>
              <a:rPr sz="1000" b="1">
                <a:solidFill>
                  <a:srgbClr val="0B5C8C"/>
                </a:solidFill>
                <a:latin typeface="KaiTi"/>
              </a:rPr>
              <a:t>👩‍🏫 老师问 Teacher asks:</a:t>
            </a:r>
          </a:p>
        </p:txBody>
      </p:sp>
      <p:sp>
        <p:nvSpPr>
          <p:cNvPr id="28" name="TextBox 27"/>
          <p:cNvSpPr txBox="1"/>
          <p:nvPr/>
        </p:nvSpPr>
        <p:spPr>
          <a:xfrm>
            <a:off x="502920" y="4389120"/>
            <a:ext cx="4023360" cy="237744"/>
          </a:xfrm>
          <a:prstGeom prst="rect">
            <a:avLst/>
          </a:prstGeom>
          <a:noFill/>
        </p:spPr>
        <p:txBody>
          <a:bodyPr wrap="square">
            <a:spAutoFit/>
          </a:bodyPr>
          <a:lstStyle/>
          <a:p>
            <a:r>
              <a:rPr sz="1200" b="1">
                <a:solidFill>
                  <a:srgbClr val="2C2C2C"/>
                </a:solidFill>
                <a:latin typeface="KaiTi"/>
              </a:rPr>
              <a:t>和 我 一 起 写 「保 护」</a:t>
            </a:r>
          </a:p>
        </p:txBody>
      </p:sp>
      <p:sp>
        <p:nvSpPr>
          <p:cNvPr id="29" name="TextBox 28"/>
          <p:cNvSpPr txBox="1"/>
          <p:nvPr/>
        </p:nvSpPr>
        <p:spPr>
          <a:xfrm>
            <a:off x="4617720" y="4160520"/>
            <a:ext cx="4114800" cy="219456"/>
          </a:xfrm>
          <a:prstGeom prst="rect">
            <a:avLst/>
          </a:prstGeom>
          <a:noFill/>
        </p:spPr>
        <p:txBody>
          <a:bodyPr wrap="square">
            <a:spAutoFit/>
          </a:bodyPr>
          <a:lstStyle/>
          <a:p>
            <a:r>
              <a:rPr sz="1000" b="1">
                <a:solidFill>
                  <a:srgbClr val="0B5C8C"/>
                </a:solidFill>
                <a:latin typeface="KaiTi"/>
              </a:rPr>
              <a:t>🧒 学生 Student does:</a:t>
            </a:r>
          </a:p>
        </p:txBody>
      </p:sp>
      <p:sp>
        <p:nvSpPr>
          <p:cNvPr id="30" name="TextBox 29"/>
          <p:cNvSpPr txBox="1"/>
          <p:nvPr/>
        </p:nvSpPr>
        <p:spPr>
          <a:xfrm>
            <a:off x="4617720" y="4389120"/>
            <a:ext cx="4114800" cy="237744"/>
          </a:xfrm>
          <a:prstGeom prst="rect">
            <a:avLst/>
          </a:prstGeom>
          <a:noFill/>
        </p:spPr>
        <p:txBody>
          <a:bodyPr wrap="square">
            <a:spAutoFit/>
          </a:bodyPr>
          <a:lstStyle/>
          <a:p>
            <a:r>
              <a:rPr sz="1200" b="1">
                <a:solidFill>
                  <a:srgbClr val="2C2C2C"/>
                </a:solidFill>
                <a:latin typeface="KaiTi"/>
              </a:rPr>
              <a:t>看 → 空中写 → 田字格写 3 次</a:t>
            </a:r>
          </a:p>
        </p:txBody>
      </p:sp>
      <p:sp>
        <p:nvSpPr>
          <p:cNvPr id="31" name="TextBox 30"/>
          <p:cNvSpPr txBox="1"/>
          <p:nvPr/>
        </p:nvSpPr>
        <p:spPr>
          <a:xfrm>
            <a:off x="8412480" y="192024"/>
            <a:ext cx="457200" cy="310896"/>
          </a:xfrm>
          <a:prstGeom prst="rect">
            <a:avLst/>
          </a:prstGeom>
          <a:noFill/>
        </p:spPr>
        <p:txBody>
          <a:bodyPr wrap="square">
            <a:spAutoFit/>
          </a:bodyPr>
          <a:lstStyle/>
          <a:p>
            <a:pPr algn="r"/>
            <a:r>
              <a:rPr sz="1200" b="1">
                <a:solidFill>
                  <a:srgbClr val="FFFFFF"/>
                </a:solidFill>
                <a:latin typeface="KaiTi"/>
              </a:rPr>
              <a:t>45</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6F8EC"/>
        </a:solidFill>
        <a:effectLst/>
      </p:bgPr>
    </p:bg>
    <p:spTree>
      <p:nvGrpSpPr>
        <p:cNvPr id="1" name=""/>
        <p:cNvGrpSpPr/>
        <p:nvPr/>
      </p:nvGrpSpPr>
      <p:grpSpPr>
        <a:xfrm>
          <a:off x="0" y="0"/>
          <a:ext cx="0" cy="0"/>
          <a:chOff x="0" y="0"/>
          <a:chExt cx="0" cy="0"/>
        </a:xfrm>
      </p:grpSpPr>
      <p:sp>
        <p:nvSpPr>
          <p:cNvPr id="2" name="Rounded Rectangle 1"/>
          <p:cNvSpPr/>
          <p:nvPr/>
        </p:nvSpPr>
        <p:spPr>
          <a:xfrm>
            <a:off x="274320" y="137160"/>
            <a:ext cx="8595360" cy="502920"/>
          </a:xfrm>
          <a:prstGeom prst="roundRect">
            <a:avLst/>
          </a:prstGeom>
          <a:solidFill>
            <a:srgbClr val="0B5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64592"/>
            <a:ext cx="8412480" cy="457200"/>
          </a:xfrm>
          <a:prstGeom prst="rect">
            <a:avLst/>
          </a:prstGeom>
          <a:noFill/>
        </p:spPr>
        <p:txBody>
          <a:bodyPr wrap="square">
            <a:spAutoFit/>
          </a:bodyPr>
          <a:lstStyle/>
          <a:p>
            <a:r>
              <a:rPr sz="2000" b="1">
                <a:solidFill>
                  <a:srgbClr val="FFFFFF"/>
                </a:solidFill>
                <a:latin typeface="KaiTi"/>
              </a:rPr>
              <a:t>✏️ 我 会 写 · 塑 料  I Can Write · plastic</a:t>
            </a:r>
          </a:p>
        </p:txBody>
      </p:sp>
      <p:sp>
        <p:nvSpPr>
          <p:cNvPr id="4" name="Rounded Rectangle 3"/>
          <p:cNvSpPr/>
          <p:nvPr/>
        </p:nvSpPr>
        <p:spPr>
          <a:xfrm>
            <a:off x="365760" y="914400"/>
            <a:ext cx="4023360" cy="3108960"/>
          </a:xfrm>
          <a:prstGeom prst="roundRect">
            <a:avLst/>
          </a:prstGeom>
          <a:solidFill>
            <a:srgbClr val="FFF3E0"/>
          </a:solidFill>
          <a:ln w="31750">
            <a:solidFill>
              <a:srgbClr val="0B5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051560"/>
            <a:ext cx="3840480" cy="1783080"/>
          </a:xfrm>
          <a:prstGeom prst="rect">
            <a:avLst/>
          </a:prstGeom>
          <a:noFill/>
        </p:spPr>
        <p:txBody>
          <a:bodyPr wrap="square">
            <a:spAutoFit/>
          </a:bodyPr>
          <a:lstStyle/>
          <a:p>
            <a:pPr algn="ctr"/>
            <a:r>
              <a:rPr sz="8800" b="1">
                <a:solidFill>
                  <a:srgbClr val="0B5C8C"/>
                </a:solidFill>
                <a:latin typeface="KaiTi"/>
              </a:rPr>
              <a:t>塑 料</a:t>
            </a:r>
          </a:p>
        </p:txBody>
      </p:sp>
      <p:sp>
        <p:nvSpPr>
          <p:cNvPr id="6" name="TextBox 5"/>
          <p:cNvSpPr txBox="1"/>
          <p:nvPr/>
        </p:nvSpPr>
        <p:spPr>
          <a:xfrm>
            <a:off x="457200" y="2788920"/>
            <a:ext cx="3840480" cy="411480"/>
          </a:xfrm>
          <a:prstGeom prst="rect">
            <a:avLst/>
          </a:prstGeom>
          <a:noFill/>
        </p:spPr>
        <p:txBody>
          <a:bodyPr wrap="square">
            <a:spAutoFit/>
          </a:bodyPr>
          <a:lstStyle/>
          <a:p>
            <a:pPr algn="ctr"/>
            <a:r>
              <a:rPr sz="2000" b="1">
                <a:solidFill>
                  <a:srgbClr val="888888"/>
                </a:solidFill>
                <a:latin typeface="KaiTi"/>
              </a:rPr>
              <a:t>sù  liào  ·  plastic</a:t>
            </a:r>
          </a:p>
        </p:txBody>
      </p:sp>
      <p:sp>
        <p:nvSpPr>
          <p:cNvPr id="7" name="TextBox 6"/>
          <p:cNvSpPr txBox="1"/>
          <p:nvPr/>
        </p:nvSpPr>
        <p:spPr>
          <a:xfrm>
            <a:off x="457200" y="3246120"/>
            <a:ext cx="3840480" cy="365760"/>
          </a:xfrm>
          <a:prstGeom prst="rect">
            <a:avLst/>
          </a:prstGeom>
          <a:noFill/>
        </p:spPr>
        <p:txBody>
          <a:bodyPr wrap="square">
            <a:spAutoFit/>
          </a:bodyPr>
          <a:lstStyle/>
          <a:p>
            <a:pPr algn="ctr"/>
            <a:r>
              <a:rPr sz="1600" b="1">
                <a:solidFill>
                  <a:srgbClr val="0B5C8C"/>
                </a:solidFill>
                <a:latin typeface="KaiTi"/>
              </a:rPr>
              <a:t>23 笔 / 23 strokes</a:t>
            </a:r>
          </a:p>
        </p:txBody>
      </p:sp>
      <p:sp>
        <p:nvSpPr>
          <p:cNvPr id="8" name="Rounded Rectangle 7"/>
          <p:cNvSpPr/>
          <p:nvPr/>
        </p:nvSpPr>
        <p:spPr>
          <a:xfrm>
            <a:off x="4572000" y="914400"/>
            <a:ext cx="4206240" cy="1463040"/>
          </a:xfrm>
          <a:prstGeom prst="roundRect">
            <a:avLst/>
          </a:prstGeom>
          <a:solidFill>
            <a:srgbClr val="FFFFFF"/>
          </a:solidFill>
          <a:ln w="25400">
            <a:solidFill>
              <a:srgbClr val="0B5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709160" y="1005840"/>
            <a:ext cx="4023360" cy="365760"/>
          </a:xfrm>
          <a:prstGeom prst="rect">
            <a:avLst/>
          </a:prstGeom>
          <a:noFill/>
        </p:spPr>
        <p:txBody>
          <a:bodyPr wrap="square">
            <a:spAutoFit/>
          </a:bodyPr>
          <a:lstStyle/>
          <a:p>
            <a:r>
              <a:rPr sz="1600" b="1">
                <a:solidFill>
                  <a:srgbClr val="0B5C8C"/>
                </a:solidFill>
                <a:latin typeface="KaiTi"/>
              </a:rPr>
              <a:t>✏️ 3 步练习  3 Steps</a:t>
            </a:r>
          </a:p>
        </p:txBody>
      </p:sp>
      <p:sp>
        <p:nvSpPr>
          <p:cNvPr id="10" name="TextBox 9"/>
          <p:cNvSpPr txBox="1"/>
          <p:nvPr/>
        </p:nvSpPr>
        <p:spPr>
          <a:xfrm>
            <a:off x="4709160" y="1417320"/>
            <a:ext cx="4023360" cy="320040"/>
          </a:xfrm>
          <a:prstGeom prst="rect">
            <a:avLst/>
          </a:prstGeom>
          <a:noFill/>
        </p:spPr>
        <p:txBody>
          <a:bodyPr wrap="square">
            <a:spAutoFit/>
          </a:bodyPr>
          <a:lstStyle/>
          <a:p>
            <a:r>
              <a:rPr sz="1300" b="0">
                <a:solidFill>
                  <a:srgbClr val="2C2C2C"/>
                </a:solidFill>
                <a:latin typeface="KaiTi"/>
              </a:rPr>
              <a:t>1️⃣ 看老师写  Watch teacher</a:t>
            </a:r>
          </a:p>
        </p:txBody>
      </p:sp>
      <p:sp>
        <p:nvSpPr>
          <p:cNvPr id="11" name="TextBox 10"/>
          <p:cNvSpPr txBox="1"/>
          <p:nvPr/>
        </p:nvSpPr>
        <p:spPr>
          <a:xfrm>
            <a:off x="4709160" y="1737360"/>
            <a:ext cx="4023360" cy="320040"/>
          </a:xfrm>
          <a:prstGeom prst="rect">
            <a:avLst/>
          </a:prstGeom>
          <a:noFill/>
        </p:spPr>
        <p:txBody>
          <a:bodyPr wrap="square">
            <a:spAutoFit/>
          </a:bodyPr>
          <a:lstStyle/>
          <a:p>
            <a:r>
              <a:rPr sz="1300" b="0">
                <a:solidFill>
                  <a:srgbClr val="2C2C2C"/>
                </a:solidFill>
                <a:latin typeface="KaiTi"/>
              </a:rPr>
              <a:t>2️⃣ 用手指空中写  Air-write</a:t>
            </a:r>
          </a:p>
        </p:txBody>
      </p:sp>
      <p:sp>
        <p:nvSpPr>
          <p:cNvPr id="12" name="TextBox 11"/>
          <p:cNvSpPr txBox="1"/>
          <p:nvPr/>
        </p:nvSpPr>
        <p:spPr>
          <a:xfrm>
            <a:off x="4709160" y="2057400"/>
            <a:ext cx="4023360" cy="320040"/>
          </a:xfrm>
          <a:prstGeom prst="rect">
            <a:avLst/>
          </a:prstGeom>
          <a:noFill/>
        </p:spPr>
        <p:txBody>
          <a:bodyPr wrap="square">
            <a:spAutoFit/>
          </a:bodyPr>
          <a:lstStyle/>
          <a:p>
            <a:r>
              <a:rPr sz="1300" b="0">
                <a:solidFill>
                  <a:srgbClr val="2C2C2C"/>
                </a:solidFill>
                <a:latin typeface="KaiTi"/>
              </a:rPr>
              <a:t>3️⃣ 在田字格写 3 次</a:t>
            </a:r>
          </a:p>
        </p:txBody>
      </p:sp>
      <p:sp>
        <p:nvSpPr>
          <p:cNvPr id="13" name="Rectangle 12"/>
          <p:cNvSpPr/>
          <p:nvPr/>
        </p:nvSpPr>
        <p:spPr>
          <a:xfrm>
            <a:off x="4572000" y="2606040"/>
            <a:ext cx="960120" cy="960120"/>
          </a:xfrm>
          <a:prstGeom prst="rect">
            <a:avLst/>
          </a:prstGeom>
          <a:solidFill>
            <a:srgbClr val="FFFFFF"/>
          </a:solidFill>
          <a:ln w="19050">
            <a:solidFill>
              <a:srgbClr val="0B5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4" name="Connector 13"/>
          <p:cNvCxnSpPr/>
          <p:nvPr/>
        </p:nvCxnSpPr>
        <p:spPr>
          <a:xfrm>
            <a:off x="4572000" y="3086100"/>
            <a:ext cx="960120" cy="0"/>
          </a:xfrm>
          <a:prstGeom prst="line">
            <a:avLst/>
          </a:prstGeom>
          <a:ln w="6350">
            <a:solidFill>
              <a:srgbClr val="BBBBBB"/>
            </a:solidFill>
            <a:prstDash val="sysDash"/>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052060" y="2606040"/>
            <a:ext cx="0" cy="960120"/>
          </a:xfrm>
          <a:prstGeom prst="line">
            <a:avLst/>
          </a:prstGeom>
          <a:ln w="6350">
            <a:solidFill>
              <a:srgbClr val="BBBBBB"/>
            </a:solidFill>
            <a:prstDash val="sysDash"/>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5623560" y="2606040"/>
            <a:ext cx="960120" cy="960120"/>
          </a:xfrm>
          <a:prstGeom prst="rect">
            <a:avLst/>
          </a:prstGeom>
          <a:solidFill>
            <a:srgbClr val="FFFFFF"/>
          </a:solidFill>
          <a:ln w="19050">
            <a:solidFill>
              <a:srgbClr val="0B5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7" name="Connector 16"/>
          <p:cNvCxnSpPr/>
          <p:nvPr/>
        </p:nvCxnSpPr>
        <p:spPr>
          <a:xfrm>
            <a:off x="5623560" y="3086100"/>
            <a:ext cx="960120" cy="0"/>
          </a:xfrm>
          <a:prstGeom prst="line">
            <a:avLst/>
          </a:prstGeom>
          <a:ln w="6350">
            <a:solidFill>
              <a:srgbClr val="BBBBBB"/>
            </a:solidFill>
            <a:prstDash val="sys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103620" y="2606040"/>
            <a:ext cx="0" cy="960120"/>
          </a:xfrm>
          <a:prstGeom prst="line">
            <a:avLst/>
          </a:prstGeom>
          <a:ln w="6350">
            <a:solidFill>
              <a:srgbClr val="BBBBBB"/>
            </a:solidFill>
            <a:prstDash val="sysDash"/>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6675120" y="2606040"/>
            <a:ext cx="960120" cy="960120"/>
          </a:xfrm>
          <a:prstGeom prst="rect">
            <a:avLst/>
          </a:prstGeom>
          <a:solidFill>
            <a:srgbClr val="FFFFFF"/>
          </a:solidFill>
          <a:ln w="19050">
            <a:solidFill>
              <a:srgbClr val="0B5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0" name="Connector 19"/>
          <p:cNvCxnSpPr/>
          <p:nvPr/>
        </p:nvCxnSpPr>
        <p:spPr>
          <a:xfrm>
            <a:off x="6675120" y="3086100"/>
            <a:ext cx="960120" cy="0"/>
          </a:xfrm>
          <a:prstGeom prst="line">
            <a:avLst/>
          </a:prstGeom>
          <a:ln w="6350">
            <a:solidFill>
              <a:srgbClr val="BBBBBB"/>
            </a:solidFill>
            <a:prstDash val="sys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7155180" y="2606040"/>
            <a:ext cx="0" cy="960120"/>
          </a:xfrm>
          <a:prstGeom prst="line">
            <a:avLst/>
          </a:prstGeom>
          <a:ln w="6350">
            <a:solidFill>
              <a:srgbClr val="BBBBBB"/>
            </a:solidFill>
            <a:prstDash val="sysDash"/>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7726679" y="2606040"/>
            <a:ext cx="960120" cy="960120"/>
          </a:xfrm>
          <a:prstGeom prst="rect">
            <a:avLst/>
          </a:prstGeom>
          <a:solidFill>
            <a:srgbClr val="FFFFFF"/>
          </a:solidFill>
          <a:ln w="19050">
            <a:solidFill>
              <a:srgbClr val="0B5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3" name="Connector 22"/>
          <p:cNvCxnSpPr/>
          <p:nvPr/>
        </p:nvCxnSpPr>
        <p:spPr>
          <a:xfrm>
            <a:off x="7726679" y="3086100"/>
            <a:ext cx="960121" cy="0"/>
          </a:xfrm>
          <a:prstGeom prst="line">
            <a:avLst/>
          </a:prstGeom>
          <a:ln w="6350">
            <a:solidFill>
              <a:srgbClr val="BBBBBB"/>
            </a:solidFill>
            <a:prstDash val="sysDash"/>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206740" y="2606040"/>
            <a:ext cx="0" cy="960120"/>
          </a:xfrm>
          <a:prstGeom prst="line">
            <a:avLst/>
          </a:prstGeom>
          <a:ln w="6350">
            <a:solidFill>
              <a:srgbClr val="BBBBBB"/>
            </a:solidFill>
            <a:prstDash val="sysDash"/>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4572000" y="3611880"/>
            <a:ext cx="4206240" cy="274320"/>
          </a:xfrm>
          <a:prstGeom prst="rect">
            <a:avLst/>
          </a:prstGeom>
          <a:noFill/>
        </p:spPr>
        <p:txBody>
          <a:bodyPr wrap="square">
            <a:spAutoFit/>
          </a:bodyPr>
          <a:lstStyle/>
          <a:p>
            <a:pPr algn="ctr"/>
            <a:r>
              <a:rPr sz="1100" b="0">
                <a:solidFill>
                  <a:srgbClr val="888888"/>
                </a:solidFill>
                <a:latin typeface="KaiTi"/>
              </a:rPr>
              <a:t>在 田 字 格 里 写 3 次 ↓</a:t>
            </a:r>
          </a:p>
        </p:txBody>
      </p:sp>
      <p:sp>
        <p:nvSpPr>
          <p:cNvPr id="26" name="Rounded Rectangle 25"/>
          <p:cNvSpPr/>
          <p:nvPr/>
        </p:nvSpPr>
        <p:spPr>
          <a:xfrm>
            <a:off x="365760" y="4114800"/>
            <a:ext cx="8412480" cy="566928"/>
          </a:xfrm>
          <a:prstGeom prst="roundRect">
            <a:avLst/>
          </a:prstGeom>
          <a:solidFill>
            <a:srgbClr val="FFF3E0"/>
          </a:solidFill>
          <a:ln w="19050">
            <a:solidFill>
              <a:srgbClr val="0B5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02920" y="4160520"/>
            <a:ext cx="4023360" cy="219456"/>
          </a:xfrm>
          <a:prstGeom prst="rect">
            <a:avLst/>
          </a:prstGeom>
          <a:noFill/>
        </p:spPr>
        <p:txBody>
          <a:bodyPr wrap="square">
            <a:spAutoFit/>
          </a:bodyPr>
          <a:lstStyle/>
          <a:p>
            <a:r>
              <a:rPr sz="1000" b="1">
                <a:solidFill>
                  <a:srgbClr val="0B5C8C"/>
                </a:solidFill>
                <a:latin typeface="KaiTi"/>
              </a:rPr>
              <a:t>👩‍🏫 老师问 Teacher asks:</a:t>
            </a:r>
          </a:p>
        </p:txBody>
      </p:sp>
      <p:sp>
        <p:nvSpPr>
          <p:cNvPr id="28" name="TextBox 27"/>
          <p:cNvSpPr txBox="1"/>
          <p:nvPr/>
        </p:nvSpPr>
        <p:spPr>
          <a:xfrm>
            <a:off x="502920" y="4389120"/>
            <a:ext cx="4023360" cy="237744"/>
          </a:xfrm>
          <a:prstGeom prst="rect">
            <a:avLst/>
          </a:prstGeom>
          <a:noFill/>
        </p:spPr>
        <p:txBody>
          <a:bodyPr wrap="square">
            <a:spAutoFit/>
          </a:bodyPr>
          <a:lstStyle/>
          <a:p>
            <a:r>
              <a:rPr sz="1200" b="1">
                <a:solidFill>
                  <a:srgbClr val="2C2C2C"/>
                </a:solidFill>
                <a:latin typeface="KaiTi"/>
              </a:rPr>
              <a:t>和 我 一 起 写 「塑 料」</a:t>
            </a:r>
          </a:p>
        </p:txBody>
      </p:sp>
      <p:sp>
        <p:nvSpPr>
          <p:cNvPr id="29" name="TextBox 28"/>
          <p:cNvSpPr txBox="1"/>
          <p:nvPr/>
        </p:nvSpPr>
        <p:spPr>
          <a:xfrm>
            <a:off x="4617720" y="4160520"/>
            <a:ext cx="4114800" cy="219456"/>
          </a:xfrm>
          <a:prstGeom prst="rect">
            <a:avLst/>
          </a:prstGeom>
          <a:noFill/>
        </p:spPr>
        <p:txBody>
          <a:bodyPr wrap="square">
            <a:spAutoFit/>
          </a:bodyPr>
          <a:lstStyle/>
          <a:p>
            <a:r>
              <a:rPr sz="1000" b="1">
                <a:solidFill>
                  <a:srgbClr val="0B5C8C"/>
                </a:solidFill>
                <a:latin typeface="KaiTi"/>
              </a:rPr>
              <a:t>🧒 学生 Student does:</a:t>
            </a:r>
          </a:p>
        </p:txBody>
      </p:sp>
      <p:sp>
        <p:nvSpPr>
          <p:cNvPr id="30" name="TextBox 29"/>
          <p:cNvSpPr txBox="1"/>
          <p:nvPr/>
        </p:nvSpPr>
        <p:spPr>
          <a:xfrm>
            <a:off x="4617720" y="4389120"/>
            <a:ext cx="4114800" cy="237744"/>
          </a:xfrm>
          <a:prstGeom prst="rect">
            <a:avLst/>
          </a:prstGeom>
          <a:noFill/>
        </p:spPr>
        <p:txBody>
          <a:bodyPr wrap="square">
            <a:spAutoFit/>
          </a:bodyPr>
          <a:lstStyle/>
          <a:p>
            <a:r>
              <a:rPr sz="1200" b="1">
                <a:solidFill>
                  <a:srgbClr val="2C2C2C"/>
                </a:solidFill>
                <a:latin typeface="KaiTi"/>
              </a:rPr>
              <a:t>看 → 空中写 → 田字格写 3 次</a:t>
            </a:r>
          </a:p>
        </p:txBody>
      </p:sp>
      <p:sp>
        <p:nvSpPr>
          <p:cNvPr id="31" name="TextBox 30"/>
          <p:cNvSpPr txBox="1"/>
          <p:nvPr/>
        </p:nvSpPr>
        <p:spPr>
          <a:xfrm>
            <a:off x="8412480" y="192024"/>
            <a:ext cx="457200" cy="310896"/>
          </a:xfrm>
          <a:prstGeom prst="rect">
            <a:avLst/>
          </a:prstGeom>
          <a:noFill/>
        </p:spPr>
        <p:txBody>
          <a:bodyPr wrap="square">
            <a:spAutoFit/>
          </a:bodyPr>
          <a:lstStyle/>
          <a:p>
            <a:pPr algn="r"/>
            <a:r>
              <a:rPr sz="1200" b="1">
                <a:solidFill>
                  <a:srgbClr val="FFFFFF"/>
                </a:solidFill>
                <a:latin typeface="KaiTi"/>
              </a:rPr>
              <a:t>46</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2A9D8F"/>
        </a:solidFill>
        <a:effectLst/>
      </p:bgPr>
    </p:bg>
    <p:spTree>
      <p:nvGrpSpPr>
        <p:cNvPr id="1" name=""/>
        <p:cNvGrpSpPr/>
        <p:nvPr/>
      </p:nvGrpSpPr>
      <p:grpSpPr>
        <a:xfrm>
          <a:off x="0" y="0"/>
          <a:ext cx="0" cy="0"/>
          <a:chOff x="0" y="0"/>
          <a:chExt cx="0" cy="0"/>
        </a:xfrm>
      </p:grpSpPr>
      <p:sp>
        <p:nvSpPr>
          <p:cNvPr id="2" name="TextBox 1"/>
          <p:cNvSpPr txBox="1"/>
          <p:nvPr/>
        </p:nvSpPr>
        <p:spPr>
          <a:xfrm>
            <a:off x="274320" y="1371600"/>
            <a:ext cx="8595360" cy="914400"/>
          </a:xfrm>
          <a:prstGeom prst="rect">
            <a:avLst/>
          </a:prstGeom>
          <a:noFill/>
        </p:spPr>
        <p:txBody>
          <a:bodyPr wrap="square">
            <a:spAutoFit/>
          </a:bodyPr>
          <a:lstStyle/>
          <a:p>
            <a:pPr algn="ctr"/>
            <a:r>
              <a:rPr sz="4400" b="1">
                <a:solidFill>
                  <a:srgbClr val="FFFFFF"/>
                </a:solidFill>
                <a:latin typeface="KaiTi"/>
              </a:rPr>
              <a:t>🎒 Session 3 · 下 午</a:t>
            </a:r>
          </a:p>
        </p:txBody>
      </p:sp>
      <p:sp>
        <p:nvSpPr>
          <p:cNvPr id="3" name="TextBox 2"/>
          <p:cNvSpPr txBox="1"/>
          <p:nvPr/>
        </p:nvSpPr>
        <p:spPr>
          <a:xfrm>
            <a:off x="274320" y="2468880"/>
            <a:ext cx="8595360" cy="365760"/>
          </a:xfrm>
          <a:prstGeom prst="rect">
            <a:avLst/>
          </a:prstGeom>
          <a:noFill/>
        </p:spPr>
        <p:txBody>
          <a:bodyPr wrap="square">
            <a:spAutoFit/>
          </a:bodyPr>
          <a:lstStyle/>
          <a:p>
            <a:pPr algn="ctr"/>
            <a:r>
              <a:rPr sz="1800" b="1">
                <a:solidFill>
                  <a:srgbClr val="F5C242"/>
                </a:solidFill>
                <a:latin typeface="KaiTi"/>
              </a:rPr>
              <a:t>练 习 册 + 动 手 (海 洋 拼 贴 · 承 诺)</a:t>
            </a:r>
          </a:p>
        </p:txBody>
      </p:sp>
      <p:sp>
        <p:nvSpPr>
          <p:cNvPr id="4" name="5-Point Star 3"/>
          <p:cNvSpPr/>
          <p:nvPr/>
        </p:nvSpPr>
        <p:spPr>
          <a:xfrm>
            <a:off x="731520" y="4297680"/>
            <a:ext cx="320040" cy="320040"/>
          </a:xfrm>
          <a:prstGeom prst="star5">
            <a:avLst/>
          </a:prstGeom>
          <a:solidFill>
            <a:srgbClr val="F5C2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5-Point Star 4"/>
          <p:cNvSpPr/>
          <p:nvPr/>
        </p:nvSpPr>
        <p:spPr>
          <a:xfrm>
            <a:off x="1645920" y="4114800"/>
            <a:ext cx="320040" cy="320040"/>
          </a:xfrm>
          <a:prstGeom prst="star5">
            <a:avLst/>
          </a:prstGeom>
          <a:solidFill>
            <a:srgbClr val="F5C2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5-Point Star 5"/>
          <p:cNvSpPr/>
          <p:nvPr/>
        </p:nvSpPr>
        <p:spPr>
          <a:xfrm>
            <a:off x="7132320" y="4114800"/>
            <a:ext cx="320040" cy="320040"/>
          </a:xfrm>
          <a:prstGeom prst="star5">
            <a:avLst/>
          </a:prstGeom>
          <a:solidFill>
            <a:srgbClr val="F5C2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5-Point Star 6"/>
          <p:cNvSpPr/>
          <p:nvPr/>
        </p:nvSpPr>
        <p:spPr>
          <a:xfrm>
            <a:off x="7863840" y="4297680"/>
            <a:ext cx="320040" cy="320040"/>
          </a:xfrm>
          <a:prstGeom prst="star5">
            <a:avLst/>
          </a:prstGeom>
          <a:solidFill>
            <a:srgbClr val="F5C2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412480" y="192024"/>
            <a:ext cx="457200" cy="310896"/>
          </a:xfrm>
          <a:prstGeom prst="rect">
            <a:avLst/>
          </a:prstGeom>
          <a:noFill/>
        </p:spPr>
        <p:txBody>
          <a:bodyPr wrap="square">
            <a:spAutoFit/>
          </a:bodyPr>
          <a:lstStyle/>
          <a:p>
            <a:pPr algn="r"/>
            <a:r>
              <a:rPr sz="1200" b="1">
                <a:solidFill>
                  <a:srgbClr val="FFFFFF"/>
                </a:solidFill>
                <a:latin typeface="KaiTi"/>
              </a:rPr>
              <a:t>47</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6F8EC"/>
        </a:solidFill>
        <a:effectLst/>
      </p:bgPr>
    </p:bg>
    <p:spTree>
      <p:nvGrpSpPr>
        <p:cNvPr id="1" name=""/>
        <p:cNvGrpSpPr/>
        <p:nvPr/>
      </p:nvGrpSpPr>
      <p:grpSpPr>
        <a:xfrm>
          <a:off x="0" y="0"/>
          <a:ext cx="0" cy="0"/>
          <a:chOff x="0" y="0"/>
          <a:chExt cx="0" cy="0"/>
        </a:xfrm>
      </p:grpSpPr>
      <p:sp>
        <p:nvSpPr>
          <p:cNvPr id="2" name="Rounded Rectangle 1"/>
          <p:cNvSpPr/>
          <p:nvPr/>
        </p:nvSpPr>
        <p:spPr>
          <a:xfrm>
            <a:off x="274320" y="137160"/>
            <a:ext cx="8595360" cy="502920"/>
          </a:xfrm>
          <a:prstGeom prst="roundRect">
            <a:avLst/>
          </a:prstGeom>
          <a:solidFill>
            <a:srgbClr val="8B5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64592"/>
            <a:ext cx="8412480" cy="457200"/>
          </a:xfrm>
          <a:prstGeom prst="rect">
            <a:avLst/>
          </a:prstGeom>
          <a:noFill/>
        </p:spPr>
        <p:txBody>
          <a:bodyPr wrap="square">
            <a:spAutoFit/>
          </a:bodyPr>
          <a:lstStyle/>
          <a:p>
            <a:r>
              <a:rPr sz="2000" b="1">
                <a:solidFill>
                  <a:srgbClr val="FFFFFF"/>
                </a:solidFill>
                <a:latin typeface="KaiTi"/>
              </a:rPr>
              <a:t>📓 完 成 「海 洋 小 卫 士」练 习 册  Day 3 Booklet</a:t>
            </a:r>
          </a:p>
        </p:txBody>
      </p:sp>
      <p:sp>
        <p:nvSpPr>
          <p:cNvPr id="4" name="Rounded Rectangle 3"/>
          <p:cNvSpPr/>
          <p:nvPr/>
        </p:nvSpPr>
        <p:spPr>
          <a:xfrm>
            <a:off x="548640" y="1115568"/>
            <a:ext cx="3840480" cy="1554480"/>
          </a:xfrm>
          <a:prstGeom prst="roundRect">
            <a:avLst/>
          </a:prstGeom>
          <a:solidFill>
            <a:srgbClr val="FFFFFF"/>
          </a:solidFill>
          <a:ln w="31750">
            <a:solidFill>
              <a:srgbClr val="2A9D8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389888"/>
            <a:ext cx="3383280" cy="457200"/>
          </a:xfrm>
          <a:prstGeom prst="rect">
            <a:avLst/>
          </a:prstGeom>
          <a:noFill/>
        </p:spPr>
        <p:txBody>
          <a:bodyPr wrap="square">
            <a:spAutoFit/>
          </a:bodyPr>
          <a:lstStyle/>
          <a:p>
            <a:r>
              <a:rPr sz="1700" b="1">
                <a:solidFill>
                  <a:srgbClr val="2A9D8F"/>
                </a:solidFill>
                <a:latin typeface="KaiTi"/>
              </a:rPr>
              <a:t>① 圈 污 染</a:t>
            </a:r>
          </a:p>
        </p:txBody>
      </p:sp>
      <p:sp>
        <p:nvSpPr>
          <p:cNvPr id="6" name="TextBox 5"/>
          <p:cNvSpPr txBox="1"/>
          <p:nvPr/>
        </p:nvSpPr>
        <p:spPr>
          <a:xfrm>
            <a:off x="777240" y="1984248"/>
            <a:ext cx="3383280" cy="548640"/>
          </a:xfrm>
          <a:prstGeom prst="rect">
            <a:avLst/>
          </a:prstGeom>
          <a:noFill/>
        </p:spPr>
        <p:txBody>
          <a:bodyPr wrap="square">
            <a:spAutoFit/>
          </a:bodyPr>
          <a:lstStyle/>
          <a:p>
            <a:r>
              <a:rPr sz="1200" b="1">
                <a:solidFill>
                  <a:srgbClr val="2C2C2C"/>
                </a:solidFill>
                <a:latin typeface="KaiTi"/>
              </a:rPr>
              <a:t>哪 些 是 一 次 性 塑 料?</a:t>
            </a:r>
          </a:p>
        </p:txBody>
      </p:sp>
      <p:sp>
        <p:nvSpPr>
          <p:cNvPr id="7" name="Rounded Rectangle 6"/>
          <p:cNvSpPr/>
          <p:nvPr/>
        </p:nvSpPr>
        <p:spPr>
          <a:xfrm>
            <a:off x="4663440" y="1115568"/>
            <a:ext cx="3840480" cy="1554480"/>
          </a:xfrm>
          <a:prstGeom prst="roundRect">
            <a:avLst/>
          </a:prstGeom>
          <a:solidFill>
            <a:srgbClr val="FFFFFF"/>
          </a:solidFill>
          <a:ln w="31750">
            <a:solidFill>
              <a:srgbClr val="2A9D8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892040" y="1389888"/>
            <a:ext cx="3383280" cy="457200"/>
          </a:xfrm>
          <a:prstGeom prst="rect">
            <a:avLst/>
          </a:prstGeom>
          <a:noFill/>
        </p:spPr>
        <p:txBody>
          <a:bodyPr wrap="square">
            <a:spAutoFit/>
          </a:bodyPr>
          <a:lstStyle/>
          <a:p>
            <a:r>
              <a:rPr sz="1700" b="1">
                <a:solidFill>
                  <a:srgbClr val="2A9D8F"/>
                </a:solidFill>
                <a:latin typeface="KaiTi"/>
              </a:rPr>
              <a:t>② 连 一 连</a:t>
            </a:r>
          </a:p>
        </p:txBody>
      </p:sp>
      <p:sp>
        <p:nvSpPr>
          <p:cNvPr id="9" name="TextBox 8"/>
          <p:cNvSpPr txBox="1"/>
          <p:nvPr/>
        </p:nvSpPr>
        <p:spPr>
          <a:xfrm>
            <a:off x="4892040" y="1984248"/>
            <a:ext cx="3383280" cy="548640"/>
          </a:xfrm>
          <a:prstGeom prst="rect">
            <a:avLst/>
          </a:prstGeom>
          <a:noFill/>
        </p:spPr>
        <p:txBody>
          <a:bodyPr wrap="square">
            <a:spAutoFit/>
          </a:bodyPr>
          <a:lstStyle/>
          <a:p>
            <a:r>
              <a:rPr sz="1200" b="1">
                <a:solidFill>
                  <a:srgbClr val="2C2C2C"/>
                </a:solidFill>
                <a:latin typeface="KaiTi"/>
              </a:rPr>
              <a:t>塑 料 → 换 成 什 么</a:t>
            </a:r>
          </a:p>
        </p:txBody>
      </p:sp>
      <p:sp>
        <p:nvSpPr>
          <p:cNvPr id="10" name="Rounded Rectangle 9"/>
          <p:cNvSpPr/>
          <p:nvPr/>
        </p:nvSpPr>
        <p:spPr>
          <a:xfrm>
            <a:off x="548640" y="2926080"/>
            <a:ext cx="3840480" cy="1554480"/>
          </a:xfrm>
          <a:prstGeom prst="roundRect">
            <a:avLst/>
          </a:prstGeom>
          <a:solidFill>
            <a:srgbClr val="FFFFFF"/>
          </a:solidFill>
          <a:ln w="31750">
            <a:solidFill>
              <a:srgbClr val="2A9D8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3200400"/>
            <a:ext cx="3383280" cy="457200"/>
          </a:xfrm>
          <a:prstGeom prst="rect">
            <a:avLst/>
          </a:prstGeom>
          <a:noFill/>
        </p:spPr>
        <p:txBody>
          <a:bodyPr wrap="square">
            <a:spAutoFit/>
          </a:bodyPr>
          <a:lstStyle/>
          <a:p>
            <a:r>
              <a:rPr sz="1700" b="1">
                <a:solidFill>
                  <a:srgbClr val="2A9D8F"/>
                </a:solidFill>
                <a:latin typeface="KaiTi"/>
              </a:rPr>
              <a:t>③ 我 的 承 诺</a:t>
            </a:r>
          </a:p>
        </p:txBody>
      </p:sp>
      <p:sp>
        <p:nvSpPr>
          <p:cNvPr id="12" name="TextBox 11"/>
          <p:cNvSpPr txBox="1"/>
          <p:nvPr/>
        </p:nvSpPr>
        <p:spPr>
          <a:xfrm>
            <a:off x="777240" y="3794760"/>
            <a:ext cx="3383280" cy="548640"/>
          </a:xfrm>
          <a:prstGeom prst="rect">
            <a:avLst/>
          </a:prstGeom>
          <a:noFill/>
        </p:spPr>
        <p:txBody>
          <a:bodyPr wrap="square">
            <a:spAutoFit/>
          </a:bodyPr>
          <a:lstStyle/>
          <a:p>
            <a:r>
              <a:rPr sz="1200" b="1">
                <a:solidFill>
                  <a:srgbClr val="2C2C2C"/>
                </a:solidFill>
                <a:latin typeface="KaiTi"/>
              </a:rPr>
              <a:t>我 是 海 洋 小 卫 士, 我 可 以 ___</a:t>
            </a:r>
          </a:p>
        </p:txBody>
      </p:sp>
      <p:sp>
        <p:nvSpPr>
          <p:cNvPr id="13" name="Rounded Rectangle 12"/>
          <p:cNvSpPr/>
          <p:nvPr/>
        </p:nvSpPr>
        <p:spPr>
          <a:xfrm>
            <a:off x="4663440" y="2926080"/>
            <a:ext cx="3840480" cy="1554480"/>
          </a:xfrm>
          <a:prstGeom prst="roundRect">
            <a:avLst/>
          </a:prstGeom>
          <a:solidFill>
            <a:srgbClr val="FFFFFF"/>
          </a:solidFill>
          <a:ln w="31750">
            <a:solidFill>
              <a:srgbClr val="2A9D8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892040" y="3200400"/>
            <a:ext cx="3383280" cy="457200"/>
          </a:xfrm>
          <a:prstGeom prst="rect">
            <a:avLst/>
          </a:prstGeom>
          <a:noFill/>
        </p:spPr>
        <p:txBody>
          <a:bodyPr wrap="square">
            <a:spAutoFit/>
          </a:bodyPr>
          <a:lstStyle/>
          <a:p>
            <a:r>
              <a:rPr sz="1700" b="1">
                <a:solidFill>
                  <a:srgbClr val="2A9D8F"/>
                </a:solidFill>
                <a:latin typeface="KaiTi"/>
              </a:rPr>
              <a:t>④ 描 一 描</a:t>
            </a:r>
          </a:p>
        </p:txBody>
      </p:sp>
      <p:sp>
        <p:nvSpPr>
          <p:cNvPr id="15" name="TextBox 14"/>
          <p:cNvSpPr txBox="1"/>
          <p:nvPr/>
        </p:nvSpPr>
        <p:spPr>
          <a:xfrm>
            <a:off x="4892040" y="3794760"/>
            <a:ext cx="3383280" cy="548640"/>
          </a:xfrm>
          <a:prstGeom prst="rect">
            <a:avLst/>
          </a:prstGeom>
          <a:noFill/>
        </p:spPr>
        <p:txBody>
          <a:bodyPr wrap="square">
            <a:spAutoFit/>
          </a:bodyPr>
          <a:lstStyle/>
          <a:p>
            <a:r>
              <a:rPr sz="1200" b="1">
                <a:solidFill>
                  <a:srgbClr val="2C2C2C"/>
                </a:solidFill>
                <a:latin typeface="KaiTi"/>
              </a:rPr>
              <a:t>水 · 保 护 · 塑 料</a:t>
            </a:r>
          </a:p>
        </p:txBody>
      </p:sp>
      <p:sp>
        <p:nvSpPr>
          <p:cNvPr id="16" name="TextBox 15"/>
          <p:cNvSpPr txBox="1"/>
          <p:nvPr/>
        </p:nvSpPr>
        <p:spPr>
          <a:xfrm>
            <a:off x="8412480" y="192024"/>
            <a:ext cx="457200" cy="310896"/>
          </a:xfrm>
          <a:prstGeom prst="rect">
            <a:avLst/>
          </a:prstGeom>
          <a:noFill/>
        </p:spPr>
        <p:txBody>
          <a:bodyPr wrap="square">
            <a:spAutoFit/>
          </a:bodyPr>
          <a:lstStyle/>
          <a:p>
            <a:pPr algn="r"/>
            <a:r>
              <a:rPr sz="1200" b="1">
                <a:solidFill>
                  <a:srgbClr val="FFFFFF"/>
                </a:solidFill>
                <a:latin typeface="KaiTi"/>
              </a:rPr>
              <a:t>48</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35A51-AFB5-7039-CE09-F60A38A965B1}"/>
            </a:ext>
          </a:extLst>
        </p:cNvPr>
        <p:cNvGrpSpPr/>
        <p:nvPr/>
      </p:nvGrpSpPr>
      <p:grpSpPr>
        <a:xfrm>
          <a:off x="0" y="0"/>
          <a:ext cx="0" cy="0"/>
          <a:chOff x="0" y="0"/>
          <a:chExt cx="0" cy="0"/>
        </a:xfrm>
      </p:grpSpPr>
      <p:sp>
        <p:nvSpPr>
          <p:cNvPr id="3" name="圆角矩形 2">
            <a:extLst>
              <a:ext uri="{FF2B5EF4-FFF2-40B4-BE49-F238E27FC236}">
                <a16:creationId xmlns:a16="http://schemas.microsoft.com/office/drawing/2014/main" id="{4399A739-DD6B-8F2C-B235-62A315B3778B}"/>
              </a:ext>
            </a:extLst>
          </p:cNvPr>
          <p:cNvSpPr/>
          <p:nvPr/>
        </p:nvSpPr>
        <p:spPr>
          <a:xfrm>
            <a:off x="2737485" y="897731"/>
            <a:ext cx="5670000" cy="3861000"/>
          </a:xfrm>
          <a:prstGeom prst="roundRect">
            <a:avLst/>
          </a:prstGeom>
          <a:solidFill>
            <a:srgbClr val="DAF9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57175" marR="0" lvl="0" indent="-257175" algn="l" defTabSz="685800" rtl="0" eaLnBrk="1" fontAlgn="base" latinLnBrk="0" hangingPunct="1">
              <a:lnSpc>
                <a:spcPct val="150000"/>
              </a:lnSpc>
              <a:spcBef>
                <a:spcPct val="0"/>
              </a:spcBef>
              <a:spcAft>
                <a:spcPct val="0"/>
              </a:spcAft>
              <a:buClrTx/>
              <a:buSzTx/>
              <a:buFont typeface="Wingdings" panose="05000000000000000000" charset="0"/>
              <a:buChar char="l"/>
              <a:tabLst/>
              <a:defRPr/>
            </a:pPr>
            <a:r>
              <a:rPr kumimoji="0" sz="1650" b="0" i="0" u="none" strike="noStrike" kern="1200" cap="none" spc="0" normalizeH="0" baseline="0" noProof="0">
                <a:ln>
                  <a:noFill/>
                </a:ln>
                <a:solidFill>
                  <a:srgbClr val="2E867C"/>
                </a:solidFill>
                <a:effectLst/>
                <a:uLnTx/>
                <a:uFillTx/>
                <a:latin typeface="黑体" panose="02010609060101010101" charset="-122"/>
                <a:ea typeface="黑体" panose="02010609060101010101" charset="-122"/>
                <a:cs typeface="宋体" panose="02010600030101010101" pitchFamily="2" charset="-122"/>
                <a:sym typeface="+mn-ea"/>
              </a:rPr>
              <a:t>出示组图“水资源贴画”/“水资源宣传画”，分发纸面教具与材料，引导幼儿自由创作水资源贴画或水资源宣传画，呼吁更多人加入珍惜水资源的行动中。</a:t>
            </a:r>
          </a:p>
          <a:p>
            <a:pPr marL="214313" marR="0" lvl="0" indent="-214313" algn="l" defTabSz="685800" rtl="0" eaLnBrk="1" fontAlgn="base" latinLnBrk="0" hangingPunct="1">
              <a:lnSpc>
                <a:spcPct val="150000"/>
              </a:lnSpc>
              <a:spcBef>
                <a:spcPct val="0"/>
              </a:spcBef>
              <a:spcAft>
                <a:spcPct val="0"/>
              </a:spcAft>
              <a:buClrTx/>
              <a:buSzTx/>
              <a:buFont typeface="Wingdings" panose="05000000000000000000" charset="0"/>
              <a:buChar char="Ø"/>
              <a:tabLst/>
              <a:defRPr/>
            </a:pPr>
            <a:r>
              <a:rPr kumimoji="0" sz="1050" b="0" i="0" u="none" strike="noStrike" kern="1200" cap="none" spc="0" normalizeH="0" baseline="0" noProof="0">
                <a:ln>
                  <a:noFill/>
                </a:ln>
                <a:solidFill>
                  <a:srgbClr val="2E867C"/>
                </a:solidFill>
                <a:effectLst/>
                <a:uLnTx/>
                <a:uFillTx/>
                <a:latin typeface="黑体" panose="02010609060101010101" charset="-122"/>
                <a:ea typeface="黑体" panose="02010609060101010101" charset="-122"/>
                <a:cs typeface="宋体" panose="02010600030101010101" pitchFamily="2" charset="-122"/>
                <a:sym typeface="+mn-ea"/>
              </a:rPr>
              <a:t>活动建议：本环节提供两种手工活动，分别为水资源贴画和水资源宣传画。建议小班幼儿开展水资源贴画手工活动，中大班幼儿开展水资源宣传画手工活动，教师也可根据幼儿实际能力水平任选其一。</a:t>
            </a:r>
          </a:p>
          <a:p>
            <a:pPr marL="0" marR="0" lvl="0" indent="0" algn="l" defTabSz="685800" rtl="0" eaLnBrk="1" fontAlgn="base" latinLnBrk="0" hangingPunct="1">
              <a:lnSpc>
                <a:spcPct val="150000"/>
              </a:lnSpc>
              <a:spcBef>
                <a:spcPct val="0"/>
              </a:spcBef>
              <a:spcAft>
                <a:spcPct val="0"/>
              </a:spcAft>
              <a:buClrTx/>
              <a:buSzTx/>
              <a:buFontTx/>
              <a:buNone/>
              <a:tabLst/>
              <a:defRPr/>
            </a:pPr>
            <a:r>
              <a:rPr kumimoji="0" sz="1350" b="0" i="0" u="none" strike="noStrike" kern="1200" cap="none" spc="0" normalizeH="0" baseline="0" noProof="0">
                <a:ln>
                  <a:noFill/>
                </a:ln>
                <a:solidFill>
                  <a:srgbClr val="2E867C"/>
                </a:solidFill>
                <a:effectLst/>
                <a:uLnTx/>
                <a:uFillTx/>
                <a:latin typeface="黑体" panose="02010609060101010101" charset="-122"/>
                <a:ea typeface="黑体" panose="02010609060101010101" charset="-122"/>
                <a:cs typeface="宋体" panose="02010600030101010101" pitchFamily="2" charset="-122"/>
                <a:sym typeface="+mn-ea"/>
              </a:rPr>
              <a:t>1.水资源贴画。</a:t>
            </a:r>
          </a:p>
          <a:p>
            <a:pPr marL="0" marR="0" lvl="0" indent="0" algn="l" defTabSz="685800" rtl="0" eaLnBrk="1" fontAlgn="base" latinLnBrk="0" hangingPunct="1">
              <a:lnSpc>
                <a:spcPct val="150000"/>
              </a:lnSpc>
              <a:spcBef>
                <a:spcPct val="0"/>
              </a:spcBef>
              <a:spcAft>
                <a:spcPct val="0"/>
              </a:spcAft>
              <a:buClrTx/>
              <a:buSzTx/>
              <a:buFontTx/>
              <a:buNone/>
              <a:tabLst/>
              <a:defRPr/>
            </a:pPr>
            <a:r>
              <a:rPr kumimoji="0" sz="1350" b="0" i="0" u="none" strike="noStrike" kern="1200" cap="none" spc="0" normalizeH="0" baseline="0" noProof="0">
                <a:ln>
                  <a:noFill/>
                </a:ln>
                <a:solidFill>
                  <a:srgbClr val="2E867C"/>
                </a:solidFill>
                <a:effectLst/>
                <a:uLnTx/>
                <a:uFillTx/>
                <a:latin typeface="黑体" panose="02010609060101010101" charset="-122"/>
                <a:ea typeface="黑体" panose="02010609060101010101" charset="-122"/>
                <a:cs typeface="宋体" panose="02010600030101010101" pitchFamily="2" charset="-122"/>
                <a:sym typeface="+mn-ea"/>
              </a:rPr>
              <a:t>1）出示图片“水资源贴画”，激发幼儿创作兴趣。</a:t>
            </a:r>
          </a:p>
          <a:p>
            <a:pPr marL="0" marR="0" lvl="0" indent="0" algn="l" defTabSz="685800" rtl="0" eaLnBrk="1" fontAlgn="base" latinLnBrk="0" hangingPunct="1">
              <a:lnSpc>
                <a:spcPct val="150000"/>
              </a:lnSpc>
              <a:spcBef>
                <a:spcPct val="0"/>
              </a:spcBef>
              <a:spcAft>
                <a:spcPct val="0"/>
              </a:spcAft>
              <a:buClrTx/>
              <a:buSzTx/>
              <a:buFontTx/>
              <a:buNone/>
              <a:tabLst/>
              <a:defRPr/>
            </a:pPr>
            <a:r>
              <a:rPr kumimoji="0" sz="1350" b="0" i="0" u="none" strike="noStrike" kern="1200" cap="none" spc="0" normalizeH="0" baseline="0" noProof="0">
                <a:ln>
                  <a:noFill/>
                </a:ln>
                <a:solidFill>
                  <a:srgbClr val="2E867C"/>
                </a:solidFill>
                <a:effectLst/>
                <a:uLnTx/>
                <a:uFillTx/>
                <a:latin typeface="黑体" panose="02010609060101010101" charset="-122"/>
                <a:ea typeface="黑体" panose="02010609060101010101" charset="-122"/>
                <a:cs typeface="宋体" panose="02010600030101010101" pitchFamily="2" charset="-122"/>
                <a:sym typeface="+mn-ea"/>
              </a:rPr>
              <a:t>——看！老师做了一张节约用水小贴画，你在上面看到了什么？（双手、水滴）</a:t>
            </a:r>
          </a:p>
          <a:p>
            <a:pPr marL="0" marR="0" lvl="0" indent="0" algn="l" defTabSz="685800" rtl="0" eaLnBrk="1" fontAlgn="base" latinLnBrk="0" hangingPunct="1">
              <a:lnSpc>
                <a:spcPct val="150000"/>
              </a:lnSpc>
              <a:spcBef>
                <a:spcPct val="0"/>
              </a:spcBef>
              <a:spcAft>
                <a:spcPct val="0"/>
              </a:spcAft>
              <a:buClrTx/>
              <a:buSzTx/>
              <a:buFontTx/>
              <a:buNone/>
              <a:tabLst/>
              <a:defRPr/>
            </a:pPr>
            <a:r>
              <a:rPr kumimoji="0" sz="1350" b="0" i="0" u="none" strike="noStrike" kern="1200" cap="none" spc="0" normalizeH="0" baseline="0" noProof="0">
                <a:ln>
                  <a:noFill/>
                </a:ln>
                <a:solidFill>
                  <a:srgbClr val="2E867C"/>
                </a:solidFill>
                <a:effectLst/>
                <a:uLnTx/>
                <a:uFillTx/>
                <a:latin typeface="黑体" panose="02010609060101010101" charset="-122"/>
                <a:ea typeface="黑体" panose="02010609060101010101" charset="-122"/>
                <a:cs typeface="宋体" panose="02010600030101010101" pitchFamily="2" charset="-122"/>
                <a:sym typeface="+mn-ea"/>
              </a:rPr>
              <a:t>——用双手捧着水滴的图案制作贴画，我们可以把它贴在需要的地方，提醒大家节约用水，小朋友也来动手做一做吧。</a:t>
            </a:r>
          </a:p>
        </p:txBody>
      </p:sp>
      <p:sp>
        <p:nvSpPr>
          <p:cNvPr id="6" name="圆角矩形 5">
            <a:extLst>
              <a:ext uri="{FF2B5EF4-FFF2-40B4-BE49-F238E27FC236}">
                <a16:creationId xmlns:a16="http://schemas.microsoft.com/office/drawing/2014/main" id="{D8B39245-C6FA-E4F8-FE21-8A080993E0E9}"/>
              </a:ext>
            </a:extLst>
          </p:cNvPr>
          <p:cNvSpPr/>
          <p:nvPr/>
        </p:nvSpPr>
        <p:spPr>
          <a:xfrm>
            <a:off x="271463" y="194787"/>
            <a:ext cx="1312545" cy="486251"/>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zh-CN" altLang="en-US" sz="2400" b="0" i="0" u="none" strike="noStrike" kern="1200" cap="none" spc="0" normalizeH="0" baseline="0" noProof="0">
                <a:ln>
                  <a:noFill/>
                </a:ln>
                <a:solidFill>
                  <a:srgbClr val="2D6B6F"/>
                </a:solidFill>
                <a:effectLst/>
                <a:uLnTx/>
                <a:uFillTx/>
                <a:latin typeface="黑体" panose="02010609060101010101" charset="-122"/>
                <a:ea typeface="黑体" panose="02010609060101010101" charset="-122"/>
                <a:cs typeface="+mn-cs"/>
              </a:rPr>
              <a:t>备课页</a:t>
            </a:r>
          </a:p>
        </p:txBody>
      </p:sp>
      <p:pic>
        <p:nvPicPr>
          <p:cNvPr id="4" name="图片 3" descr="美美老师-人设（边线版）0008">
            <a:extLst>
              <a:ext uri="{FF2B5EF4-FFF2-40B4-BE49-F238E27FC236}">
                <a16:creationId xmlns:a16="http://schemas.microsoft.com/office/drawing/2014/main" id="{D969775C-D284-662C-72DC-6098354BD062}"/>
              </a:ext>
            </a:extLst>
          </p:cNvPr>
          <p:cNvPicPr>
            <a:picLocks noChangeAspect="1"/>
          </p:cNvPicPr>
          <p:nvPr/>
        </p:nvPicPr>
        <p:blipFill>
          <a:blip r:embed="rId3"/>
          <a:stretch>
            <a:fillRect/>
          </a:stretch>
        </p:blipFill>
        <p:spPr>
          <a:xfrm>
            <a:off x="368141" y="1453039"/>
            <a:ext cx="2336483" cy="3506153"/>
          </a:xfrm>
          <a:prstGeom prst="rect">
            <a:avLst/>
          </a:prstGeom>
        </p:spPr>
      </p:pic>
      <p:sp>
        <p:nvSpPr>
          <p:cNvPr id="2" name="文本框 1">
            <a:extLst>
              <a:ext uri="{FF2B5EF4-FFF2-40B4-BE49-F238E27FC236}">
                <a16:creationId xmlns:a16="http://schemas.microsoft.com/office/drawing/2014/main" id="{3AEB2B9C-563A-566C-32DF-7118D1DBD6C9}"/>
              </a:ext>
            </a:extLst>
          </p:cNvPr>
          <p:cNvSpPr txBox="1"/>
          <p:nvPr/>
        </p:nvSpPr>
        <p:spPr>
          <a:xfrm>
            <a:off x="1652588" y="256699"/>
            <a:ext cx="3423761" cy="326051"/>
          </a:xfrm>
          <a:prstGeom prst="rect">
            <a:avLst/>
          </a:prstGeom>
          <a:noFill/>
        </p:spPr>
        <p:txBody>
          <a:bodyPr wrap="square" rtlCol="0">
            <a:spAutoFit/>
          </a:bodyPr>
          <a:lstStyle/>
          <a:p>
            <a:pPr marL="0" marR="0" lvl="0" indent="0" algn="ctr" defTabSz="685800" rtl="0" eaLnBrk="1" fontAlgn="base" latinLnBrk="0" hangingPunct="1">
              <a:lnSpc>
                <a:spcPct val="150000"/>
              </a:lnSpc>
              <a:spcBef>
                <a:spcPct val="0"/>
              </a:spcBef>
              <a:spcAft>
                <a:spcPct val="0"/>
              </a:spcAft>
              <a:buClrTx/>
              <a:buSzTx/>
              <a:buFontTx/>
              <a:buNone/>
              <a:tabLst/>
              <a:defRPr/>
            </a:pPr>
            <a:r>
              <a:rPr kumimoji="0" lang="zh-CN" altLang="zh-CN" sz="1200" b="0" i="0" u="none" strike="noStrike" kern="1200" cap="none" spc="0" normalizeH="0" baseline="0" noProof="0">
                <a:ln>
                  <a:noFill/>
                </a:ln>
                <a:solidFill>
                  <a:srgbClr val="FFFFFF">
                    <a:lumMod val="65000"/>
                  </a:srgbClr>
                </a:solidFill>
                <a:effectLst/>
                <a:uLnTx/>
                <a:uFillTx/>
                <a:latin typeface="黑体" panose="02010609060101010101" charset="-122"/>
                <a:ea typeface="黑体" panose="02010609060101010101" charset="-122"/>
                <a:cs typeface="黑体" panose="02010609060101010101" charset="-122"/>
                <a:sym typeface="+mn-ea"/>
              </a:rPr>
              <a:t>（本备课页仅供备课使用，授课前请删除或隐藏）</a:t>
            </a:r>
          </a:p>
        </p:txBody>
      </p:sp>
    </p:spTree>
    <p:extLst>
      <p:ext uri="{BB962C8B-B14F-4D97-AF65-F5344CB8AC3E}">
        <p14:creationId xmlns:p14="http://schemas.microsoft.com/office/powerpoint/2010/main" val="16610058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3BBC8-1555-C1FA-055C-104C87D1B85F}"/>
            </a:ext>
          </a:extLst>
        </p:cNvPr>
        <p:cNvGrpSpPr/>
        <p:nvPr/>
      </p:nvGrpSpPr>
      <p:grpSpPr>
        <a:xfrm>
          <a:off x="0" y="0"/>
          <a:ext cx="0" cy="0"/>
          <a:chOff x="0" y="0"/>
          <a:chExt cx="0" cy="0"/>
        </a:xfrm>
      </p:grpSpPr>
      <p:pic>
        <p:nvPicPr>
          <p:cNvPr id="2" name="图片 1" descr="通用页背景">
            <a:extLst>
              <a:ext uri="{FF2B5EF4-FFF2-40B4-BE49-F238E27FC236}">
                <a16:creationId xmlns:a16="http://schemas.microsoft.com/office/drawing/2014/main" id="{15ED6B6B-E48D-23D6-B5C4-AB43B04BB6B8}"/>
              </a:ext>
            </a:extLst>
          </p:cNvPr>
          <p:cNvPicPr>
            <a:picLocks noChangeAspect="1"/>
          </p:cNvPicPr>
          <p:nvPr/>
        </p:nvPicPr>
        <p:blipFill>
          <a:blip r:embed="rId2"/>
          <a:stretch>
            <a:fillRect/>
          </a:stretch>
        </p:blipFill>
        <p:spPr>
          <a:xfrm>
            <a:off x="0" y="0"/>
            <a:ext cx="9144000" cy="5143500"/>
          </a:xfrm>
          <a:prstGeom prst="rect">
            <a:avLst/>
          </a:prstGeom>
        </p:spPr>
      </p:pic>
      <p:pic>
        <p:nvPicPr>
          <p:cNvPr id="9" name="图片 8" descr="\\10.1.1.22\视频事业部\幼儿园组\A 课件\14-热点+特色主题\2-节日纪念日课件\A0017 原创-社会美术-世界水日【燕烽】\01 课件资源包\课件资源\图片资源\实拍图\+logo\图片12.png图片12">
            <a:extLst>
              <a:ext uri="{FF2B5EF4-FFF2-40B4-BE49-F238E27FC236}">
                <a16:creationId xmlns:a16="http://schemas.microsoft.com/office/drawing/2014/main" id="{A3E8A734-1A52-0536-834B-D722D7A7536D}"/>
              </a:ext>
            </a:extLst>
          </p:cNvPr>
          <p:cNvPicPr>
            <a:picLocks noChangeAspect="1"/>
          </p:cNvPicPr>
          <p:nvPr/>
        </p:nvPicPr>
        <p:blipFill>
          <a:blip r:embed="rId3"/>
          <a:srcRect/>
          <a:stretch>
            <a:fillRect/>
          </a:stretch>
        </p:blipFill>
        <p:spPr>
          <a:xfrm>
            <a:off x="1757601" y="519827"/>
            <a:ext cx="5628323" cy="3759518"/>
          </a:xfrm>
          <a:prstGeom prst="roundRect">
            <a:avLst/>
          </a:prstGeom>
          <a:effectLst>
            <a:outerShdw blurRad="50800" dist="38100" dir="2700000" algn="tl" rotWithShape="0">
              <a:prstClr val="black">
                <a:alpha val="40000"/>
              </a:prstClr>
            </a:outerShdw>
          </a:effectLst>
        </p:spPr>
      </p:pic>
      <p:sp>
        <p:nvSpPr>
          <p:cNvPr id="12" name="文本框 11">
            <a:extLst>
              <a:ext uri="{FF2B5EF4-FFF2-40B4-BE49-F238E27FC236}">
                <a16:creationId xmlns:a16="http://schemas.microsoft.com/office/drawing/2014/main" id="{0522FC97-8430-0F30-D8E7-F06F0CC75E94}"/>
              </a:ext>
            </a:extLst>
          </p:cNvPr>
          <p:cNvSpPr txBox="1"/>
          <p:nvPr/>
        </p:nvSpPr>
        <p:spPr>
          <a:xfrm>
            <a:off x="3555206" y="4287202"/>
            <a:ext cx="2073593" cy="246862"/>
          </a:xfrm>
          <a:prstGeom prst="rect">
            <a:avLst/>
          </a:prstGeom>
          <a:noFill/>
        </p:spPr>
        <p:txBody>
          <a:bodyPr wrap="square" rtlCol="0" anchor="t">
            <a:spAutoFit/>
          </a:bodyPr>
          <a:lstStyle/>
          <a:p>
            <a:pPr marL="0" marR="0" lvl="0" indent="0" algn="ctr" defTabSz="685800" rtl="0" eaLnBrk="1" fontAlgn="base" latinLnBrk="0" hangingPunct="1">
              <a:lnSpc>
                <a:spcPct val="130000"/>
              </a:lnSpc>
              <a:spcBef>
                <a:spcPct val="0"/>
              </a:spcBef>
              <a:spcAft>
                <a:spcPct val="0"/>
              </a:spcAft>
              <a:buClrTx/>
              <a:buSzTx/>
              <a:buFontTx/>
              <a:buNone/>
              <a:tabLst/>
              <a:defRPr/>
            </a:pPr>
            <a:r>
              <a:rPr kumimoji="0" lang="en-US" altLang="zh-CN" sz="9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宋体" panose="02010600030101010101" pitchFamily="2" charset="-122"/>
                <a:sym typeface="+mn-ea"/>
              </a:rPr>
              <a:t>“</a:t>
            </a:r>
            <a:r>
              <a:rPr kumimoji="0" lang="zh-CN" altLang="en-US" sz="9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宋体" panose="02010600030101010101" pitchFamily="2" charset="-122"/>
                <a:sym typeface="+mn-ea"/>
              </a:rPr>
              <a:t>水资源宣传画</a:t>
            </a:r>
            <a:r>
              <a:rPr kumimoji="0" lang="en-US" altLang="zh-CN" sz="9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宋体" panose="02010600030101010101" pitchFamily="2" charset="-122"/>
                <a:sym typeface="+mn-ea"/>
              </a:rPr>
              <a:t>”</a:t>
            </a:r>
            <a:r>
              <a:rPr kumimoji="0" lang="zh-CN" altLang="en-US" sz="9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宋体" panose="02010600030101010101" pitchFamily="2" charset="-122"/>
                <a:sym typeface="+mn-ea"/>
              </a:rPr>
              <a:t>成品图</a:t>
            </a:r>
          </a:p>
        </p:txBody>
      </p:sp>
      <p:sp>
        <p:nvSpPr>
          <p:cNvPr id="4" name="文本框 3">
            <a:extLst>
              <a:ext uri="{FF2B5EF4-FFF2-40B4-BE49-F238E27FC236}">
                <a16:creationId xmlns:a16="http://schemas.microsoft.com/office/drawing/2014/main" id="{7D095A77-6B21-40B3-9372-3DCE4F736DA5}"/>
              </a:ext>
            </a:extLst>
          </p:cNvPr>
          <p:cNvSpPr txBox="1"/>
          <p:nvPr/>
        </p:nvSpPr>
        <p:spPr>
          <a:xfrm>
            <a:off x="1836896" y="4636770"/>
            <a:ext cx="6137910" cy="426912"/>
          </a:xfrm>
          <a:prstGeom prst="rect">
            <a:avLst/>
          </a:prstGeom>
          <a:noFill/>
        </p:spPr>
        <p:txBody>
          <a:bodyPr wrap="square" rtlCol="0" anchor="t">
            <a:spAutoFit/>
          </a:bodyPr>
          <a:lstStyle/>
          <a:p>
            <a:pPr marL="0" marR="0" lvl="0" indent="0" algn="ctr" defTabSz="685800" rtl="0" eaLnBrk="1" fontAlgn="base" latinLnBrk="0" hangingPunct="1">
              <a:lnSpc>
                <a:spcPct val="130000"/>
              </a:lnSpc>
              <a:spcBef>
                <a:spcPct val="0"/>
              </a:spcBef>
              <a:spcAft>
                <a:spcPct val="0"/>
              </a:spcAft>
              <a:buClrTx/>
              <a:buSzTx/>
              <a:buFontTx/>
              <a:buNone/>
              <a:tabLst/>
              <a:defRPr/>
            </a:pPr>
            <a:r>
              <a:rPr kumimoji="0" sz="900" b="0" i="0" u="none" strike="noStrike" kern="1200" cap="none" spc="0" normalizeH="0" baseline="0" noProof="0">
                <a:ln>
                  <a:noFill/>
                </a:ln>
                <a:solidFill>
                  <a:srgbClr val="3FA74E"/>
                </a:solidFill>
                <a:effectLst/>
                <a:uLnTx/>
                <a:uFillTx/>
                <a:latin typeface="黑体" panose="02010609060101010101" charset="-122"/>
                <a:ea typeface="黑体" panose="02010609060101010101" charset="-122"/>
                <a:cs typeface="宋体" panose="02010600030101010101" pitchFamily="2" charset="-122"/>
                <a:sym typeface="+mn-ea"/>
              </a:rPr>
              <a:t>看！老师做了一张节约用水小贴画，你在上面看到了什么？（双手、水滴）</a:t>
            </a:r>
          </a:p>
          <a:p>
            <a:pPr marL="0" marR="0" lvl="0" indent="0" algn="ctr" defTabSz="685800" rtl="0" eaLnBrk="1" fontAlgn="base" latinLnBrk="0" hangingPunct="1">
              <a:lnSpc>
                <a:spcPct val="130000"/>
              </a:lnSpc>
              <a:spcBef>
                <a:spcPct val="0"/>
              </a:spcBef>
              <a:spcAft>
                <a:spcPct val="0"/>
              </a:spcAft>
              <a:buClrTx/>
              <a:buSzTx/>
              <a:buFontTx/>
              <a:buNone/>
              <a:tabLst/>
              <a:defRPr/>
            </a:pPr>
            <a:r>
              <a:rPr kumimoji="0" sz="900" b="0" i="0" u="none" strike="noStrike" kern="1200" cap="none" spc="0" normalizeH="0" baseline="0" noProof="0">
                <a:ln>
                  <a:noFill/>
                </a:ln>
                <a:solidFill>
                  <a:srgbClr val="3FA74E"/>
                </a:solidFill>
                <a:effectLst/>
                <a:uLnTx/>
                <a:uFillTx/>
                <a:latin typeface="黑体" panose="02010609060101010101" charset="-122"/>
                <a:ea typeface="黑体" panose="02010609060101010101" charset="-122"/>
                <a:cs typeface="宋体" panose="02010600030101010101" pitchFamily="2" charset="-122"/>
                <a:sym typeface="+mn-ea"/>
              </a:rPr>
              <a:t>用双手捧着水滴的图案制作贴画，我们可以把它贴在需要的地方，提醒大家节约用水，小朋友也来动手做一做吧。</a:t>
            </a:r>
          </a:p>
        </p:txBody>
      </p:sp>
    </p:spTree>
    <p:extLst>
      <p:ext uri="{BB962C8B-B14F-4D97-AF65-F5344CB8AC3E}">
        <p14:creationId xmlns:p14="http://schemas.microsoft.com/office/powerpoint/2010/main" val="297641675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FF20FE-B11B-BB3F-4A67-81880C02E272}"/>
            </a:ext>
          </a:extLst>
        </p:cNvPr>
        <p:cNvGrpSpPr/>
        <p:nvPr/>
      </p:nvGrpSpPr>
      <p:grpSpPr>
        <a:xfrm>
          <a:off x="0" y="0"/>
          <a:ext cx="0" cy="0"/>
          <a:chOff x="0" y="0"/>
          <a:chExt cx="0" cy="0"/>
        </a:xfrm>
      </p:grpSpPr>
      <p:sp>
        <p:nvSpPr>
          <p:cNvPr id="4" name="圆角矩形 3">
            <a:extLst>
              <a:ext uri="{FF2B5EF4-FFF2-40B4-BE49-F238E27FC236}">
                <a16:creationId xmlns:a16="http://schemas.microsoft.com/office/drawing/2014/main" id="{58E341F3-CF9D-A9E3-8D1D-8C2AD5F46D56}"/>
              </a:ext>
            </a:extLst>
          </p:cNvPr>
          <p:cNvSpPr/>
          <p:nvPr/>
        </p:nvSpPr>
        <p:spPr>
          <a:xfrm>
            <a:off x="627221" y="1167765"/>
            <a:ext cx="5643000" cy="3537000"/>
          </a:xfrm>
          <a:prstGeom prst="roundRect">
            <a:avLst/>
          </a:prstGeom>
          <a:solidFill>
            <a:srgbClr val="DAF9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685800" rtl="0" eaLnBrk="1" fontAlgn="base" latinLnBrk="0" hangingPunct="1">
              <a:lnSpc>
                <a:spcPct val="150000"/>
              </a:lnSpc>
              <a:spcBef>
                <a:spcPct val="0"/>
              </a:spcBef>
              <a:spcAft>
                <a:spcPct val="0"/>
              </a:spcAft>
              <a:buClrTx/>
              <a:buSzTx/>
              <a:buFontTx/>
              <a:buNone/>
              <a:tabLst/>
              <a:defRPr/>
            </a:pPr>
            <a:r>
              <a:rPr kumimoji="0" sz="1500" b="0" i="0" u="none" strike="noStrike" kern="1200" cap="none" spc="0" normalizeH="0" baseline="0" noProof="0">
                <a:ln>
                  <a:noFill/>
                </a:ln>
                <a:solidFill>
                  <a:srgbClr val="2E867C"/>
                </a:solidFill>
                <a:effectLst/>
                <a:uLnTx/>
                <a:uFillTx/>
                <a:latin typeface="黑体" panose="02010609060101010101" charset="-122"/>
                <a:ea typeface="黑体" panose="02010609060101010101" charset="-122"/>
                <a:cs typeface="宋体" panose="02010600030101010101" pitchFamily="2" charset="-122"/>
                <a:sym typeface="+mn-ea"/>
              </a:rPr>
              <a:t>2）出示组图“水资源贴画”，引导幼儿了解制作水资源贴画的方法。</a:t>
            </a:r>
          </a:p>
          <a:p>
            <a:pPr marL="0" marR="0" lvl="0" indent="0" algn="l" defTabSz="685800" rtl="0" eaLnBrk="1" fontAlgn="base" latinLnBrk="0" hangingPunct="1">
              <a:lnSpc>
                <a:spcPct val="150000"/>
              </a:lnSpc>
              <a:spcBef>
                <a:spcPct val="0"/>
              </a:spcBef>
              <a:spcAft>
                <a:spcPct val="0"/>
              </a:spcAft>
              <a:buClrTx/>
              <a:buSzTx/>
              <a:buFontTx/>
              <a:buNone/>
              <a:tabLst/>
              <a:defRPr/>
            </a:pPr>
            <a:r>
              <a:rPr kumimoji="0" sz="1500" b="0" i="0" u="none" strike="noStrike" kern="1200" cap="none" spc="0" normalizeH="0" baseline="0" noProof="0">
                <a:ln>
                  <a:noFill/>
                </a:ln>
                <a:solidFill>
                  <a:srgbClr val="2E867C"/>
                </a:solidFill>
                <a:effectLst/>
                <a:uLnTx/>
                <a:uFillTx/>
                <a:latin typeface="黑体" panose="02010609060101010101" charset="-122"/>
                <a:ea typeface="黑体" panose="02010609060101010101" charset="-122"/>
                <a:cs typeface="宋体" panose="02010600030101010101" pitchFamily="2" charset="-122"/>
                <a:sym typeface="+mn-ea"/>
              </a:rPr>
              <a:t>——要怎么制作漂亮的水资源贴画呢？</a:t>
            </a:r>
          </a:p>
          <a:p>
            <a:pPr marL="0" marR="0" lvl="0" indent="0" algn="l" defTabSz="685800" rtl="0" eaLnBrk="1" fontAlgn="base" latinLnBrk="0" hangingPunct="1">
              <a:lnSpc>
                <a:spcPct val="150000"/>
              </a:lnSpc>
              <a:spcBef>
                <a:spcPct val="0"/>
              </a:spcBef>
              <a:spcAft>
                <a:spcPct val="0"/>
              </a:spcAft>
              <a:buClrTx/>
              <a:buSzTx/>
              <a:buFontTx/>
              <a:buNone/>
              <a:tabLst/>
              <a:defRPr/>
            </a:pPr>
            <a:r>
              <a:rPr kumimoji="0" sz="1500" b="0" i="0" u="none" strike="noStrike" kern="1200" cap="none" spc="0" normalizeH="0" baseline="0" noProof="0">
                <a:ln>
                  <a:noFill/>
                </a:ln>
                <a:solidFill>
                  <a:srgbClr val="2E867C"/>
                </a:solidFill>
                <a:effectLst/>
                <a:uLnTx/>
                <a:uFillTx/>
                <a:latin typeface="黑体" panose="02010609060101010101" charset="-122"/>
                <a:ea typeface="黑体" panose="02010609060101010101" charset="-122"/>
                <a:cs typeface="宋体" panose="02010600030101010101" pitchFamily="2" charset="-122"/>
                <a:sym typeface="+mn-ea"/>
              </a:rPr>
              <a:t>①拿出纸面教具，用画笔给我们的水滴和小手涂上漂亮的颜色；</a:t>
            </a:r>
          </a:p>
          <a:p>
            <a:pPr marL="0" marR="0" lvl="0" indent="0" algn="l" defTabSz="685800" rtl="0" eaLnBrk="1" fontAlgn="base" latinLnBrk="0" hangingPunct="1">
              <a:lnSpc>
                <a:spcPct val="150000"/>
              </a:lnSpc>
              <a:spcBef>
                <a:spcPct val="0"/>
              </a:spcBef>
              <a:spcAft>
                <a:spcPct val="0"/>
              </a:spcAft>
              <a:buClrTx/>
              <a:buSzTx/>
              <a:buFontTx/>
              <a:buNone/>
              <a:tabLst/>
              <a:defRPr/>
            </a:pPr>
            <a:r>
              <a:rPr kumimoji="0" sz="1500" b="0" i="0" u="none" strike="noStrike" kern="1200" cap="none" spc="0" normalizeH="0" baseline="0" noProof="0">
                <a:ln>
                  <a:noFill/>
                </a:ln>
                <a:solidFill>
                  <a:srgbClr val="2E867C"/>
                </a:solidFill>
                <a:effectLst/>
                <a:uLnTx/>
                <a:uFillTx/>
                <a:latin typeface="黑体" panose="02010609060101010101" charset="-122"/>
                <a:ea typeface="黑体" panose="02010609060101010101" charset="-122"/>
                <a:cs typeface="宋体" panose="02010600030101010101" pitchFamily="2" charset="-122"/>
                <a:sym typeface="+mn-ea"/>
              </a:rPr>
              <a:t>②给小水滴添画上表情，有开心的水滴、调皮的水滴……</a:t>
            </a:r>
          </a:p>
          <a:p>
            <a:pPr marL="0" marR="0" lvl="0" indent="0" algn="l" defTabSz="685800" rtl="0" eaLnBrk="1" fontAlgn="base" latinLnBrk="0" hangingPunct="1">
              <a:lnSpc>
                <a:spcPct val="150000"/>
              </a:lnSpc>
              <a:spcBef>
                <a:spcPct val="0"/>
              </a:spcBef>
              <a:spcAft>
                <a:spcPct val="0"/>
              </a:spcAft>
              <a:buClrTx/>
              <a:buSzTx/>
              <a:buFontTx/>
              <a:buNone/>
              <a:tabLst/>
              <a:defRPr/>
            </a:pPr>
            <a:r>
              <a:rPr kumimoji="0" sz="1500" b="0" i="0" u="none" strike="noStrike" kern="1200" cap="none" spc="0" normalizeH="0" baseline="0" noProof="0">
                <a:ln>
                  <a:noFill/>
                </a:ln>
                <a:solidFill>
                  <a:srgbClr val="2E867C"/>
                </a:solidFill>
                <a:effectLst/>
                <a:uLnTx/>
                <a:uFillTx/>
                <a:latin typeface="黑体" panose="02010609060101010101" charset="-122"/>
                <a:ea typeface="黑体" panose="02010609060101010101" charset="-122"/>
                <a:cs typeface="宋体" panose="02010600030101010101" pitchFamily="2" charset="-122"/>
                <a:sym typeface="+mn-ea"/>
              </a:rPr>
              <a:t>③将捧着水滴的双手剪下，粘贴到底板中，漂亮的水资源贴画就做好啦，这个环节可以请老师帮忙哦。</a:t>
            </a:r>
            <a:endParaRPr kumimoji="0" lang="zh-CN" altLang="en-US" sz="1500" b="0" i="0" u="none" strike="noStrike" kern="1200" cap="none" spc="0" normalizeH="0" baseline="0" noProof="0">
              <a:ln>
                <a:noFill/>
              </a:ln>
              <a:solidFill>
                <a:srgbClr val="2E867C"/>
              </a:solidFill>
              <a:effectLst/>
              <a:uLnTx/>
              <a:uFillTx/>
              <a:latin typeface="黑体" panose="02010609060101010101" charset="-122"/>
              <a:ea typeface="黑体" panose="02010609060101010101" charset="-122"/>
              <a:cs typeface="宋体" panose="02010600030101010101" pitchFamily="2" charset="-122"/>
              <a:sym typeface="+mn-ea"/>
            </a:endParaRPr>
          </a:p>
        </p:txBody>
      </p:sp>
      <p:sp>
        <p:nvSpPr>
          <p:cNvPr id="6" name="圆角矩形 5">
            <a:extLst>
              <a:ext uri="{FF2B5EF4-FFF2-40B4-BE49-F238E27FC236}">
                <a16:creationId xmlns:a16="http://schemas.microsoft.com/office/drawing/2014/main" id="{7BF92D7A-D892-853F-4E99-171030730BEF}"/>
              </a:ext>
            </a:extLst>
          </p:cNvPr>
          <p:cNvSpPr/>
          <p:nvPr/>
        </p:nvSpPr>
        <p:spPr>
          <a:xfrm>
            <a:off x="271463" y="194787"/>
            <a:ext cx="1312545" cy="486251"/>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zh-CN" altLang="en-US" sz="2400" b="0" i="0" u="none" strike="noStrike" kern="1200" cap="none" spc="0" normalizeH="0" baseline="0" noProof="0">
                <a:ln>
                  <a:noFill/>
                </a:ln>
                <a:solidFill>
                  <a:srgbClr val="2D6B6F"/>
                </a:solidFill>
                <a:effectLst/>
                <a:uLnTx/>
                <a:uFillTx/>
                <a:latin typeface="黑体" panose="02010609060101010101" charset="-122"/>
                <a:ea typeface="黑体" panose="02010609060101010101" charset="-122"/>
                <a:cs typeface="+mn-cs"/>
              </a:rPr>
              <a:t>备课页</a:t>
            </a:r>
          </a:p>
        </p:txBody>
      </p:sp>
      <p:pic>
        <p:nvPicPr>
          <p:cNvPr id="3" name="图片 2" descr="美美老师-人设（边线版）0003">
            <a:extLst>
              <a:ext uri="{FF2B5EF4-FFF2-40B4-BE49-F238E27FC236}">
                <a16:creationId xmlns:a16="http://schemas.microsoft.com/office/drawing/2014/main" id="{B8C5C9EE-2288-98CF-90A4-DE74A014AA29}"/>
              </a:ext>
            </a:extLst>
          </p:cNvPr>
          <p:cNvPicPr>
            <a:picLocks noChangeAspect="1"/>
          </p:cNvPicPr>
          <p:nvPr/>
        </p:nvPicPr>
        <p:blipFill>
          <a:blip r:embed="rId2"/>
          <a:stretch>
            <a:fillRect/>
          </a:stretch>
        </p:blipFill>
        <p:spPr>
          <a:xfrm>
            <a:off x="6315551" y="1329214"/>
            <a:ext cx="2222183" cy="3334703"/>
          </a:xfrm>
          <a:prstGeom prst="rect">
            <a:avLst/>
          </a:prstGeom>
        </p:spPr>
      </p:pic>
      <p:sp>
        <p:nvSpPr>
          <p:cNvPr id="2" name="文本框 1">
            <a:extLst>
              <a:ext uri="{FF2B5EF4-FFF2-40B4-BE49-F238E27FC236}">
                <a16:creationId xmlns:a16="http://schemas.microsoft.com/office/drawing/2014/main" id="{5A030057-152D-776F-2512-6D35D1B13AEF}"/>
              </a:ext>
            </a:extLst>
          </p:cNvPr>
          <p:cNvSpPr txBox="1"/>
          <p:nvPr/>
        </p:nvSpPr>
        <p:spPr>
          <a:xfrm>
            <a:off x="1652588" y="256699"/>
            <a:ext cx="3423761" cy="603050"/>
          </a:xfrm>
          <a:prstGeom prst="rect">
            <a:avLst/>
          </a:prstGeom>
          <a:noFill/>
        </p:spPr>
        <p:txBody>
          <a:bodyPr wrap="square" rtlCol="0">
            <a:spAutoFit/>
          </a:bodyPr>
          <a:lstStyle/>
          <a:p>
            <a:pPr marL="0" marR="0" lvl="0" indent="0" algn="ctr" defTabSz="685800" rtl="0" eaLnBrk="1" fontAlgn="base" latinLnBrk="0" hangingPunct="1">
              <a:lnSpc>
                <a:spcPct val="150000"/>
              </a:lnSpc>
              <a:spcBef>
                <a:spcPct val="0"/>
              </a:spcBef>
              <a:spcAft>
                <a:spcPct val="0"/>
              </a:spcAft>
              <a:buClrTx/>
              <a:buSzTx/>
              <a:buFontTx/>
              <a:buNone/>
              <a:tabLst/>
              <a:defRPr/>
            </a:pPr>
            <a:r>
              <a:rPr kumimoji="0" lang="zh-CN" altLang="zh-CN" sz="1200" b="0" i="0" u="none" strike="noStrike" kern="1200" cap="none" spc="0" normalizeH="0" baseline="0" noProof="0">
                <a:ln>
                  <a:noFill/>
                </a:ln>
                <a:solidFill>
                  <a:srgbClr val="FFFFFF">
                    <a:lumMod val="65000"/>
                  </a:srgbClr>
                </a:solidFill>
                <a:effectLst/>
                <a:uLnTx/>
                <a:uFillTx/>
                <a:latin typeface="黑体" panose="02010609060101010101" charset="-122"/>
                <a:ea typeface="黑体" panose="02010609060101010101" charset="-122"/>
                <a:cs typeface="黑体" panose="02010609060101010101" charset="-122"/>
                <a:sym typeface="+mn-ea"/>
              </a:rPr>
              <a:t>（本备课页仅供备课使用，授课前请删除或隐藏）</a:t>
            </a:r>
          </a:p>
        </p:txBody>
      </p:sp>
    </p:spTree>
    <p:extLst>
      <p:ext uri="{BB962C8B-B14F-4D97-AF65-F5344CB8AC3E}">
        <p14:creationId xmlns:p14="http://schemas.microsoft.com/office/powerpoint/2010/main" val="164729211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D1201F-5A4A-321D-4F7B-059A1B3B0D7C}"/>
            </a:ext>
          </a:extLst>
        </p:cNvPr>
        <p:cNvGrpSpPr/>
        <p:nvPr/>
      </p:nvGrpSpPr>
      <p:grpSpPr>
        <a:xfrm>
          <a:off x="0" y="0"/>
          <a:ext cx="0" cy="0"/>
          <a:chOff x="0" y="0"/>
          <a:chExt cx="0" cy="0"/>
        </a:xfrm>
      </p:grpSpPr>
      <p:pic>
        <p:nvPicPr>
          <p:cNvPr id="2" name="图片 1" descr="通用页背景">
            <a:extLst>
              <a:ext uri="{FF2B5EF4-FFF2-40B4-BE49-F238E27FC236}">
                <a16:creationId xmlns:a16="http://schemas.microsoft.com/office/drawing/2014/main" id="{2C315230-F4CA-157F-0E7C-93E0908D1578}"/>
              </a:ext>
            </a:extLst>
          </p:cNvPr>
          <p:cNvPicPr>
            <a:picLocks noChangeAspect="1"/>
          </p:cNvPicPr>
          <p:nvPr/>
        </p:nvPicPr>
        <p:blipFill>
          <a:blip r:embed="rId3"/>
          <a:stretch>
            <a:fillRect/>
          </a:stretch>
        </p:blipFill>
        <p:spPr>
          <a:xfrm>
            <a:off x="0" y="0"/>
            <a:ext cx="9144000" cy="5143500"/>
          </a:xfrm>
          <a:prstGeom prst="rect">
            <a:avLst/>
          </a:prstGeom>
        </p:spPr>
      </p:pic>
      <p:pic>
        <p:nvPicPr>
          <p:cNvPr id="3" name="图片 2" descr="\\10.1.1.22\视频事业部\幼儿园组\A 课件\14-热点+特色主题\2-节日纪念日课件\A0017 原创-社会美术-世界水日【燕烽】\01 课件资源包\课件资源\图片资源\实拍图\+logo\图片26.png图片26">
            <a:extLst>
              <a:ext uri="{FF2B5EF4-FFF2-40B4-BE49-F238E27FC236}">
                <a16:creationId xmlns:a16="http://schemas.microsoft.com/office/drawing/2014/main" id="{66A7DC95-E401-F6F8-6B08-2F2F49ADF771}"/>
              </a:ext>
            </a:extLst>
          </p:cNvPr>
          <p:cNvPicPr>
            <a:picLocks noChangeAspect="1"/>
          </p:cNvPicPr>
          <p:nvPr/>
        </p:nvPicPr>
        <p:blipFill>
          <a:blip r:embed="rId4"/>
          <a:srcRect/>
          <a:stretch>
            <a:fillRect/>
          </a:stretch>
        </p:blipFill>
        <p:spPr>
          <a:xfrm>
            <a:off x="361421" y="628183"/>
            <a:ext cx="2624138" cy="1754029"/>
          </a:xfrm>
          <a:prstGeom prst="roundRect">
            <a:avLst/>
          </a:prstGeom>
          <a:effectLst>
            <a:outerShdw blurRad="50800" dist="38100" dir="2700000" algn="tl" rotWithShape="0">
              <a:prstClr val="black">
                <a:alpha val="40000"/>
              </a:prstClr>
            </a:outerShdw>
          </a:effectLst>
        </p:spPr>
      </p:pic>
      <p:pic>
        <p:nvPicPr>
          <p:cNvPr id="4" name="图片 3" descr="\\10.1.1.22\视频事业部\幼儿园组\A 课件\14-热点+特色主题\2-节日纪念日课件\A0017 原创-社会美术-世界水日【燕烽】\01 课件资源包\课件资源\图片资源\实拍图\+logo\图片22.png图片22">
            <a:extLst>
              <a:ext uri="{FF2B5EF4-FFF2-40B4-BE49-F238E27FC236}">
                <a16:creationId xmlns:a16="http://schemas.microsoft.com/office/drawing/2014/main" id="{3D4C00E4-FDB2-0345-6E37-0C808DF0BC74}"/>
              </a:ext>
            </a:extLst>
          </p:cNvPr>
          <p:cNvPicPr>
            <a:picLocks noChangeAspect="1"/>
          </p:cNvPicPr>
          <p:nvPr/>
        </p:nvPicPr>
        <p:blipFill>
          <a:blip r:embed="rId5"/>
          <a:srcRect/>
          <a:stretch>
            <a:fillRect/>
          </a:stretch>
        </p:blipFill>
        <p:spPr>
          <a:xfrm>
            <a:off x="1744915" y="2599144"/>
            <a:ext cx="2627471" cy="1754505"/>
          </a:xfrm>
          <a:prstGeom prst="roundRect">
            <a:avLst/>
          </a:prstGeom>
          <a:effectLst>
            <a:outerShdw blurRad="50800" dist="38100" dir="2700000" algn="tl" rotWithShape="0">
              <a:prstClr val="black">
                <a:alpha val="40000"/>
              </a:prstClr>
            </a:outerShdw>
          </a:effectLst>
        </p:spPr>
      </p:pic>
      <p:pic>
        <p:nvPicPr>
          <p:cNvPr id="7" name="图片 6" descr="\\10.1.1.22\视频事业部\幼儿园组\A 课件\14-热点+特色主题\2-节日纪念日课件\A0017 原创-社会美术-世界水日【燕烽】\01 课件资源包\课件资源\图片资源\实拍图\+logo\图片23.png图片23">
            <a:extLst>
              <a:ext uri="{FF2B5EF4-FFF2-40B4-BE49-F238E27FC236}">
                <a16:creationId xmlns:a16="http://schemas.microsoft.com/office/drawing/2014/main" id="{4B1069B4-0C44-F489-5EDE-2399F03EB5A5}"/>
              </a:ext>
            </a:extLst>
          </p:cNvPr>
          <p:cNvPicPr>
            <a:picLocks noChangeAspect="1"/>
          </p:cNvPicPr>
          <p:nvPr/>
        </p:nvPicPr>
        <p:blipFill>
          <a:blip r:embed="rId6"/>
          <a:srcRect/>
          <a:stretch>
            <a:fillRect/>
          </a:stretch>
        </p:blipFill>
        <p:spPr>
          <a:xfrm>
            <a:off x="6191383" y="627945"/>
            <a:ext cx="2627471" cy="1754505"/>
          </a:xfrm>
          <a:prstGeom prst="roundRect">
            <a:avLst/>
          </a:prstGeom>
          <a:effectLst>
            <a:outerShdw blurRad="50800" dist="38100" dir="2700000" algn="tl" rotWithShape="0">
              <a:prstClr val="black">
                <a:alpha val="40000"/>
              </a:prstClr>
            </a:outerShdw>
          </a:effectLst>
        </p:spPr>
      </p:pic>
      <p:pic>
        <p:nvPicPr>
          <p:cNvPr id="8" name="图片 7" descr="\\10.1.1.22\视频事业部\幼儿园组\A 课件\14-热点+特色主题\2-节日纪念日课件\A0017 原创-社会美术-世界水日【燕烽】\01 课件资源包\课件资源\图片资源\实拍图\+logo\图片24.png图片24">
            <a:extLst>
              <a:ext uri="{FF2B5EF4-FFF2-40B4-BE49-F238E27FC236}">
                <a16:creationId xmlns:a16="http://schemas.microsoft.com/office/drawing/2014/main" id="{9DDDF892-59EF-5E79-38B3-B53D80373927}"/>
              </a:ext>
            </a:extLst>
          </p:cNvPr>
          <p:cNvPicPr>
            <a:picLocks noChangeAspect="1"/>
          </p:cNvPicPr>
          <p:nvPr/>
        </p:nvPicPr>
        <p:blipFill>
          <a:blip r:embed="rId7"/>
          <a:srcRect/>
          <a:stretch>
            <a:fillRect/>
          </a:stretch>
        </p:blipFill>
        <p:spPr>
          <a:xfrm>
            <a:off x="3275305" y="627945"/>
            <a:ext cx="2627471" cy="1754505"/>
          </a:xfrm>
          <a:prstGeom prst="roundRect">
            <a:avLst/>
          </a:prstGeom>
          <a:effectLst>
            <a:outerShdw blurRad="50800" dist="38100" dir="2700000" algn="tl" rotWithShape="0">
              <a:prstClr val="black">
                <a:alpha val="40000"/>
              </a:prstClr>
            </a:outerShdw>
          </a:effectLst>
        </p:spPr>
      </p:pic>
      <p:pic>
        <p:nvPicPr>
          <p:cNvPr id="9" name="图片 8" descr="\\10.1.1.22\视频事业部\幼儿园组\A 课件\14-热点+特色主题\2-节日纪念日课件\A0017 原创-社会美术-世界水日【燕烽】\01 课件资源包\课件资源\图片资源\实拍图\+logo\图片12.png图片12">
            <a:extLst>
              <a:ext uri="{FF2B5EF4-FFF2-40B4-BE49-F238E27FC236}">
                <a16:creationId xmlns:a16="http://schemas.microsoft.com/office/drawing/2014/main" id="{16801AC2-4501-111B-899D-B4C5BF903FB4}"/>
              </a:ext>
            </a:extLst>
          </p:cNvPr>
          <p:cNvPicPr>
            <a:picLocks noChangeAspect="1"/>
          </p:cNvPicPr>
          <p:nvPr/>
        </p:nvPicPr>
        <p:blipFill>
          <a:blip r:embed="rId8"/>
          <a:srcRect/>
          <a:stretch>
            <a:fillRect/>
          </a:stretch>
        </p:blipFill>
        <p:spPr>
          <a:xfrm>
            <a:off x="4769882" y="2598897"/>
            <a:ext cx="2626995" cy="1754981"/>
          </a:xfrm>
          <a:prstGeom prst="roundRect">
            <a:avLst/>
          </a:prstGeom>
          <a:effectLst>
            <a:outerShdw blurRad="50800" dist="38100" dir="2700000" algn="tl" rotWithShape="0">
              <a:prstClr val="black">
                <a:alpha val="40000"/>
              </a:prstClr>
            </a:outerShdw>
          </a:effectLst>
        </p:spPr>
      </p:pic>
      <p:sp>
        <p:nvSpPr>
          <p:cNvPr id="11" name="文本框 10">
            <a:extLst>
              <a:ext uri="{FF2B5EF4-FFF2-40B4-BE49-F238E27FC236}">
                <a16:creationId xmlns:a16="http://schemas.microsoft.com/office/drawing/2014/main" id="{60F8833F-C54F-B5E3-D4B6-B545737751AC}"/>
              </a:ext>
            </a:extLst>
          </p:cNvPr>
          <p:cNvSpPr txBox="1"/>
          <p:nvPr/>
        </p:nvSpPr>
        <p:spPr>
          <a:xfrm>
            <a:off x="681990" y="2356009"/>
            <a:ext cx="1946434" cy="246862"/>
          </a:xfrm>
          <a:prstGeom prst="rect">
            <a:avLst/>
          </a:prstGeom>
          <a:noFill/>
        </p:spPr>
        <p:txBody>
          <a:bodyPr wrap="square" rtlCol="0" anchor="t">
            <a:spAutoFit/>
          </a:bodyPr>
          <a:lstStyle/>
          <a:p>
            <a:pPr marL="0" marR="0" lvl="0" indent="0" algn="ctr" defTabSz="685800" rtl="0" eaLnBrk="1" fontAlgn="base" latinLnBrk="0" hangingPunct="1">
              <a:lnSpc>
                <a:spcPct val="130000"/>
              </a:lnSpc>
              <a:spcBef>
                <a:spcPct val="0"/>
              </a:spcBef>
              <a:spcAft>
                <a:spcPct val="0"/>
              </a:spcAft>
              <a:buClrTx/>
              <a:buSzTx/>
              <a:buFontTx/>
              <a:buNone/>
              <a:tabLst/>
              <a:defRPr/>
            </a:pPr>
            <a:r>
              <a:rPr kumimoji="0" lang="en-US" altLang="zh-CN" sz="9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宋体" panose="02010600030101010101" pitchFamily="2" charset="-122"/>
                <a:sym typeface="+mn-ea"/>
              </a:rPr>
              <a:t>1.</a:t>
            </a:r>
            <a:r>
              <a:rPr kumimoji="0" lang="zh-CN" altLang="en-US" sz="9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宋体" panose="02010600030101010101" pitchFamily="2" charset="-122"/>
                <a:sym typeface="+mn-ea"/>
              </a:rPr>
              <a:t>给</a:t>
            </a:r>
            <a:r>
              <a:rPr kumimoji="0" sz="9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宋体" panose="02010600030101010101" pitchFamily="2" charset="-122"/>
                <a:sym typeface="+mn-ea"/>
              </a:rPr>
              <a:t>水滴和小手涂色</a:t>
            </a:r>
            <a:endParaRPr kumimoji="0" lang="zh-CN" altLang="zh-CN" sz="9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宋体" panose="02010600030101010101" pitchFamily="2" charset="-122"/>
              <a:sym typeface="+mn-ea"/>
            </a:endParaRPr>
          </a:p>
        </p:txBody>
      </p:sp>
      <p:sp>
        <p:nvSpPr>
          <p:cNvPr id="12" name="文本框 11">
            <a:extLst>
              <a:ext uri="{FF2B5EF4-FFF2-40B4-BE49-F238E27FC236}">
                <a16:creationId xmlns:a16="http://schemas.microsoft.com/office/drawing/2014/main" id="{2A78EABC-D64A-1EB4-3B69-6E11AB190910}"/>
              </a:ext>
            </a:extLst>
          </p:cNvPr>
          <p:cNvSpPr txBox="1"/>
          <p:nvPr/>
        </p:nvSpPr>
        <p:spPr>
          <a:xfrm>
            <a:off x="3599974" y="2350770"/>
            <a:ext cx="1946434" cy="246862"/>
          </a:xfrm>
          <a:prstGeom prst="rect">
            <a:avLst/>
          </a:prstGeom>
          <a:noFill/>
        </p:spPr>
        <p:txBody>
          <a:bodyPr wrap="square" rtlCol="0" anchor="t">
            <a:spAutoFit/>
          </a:bodyPr>
          <a:lstStyle/>
          <a:p>
            <a:pPr marL="0" marR="0" lvl="0" indent="0" algn="ctr" defTabSz="685800" rtl="0" eaLnBrk="1" fontAlgn="base" latinLnBrk="0" hangingPunct="1">
              <a:lnSpc>
                <a:spcPct val="130000"/>
              </a:lnSpc>
              <a:spcBef>
                <a:spcPct val="0"/>
              </a:spcBef>
              <a:spcAft>
                <a:spcPct val="0"/>
              </a:spcAft>
              <a:buClrTx/>
              <a:buSzTx/>
              <a:buFontTx/>
              <a:buNone/>
              <a:tabLst/>
              <a:defRPr/>
            </a:pPr>
            <a:r>
              <a:rPr kumimoji="0" lang="en-US" altLang="zh-CN" sz="9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宋体" panose="02010600030101010101" pitchFamily="2" charset="-122"/>
                <a:sym typeface="+mn-ea"/>
              </a:rPr>
              <a:t>2.</a:t>
            </a:r>
            <a:r>
              <a:rPr kumimoji="0" lang="zh-CN" altLang="en-US" sz="9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宋体" panose="02010600030101010101" pitchFamily="2" charset="-122"/>
                <a:sym typeface="+mn-ea"/>
              </a:rPr>
              <a:t>给小水滴添画表情</a:t>
            </a:r>
          </a:p>
        </p:txBody>
      </p:sp>
      <p:sp>
        <p:nvSpPr>
          <p:cNvPr id="14" name="文本框 13">
            <a:extLst>
              <a:ext uri="{FF2B5EF4-FFF2-40B4-BE49-F238E27FC236}">
                <a16:creationId xmlns:a16="http://schemas.microsoft.com/office/drawing/2014/main" id="{91540FDB-571F-4347-04DC-7E9EA36BD4E0}"/>
              </a:ext>
            </a:extLst>
          </p:cNvPr>
          <p:cNvSpPr txBox="1"/>
          <p:nvPr/>
        </p:nvSpPr>
        <p:spPr>
          <a:xfrm>
            <a:off x="6159342" y="2356009"/>
            <a:ext cx="2699861" cy="426912"/>
          </a:xfrm>
          <a:prstGeom prst="rect">
            <a:avLst/>
          </a:prstGeom>
          <a:noFill/>
        </p:spPr>
        <p:txBody>
          <a:bodyPr wrap="square" rtlCol="0" anchor="t">
            <a:spAutoFit/>
          </a:bodyPr>
          <a:lstStyle/>
          <a:p>
            <a:pPr marL="0" marR="0" lvl="0" indent="0" algn="ctr" defTabSz="685800" rtl="0" eaLnBrk="1" fontAlgn="base" latinLnBrk="0" hangingPunct="1">
              <a:lnSpc>
                <a:spcPct val="130000"/>
              </a:lnSpc>
              <a:spcBef>
                <a:spcPct val="0"/>
              </a:spcBef>
              <a:spcAft>
                <a:spcPct val="0"/>
              </a:spcAft>
              <a:buClrTx/>
              <a:buSzTx/>
              <a:buFontTx/>
              <a:buNone/>
              <a:tabLst/>
              <a:defRPr/>
            </a:pPr>
            <a:r>
              <a:rPr kumimoji="0" lang="en-US" altLang="zh-CN" sz="9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宋体" panose="02010600030101010101" pitchFamily="2" charset="-122"/>
                <a:sym typeface="+mn-ea"/>
              </a:rPr>
              <a:t>3.</a:t>
            </a:r>
            <a:r>
              <a:rPr kumimoji="0" lang="zh-CN" altLang="en-US" sz="9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宋体" panose="02010600030101010101" pitchFamily="2" charset="-122"/>
                <a:sym typeface="+mn-ea"/>
              </a:rPr>
              <a:t>将捧着水滴的双手剪下（此步骤建议由教师完成）</a:t>
            </a:r>
          </a:p>
        </p:txBody>
      </p:sp>
      <p:sp>
        <p:nvSpPr>
          <p:cNvPr id="15" name="文本框 14">
            <a:extLst>
              <a:ext uri="{FF2B5EF4-FFF2-40B4-BE49-F238E27FC236}">
                <a16:creationId xmlns:a16="http://schemas.microsoft.com/office/drawing/2014/main" id="{DBE8A8DE-4C39-29CE-6AA0-06C6D7611647}"/>
              </a:ext>
            </a:extLst>
          </p:cNvPr>
          <p:cNvSpPr txBox="1"/>
          <p:nvPr/>
        </p:nvSpPr>
        <p:spPr>
          <a:xfrm>
            <a:off x="2088357" y="4321492"/>
            <a:ext cx="1946434" cy="246862"/>
          </a:xfrm>
          <a:prstGeom prst="rect">
            <a:avLst/>
          </a:prstGeom>
          <a:noFill/>
        </p:spPr>
        <p:txBody>
          <a:bodyPr wrap="square" rtlCol="0" anchor="t">
            <a:spAutoFit/>
          </a:bodyPr>
          <a:lstStyle/>
          <a:p>
            <a:pPr marL="0" marR="0" lvl="0" indent="0" algn="ctr" defTabSz="685800" rtl="0" eaLnBrk="1" fontAlgn="base" latinLnBrk="0" hangingPunct="1">
              <a:lnSpc>
                <a:spcPct val="130000"/>
              </a:lnSpc>
              <a:spcBef>
                <a:spcPct val="0"/>
              </a:spcBef>
              <a:spcAft>
                <a:spcPct val="0"/>
              </a:spcAft>
              <a:buClrTx/>
              <a:buSzTx/>
              <a:buFontTx/>
              <a:buNone/>
              <a:tabLst/>
              <a:defRPr/>
            </a:pPr>
            <a:r>
              <a:rPr kumimoji="0" lang="en-US" sz="9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宋体" panose="02010600030101010101" pitchFamily="2" charset="-122"/>
                <a:sym typeface="+mn-ea"/>
              </a:rPr>
              <a:t>4.</a:t>
            </a:r>
            <a:r>
              <a:rPr kumimoji="0" lang="zh-CN" altLang="en-US" sz="9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宋体" panose="02010600030101010101" pitchFamily="2" charset="-122"/>
                <a:sym typeface="+mn-ea"/>
              </a:rPr>
              <a:t>将手贴在底板中</a:t>
            </a:r>
          </a:p>
        </p:txBody>
      </p:sp>
      <p:sp>
        <p:nvSpPr>
          <p:cNvPr id="16" name="文本框 15">
            <a:extLst>
              <a:ext uri="{FF2B5EF4-FFF2-40B4-BE49-F238E27FC236}">
                <a16:creationId xmlns:a16="http://schemas.microsoft.com/office/drawing/2014/main" id="{9704F0BC-C164-4D21-83E0-E0940982A563}"/>
              </a:ext>
            </a:extLst>
          </p:cNvPr>
          <p:cNvSpPr txBox="1"/>
          <p:nvPr/>
        </p:nvSpPr>
        <p:spPr>
          <a:xfrm>
            <a:off x="5110163" y="4321492"/>
            <a:ext cx="1946434" cy="246862"/>
          </a:xfrm>
          <a:prstGeom prst="rect">
            <a:avLst/>
          </a:prstGeom>
          <a:noFill/>
        </p:spPr>
        <p:txBody>
          <a:bodyPr wrap="square" rtlCol="0" anchor="t">
            <a:spAutoFit/>
          </a:bodyPr>
          <a:lstStyle/>
          <a:p>
            <a:pPr marL="0" marR="0" lvl="0" indent="0" algn="ctr" defTabSz="685800" rtl="0" eaLnBrk="1" fontAlgn="base" latinLnBrk="0" hangingPunct="1">
              <a:lnSpc>
                <a:spcPct val="130000"/>
              </a:lnSpc>
              <a:spcBef>
                <a:spcPct val="0"/>
              </a:spcBef>
              <a:spcAft>
                <a:spcPct val="0"/>
              </a:spcAft>
              <a:buClrTx/>
              <a:buSzTx/>
              <a:buFontTx/>
              <a:buNone/>
              <a:tabLst/>
              <a:defRPr/>
            </a:pPr>
            <a:r>
              <a:rPr kumimoji="0" lang="en-US" sz="9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宋体" panose="02010600030101010101" pitchFamily="2" charset="-122"/>
                <a:sym typeface="+mn-ea"/>
              </a:rPr>
              <a:t>5.</a:t>
            </a:r>
            <a:r>
              <a:rPr kumimoji="0" lang="zh-CN" altLang="en-US" sz="9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宋体" panose="02010600030101010101" pitchFamily="2" charset="-122"/>
                <a:sym typeface="+mn-ea"/>
              </a:rPr>
              <a:t>漂亮的水资源贴画完成啦</a:t>
            </a:r>
          </a:p>
        </p:txBody>
      </p:sp>
      <p:sp>
        <p:nvSpPr>
          <p:cNvPr id="13" name="圆角矩形 12">
            <a:extLst>
              <a:ext uri="{FF2B5EF4-FFF2-40B4-BE49-F238E27FC236}">
                <a16:creationId xmlns:a16="http://schemas.microsoft.com/office/drawing/2014/main" id="{31BDE2C6-C2C1-4EB5-6BCA-3921989DADF9}"/>
              </a:ext>
            </a:extLst>
          </p:cNvPr>
          <p:cNvSpPr/>
          <p:nvPr/>
        </p:nvSpPr>
        <p:spPr>
          <a:xfrm>
            <a:off x="358140" y="623888"/>
            <a:ext cx="2641759" cy="1754981"/>
          </a:xfrm>
          <a:prstGeom prst="roundRect">
            <a:avLst/>
          </a:prstGeom>
          <a:solidFill>
            <a:schemeClr val="bg1"/>
          </a:solidFill>
          <a:ln>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base" latinLnBrk="0" hangingPunct="1">
              <a:lnSpc>
                <a:spcPct val="150000"/>
              </a:lnSpc>
              <a:spcBef>
                <a:spcPct val="0"/>
              </a:spcBef>
              <a:spcAft>
                <a:spcPct val="0"/>
              </a:spcAft>
              <a:buClrTx/>
              <a:buSzTx/>
              <a:buFontTx/>
              <a:buNone/>
              <a:tabLst/>
              <a:defRPr/>
            </a:pPr>
            <a:endParaRPr kumimoji="0" lang="en-US" altLang="zh-CN" sz="18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mn-cs"/>
            </a:endParaRPr>
          </a:p>
          <a:p>
            <a:pPr marL="0" marR="0" lvl="0" indent="0" algn="ctr" defTabSz="685800" rtl="0" eaLnBrk="1" fontAlgn="base" latinLnBrk="0" hangingPunct="1">
              <a:lnSpc>
                <a:spcPct val="150000"/>
              </a:lnSpc>
              <a:spcBef>
                <a:spcPct val="0"/>
              </a:spcBef>
              <a:spcAft>
                <a:spcPct val="0"/>
              </a:spcAft>
              <a:buClrTx/>
              <a:buSzTx/>
              <a:buFontTx/>
              <a:buNone/>
              <a:tabLst/>
              <a:defRPr/>
            </a:pPr>
            <a:endParaRPr kumimoji="0" lang="en-US" altLang="zh-CN" sz="18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mn-cs"/>
            </a:endParaRPr>
          </a:p>
          <a:p>
            <a:pPr marL="0" marR="0" lvl="0" indent="0" algn="ctr" defTabSz="685800" rtl="0" eaLnBrk="1" fontAlgn="base" latinLnBrk="0" hangingPunct="1">
              <a:lnSpc>
                <a:spcPct val="150000"/>
              </a:lnSpc>
              <a:spcBef>
                <a:spcPct val="0"/>
              </a:spcBef>
              <a:spcAft>
                <a:spcPct val="0"/>
              </a:spcAft>
              <a:buClrTx/>
              <a:buSzTx/>
              <a:buFontTx/>
              <a:buNone/>
              <a:tabLst/>
              <a:defRPr/>
            </a:pPr>
            <a:endParaRPr kumimoji="0" lang="en-US" altLang="zh-CN" sz="18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mn-cs"/>
            </a:endParaRPr>
          </a:p>
          <a:p>
            <a:pPr marL="0" marR="0" lvl="0" indent="0" algn="ctr" defTabSz="685800" rtl="0" eaLnBrk="1" fontAlgn="base" latinLnBrk="0" hangingPunct="1">
              <a:lnSpc>
                <a:spcPct val="150000"/>
              </a:lnSpc>
              <a:spcBef>
                <a:spcPct val="0"/>
              </a:spcBef>
              <a:spcAft>
                <a:spcPct val="0"/>
              </a:spcAft>
              <a:buClrTx/>
              <a:buSzTx/>
              <a:buFontTx/>
              <a:buNone/>
              <a:tabLst/>
              <a:defRPr/>
            </a:pPr>
            <a:r>
              <a:rPr kumimoji="0" lang="en-US" altLang="zh-CN" sz="18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mn-cs"/>
              </a:rPr>
              <a:t>1</a:t>
            </a:r>
          </a:p>
        </p:txBody>
      </p:sp>
      <p:sp>
        <p:nvSpPr>
          <p:cNvPr id="17" name="圆角矩形 16">
            <a:extLst>
              <a:ext uri="{FF2B5EF4-FFF2-40B4-BE49-F238E27FC236}">
                <a16:creationId xmlns:a16="http://schemas.microsoft.com/office/drawing/2014/main" id="{A572BB4E-8E88-5BD2-DC2E-807DB38ACC25}"/>
              </a:ext>
            </a:extLst>
          </p:cNvPr>
          <p:cNvSpPr/>
          <p:nvPr/>
        </p:nvSpPr>
        <p:spPr>
          <a:xfrm>
            <a:off x="3274695" y="623888"/>
            <a:ext cx="2641759" cy="1754981"/>
          </a:xfrm>
          <a:prstGeom prst="roundRect">
            <a:avLst/>
          </a:prstGeom>
          <a:solidFill>
            <a:schemeClr val="bg1"/>
          </a:solidFill>
          <a:ln>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base" latinLnBrk="0" hangingPunct="1">
              <a:lnSpc>
                <a:spcPct val="150000"/>
              </a:lnSpc>
              <a:spcBef>
                <a:spcPct val="0"/>
              </a:spcBef>
              <a:spcAft>
                <a:spcPct val="0"/>
              </a:spcAft>
              <a:buClrTx/>
              <a:buSzTx/>
              <a:buFontTx/>
              <a:buNone/>
              <a:tabLst/>
              <a:defRPr/>
            </a:pPr>
            <a:endParaRPr kumimoji="0" lang="en-US" altLang="zh-CN" sz="18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mn-cs"/>
              <a:sym typeface="+mn-ea"/>
            </a:endParaRPr>
          </a:p>
          <a:p>
            <a:pPr marL="0" marR="0" lvl="0" indent="0" algn="ctr" defTabSz="685800" rtl="0" eaLnBrk="1" fontAlgn="base" latinLnBrk="0" hangingPunct="1">
              <a:lnSpc>
                <a:spcPct val="150000"/>
              </a:lnSpc>
              <a:spcBef>
                <a:spcPct val="0"/>
              </a:spcBef>
              <a:spcAft>
                <a:spcPct val="0"/>
              </a:spcAft>
              <a:buClrTx/>
              <a:buSzTx/>
              <a:buFontTx/>
              <a:buNone/>
              <a:tabLst/>
              <a:defRPr/>
            </a:pPr>
            <a:endParaRPr kumimoji="0" lang="en-US" altLang="zh-CN" sz="18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mn-cs"/>
              <a:sym typeface="+mn-ea"/>
            </a:endParaRPr>
          </a:p>
          <a:p>
            <a:pPr marL="0" marR="0" lvl="0" indent="0" algn="ctr" defTabSz="685800" rtl="0" eaLnBrk="1" fontAlgn="base" latinLnBrk="0" hangingPunct="1">
              <a:lnSpc>
                <a:spcPct val="150000"/>
              </a:lnSpc>
              <a:spcBef>
                <a:spcPct val="0"/>
              </a:spcBef>
              <a:spcAft>
                <a:spcPct val="0"/>
              </a:spcAft>
              <a:buClrTx/>
              <a:buSzTx/>
              <a:buFontTx/>
              <a:buNone/>
              <a:tabLst/>
              <a:defRPr/>
            </a:pPr>
            <a:endParaRPr kumimoji="0" lang="en-US" altLang="zh-CN" sz="18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mn-cs"/>
              <a:sym typeface="+mn-ea"/>
            </a:endParaRPr>
          </a:p>
          <a:p>
            <a:pPr marL="0" marR="0" lvl="0" indent="0" algn="ctr" defTabSz="685800" rtl="0" eaLnBrk="1" fontAlgn="base" latinLnBrk="0" hangingPunct="1">
              <a:lnSpc>
                <a:spcPct val="150000"/>
              </a:lnSpc>
              <a:spcBef>
                <a:spcPct val="0"/>
              </a:spcBef>
              <a:spcAft>
                <a:spcPct val="0"/>
              </a:spcAft>
              <a:buClrTx/>
              <a:buSzTx/>
              <a:buFontTx/>
              <a:buNone/>
              <a:tabLst/>
              <a:defRPr/>
            </a:pPr>
            <a:r>
              <a:rPr kumimoji="0" lang="en-US" altLang="zh-CN" sz="18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mn-cs"/>
                <a:sym typeface="+mn-ea"/>
              </a:rPr>
              <a:t>2</a:t>
            </a:r>
            <a:endParaRPr kumimoji="0" lang="zh-CN" altLang="en-US" sz="1800" b="0" i="0" u="none" strike="noStrike" kern="1200" cap="none" spc="0" normalizeH="0" baseline="0" noProof="0">
              <a:ln>
                <a:noFill/>
              </a:ln>
              <a:solidFill>
                <a:srgbClr val="000000"/>
              </a:solidFill>
              <a:effectLst/>
              <a:uLnTx/>
              <a:uFillTx/>
              <a:latin typeface="黑体" panose="02010609060101010101" charset="-122"/>
              <a:ea typeface="黑体" panose="02010609060101010101" charset="-122"/>
              <a:cs typeface="+mn-cs"/>
            </a:endParaRPr>
          </a:p>
        </p:txBody>
      </p:sp>
      <p:sp>
        <p:nvSpPr>
          <p:cNvPr id="18" name="圆角矩形 17">
            <a:extLst>
              <a:ext uri="{FF2B5EF4-FFF2-40B4-BE49-F238E27FC236}">
                <a16:creationId xmlns:a16="http://schemas.microsoft.com/office/drawing/2014/main" id="{02B16F65-559F-C99F-7D14-9EC7269DB270}"/>
              </a:ext>
            </a:extLst>
          </p:cNvPr>
          <p:cNvSpPr/>
          <p:nvPr/>
        </p:nvSpPr>
        <p:spPr>
          <a:xfrm>
            <a:off x="6178392" y="627698"/>
            <a:ext cx="2641759" cy="1754981"/>
          </a:xfrm>
          <a:prstGeom prst="roundRect">
            <a:avLst/>
          </a:prstGeom>
          <a:solidFill>
            <a:schemeClr val="bg1"/>
          </a:solidFill>
          <a:ln>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base" latinLnBrk="0" hangingPunct="1">
              <a:lnSpc>
                <a:spcPct val="150000"/>
              </a:lnSpc>
              <a:spcBef>
                <a:spcPct val="0"/>
              </a:spcBef>
              <a:spcAft>
                <a:spcPct val="0"/>
              </a:spcAft>
              <a:buClrTx/>
              <a:buSzTx/>
              <a:buFontTx/>
              <a:buNone/>
              <a:tabLst/>
              <a:defRPr/>
            </a:pPr>
            <a:endParaRPr kumimoji="0" lang="en-US" altLang="zh-CN" sz="18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mn-cs"/>
              <a:sym typeface="+mn-ea"/>
            </a:endParaRPr>
          </a:p>
          <a:p>
            <a:pPr marL="0" marR="0" lvl="0" indent="0" algn="ctr" defTabSz="685800" rtl="0" eaLnBrk="1" fontAlgn="base" latinLnBrk="0" hangingPunct="1">
              <a:lnSpc>
                <a:spcPct val="150000"/>
              </a:lnSpc>
              <a:spcBef>
                <a:spcPct val="0"/>
              </a:spcBef>
              <a:spcAft>
                <a:spcPct val="0"/>
              </a:spcAft>
              <a:buClrTx/>
              <a:buSzTx/>
              <a:buFontTx/>
              <a:buNone/>
              <a:tabLst/>
              <a:defRPr/>
            </a:pPr>
            <a:endParaRPr kumimoji="0" lang="en-US" altLang="zh-CN" sz="18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mn-cs"/>
              <a:sym typeface="+mn-ea"/>
            </a:endParaRPr>
          </a:p>
          <a:p>
            <a:pPr marL="0" marR="0" lvl="0" indent="0" algn="ctr" defTabSz="685800" rtl="0" eaLnBrk="1" fontAlgn="base" latinLnBrk="0" hangingPunct="1">
              <a:lnSpc>
                <a:spcPct val="150000"/>
              </a:lnSpc>
              <a:spcBef>
                <a:spcPct val="0"/>
              </a:spcBef>
              <a:spcAft>
                <a:spcPct val="0"/>
              </a:spcAft>
              <a:buClrTx/>
              <a:buSzTx/>
              <a:buFontTx/>
              <a:buNone/>
              <a:tabLst/>
              <a:defRPr/>
            </a:pPr>
            <a:endParaRPr kumimoji="0" lang="en-US" altLang="zh-CN" sz="18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mn-cs"/>
              <a:sym typeface="+mn-ea"/>
            </a:endParaRPr>
          </a:p>
          <a:p>
            <a:pPr marL="0" marR="0" lvl="0" indent="0" algn="ctr" defTabSz="685800" rtl="0" eaLnBrk="1" fontAlgn="base" latinLnBrk="0" hangingPunct="1">
              <a:lnSpc>
                <a:spcPct val="150000"/>
              </a:lnSpc>
              <a:spcBef>
                <a:spcPct val="0"/>
              </a:spcBef>
              <a:spcAft>
                <a:spcPct val="0"/>
              </a:spcAft>
              <a:buClrTx/>
              <a:buSzTx/>
              <a:buFontTx/>
              <a:buNone/>
              <a:tabLst/>
              <a:defRPr/>
            </a:pPr>
            <a:r>
              <a:rPr kumimoji="0" lang="en-US" altLang="zh-CN" sz="18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mn-cs"/>
                <a:sym typeface="+mn-ea"/>
              </a:rPr>
              <a:t>3</a:t>
            </a:r>
            <a:endParaRPr kumimoji="0" lang="zh-CN" altLang="en-US" sz="1800" b="0" i="0" u="none" strike="noStrike" kern="1200" cap="none" spc="0" normalizeH="0" baseline="0" noProof="0">
              <a:ln>
                <a:noFill/>
              </a:ln>
              <a:solidFill>
                <a:srgbClr val="000000"/>
              </a:solidFill>
              <a:effectLst/>
              <a:uLnTx/>
              <a:uFillTx/>
              <a:latin typeface="黑体" panose="02010609060101010101" charset="-122"/>
              <a:ea typeface="黑体" panose="02010609060101010101" charset="-122"/>
              <a:cs typeface="+mn-cs"/>
            </a:endParaRPr>
          </a:p>
        </p:txBody>
      </p:sp>
      <p:sp>
        <p:nvSpPr>
          <p:cNvPr id="19" name="圆角矩形 18">
            <a:extLst>
              <a:ext uri="{FF2B5EF4-FFF2-40B4-BE49-F238E27FC236}">
                <a16:creationId xmlns:a16="http://schemas.microsoft.com/office/drawing/2014/main" id="{4C7910B3-9226-A5D7-AE6E-405ABA7C4F7B}"/>
              </a:ext>
            </a:extLst>
          </p:cNvPr>
          <p:cNvSpPr/>
          <p:nvPr/>
        </p:nvSpPr>
        <p:spPr>
          <a:xfrm>
            <a:off x="1744504" y="2604136"/>
            <a:ext cx="2641759" cy="1754981"/>
          </a:xfrm>
          <a:prstGeom prst="roundRect">
            <a:avLst/>
          </a:prstGeom>
          <a:solidFill>
            <a:schemeClr val="bg1"/>
          </a:solidFill>
          <a:ln>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base" latinLnBrk="0" hangingPunct="1">
              <a:lnSpc>
                <a:spcPct val="150000"/>
              </a:lnSpc>
              <a:spcBef>
                <a:spcPct val="0"/>
              </a:spcBef>
              <a:spcAft>
                <a:spcPct val="0"/>
              </a:spcAft>
              <a:buClrTx/>
              <a:buSzTx/>
              <a:buFontTx/>
              <a:buNone/>
              <a:tabLst/>
              <a:defRPr/>
            </a:pPr>
            <a:endParaRPr kumimoji="0" lang="en-US" altLang="zh-CN" sz="18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mn-cs"/>
              <a:sym typeface="+mn-ea"/>
            </a:endParaRPr>
          </a:p>
          <a:p>
            <a:pPr marL="0" marR="0" lvl="0" indent="0" algn="ctr" defTabSz="685800" rtl="0" eaLnBrk="1" fontAlgn="base" latinLnBrk="0" hangingPunct="1">
              <a:lnSpc>
                <a:spcPct val="150000"/>
              </a:lnSpc>
              <a:spcBef>
                <a:spcPct val="0"/>
              </a:spcBef>
              <a:spcAft>
                <a:spcPct val="0"/>
              </a:spcAft>
              <a:buClrTx/>
              <a:buSzTx/>
              <a:buFontTx/>
              <a:buNone/>
              <a:tabLst/>
              <a:defRPr/>
            </a:pPr>
            <a:endParaRPr kumimoji="0" lang="en-US" altLang="zh-CN" sz="18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mn-cs"/>
              <a:sym typeface="+mn-ea"/>
            </a:endParaRPr>
          </a:p>
          <a:p>
            <a:pPr marL="0" marR="0" lvl="0" indent="0" algn="ctr" defTabSz="685800" rtl="0" eaLnBrk="1" fontAlgn="base" latinLnBrk="0" hangingPunct="1">
              <a:lnSpc>
                <a:spcPct val="150000"/>
              </a:lnSpc>
              <a:spcBef>
                <a:spcPct val="0"/>
              </a:spcBef>
              <a:spcAft>
                <a:spcPct val="0"/>
              </a:spcAft>
              <a:buClrTx/>
              <a:buSzTx/>
              <a:buFontTx/>
              <a:buNone/>
              <a:tabLst/>
              <a:defRPr/>
            </a:pPr>
            <a:endParaRPr kumimoji="0" lang="en-US" altLang="zh-CN" sz="18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mn-cs"/>
              <a:sym typeface="+mn-ea"/>
            </a:endParaRPr>
          </a:p>
          <a:p>
            <a:pPr marL="0" marR="0" lvl="0" indent="0" algn="ctr" defTabSz="685800" rtl="0" eaLnBrk="1" fontAlgn="base" latinLnBrk="0" hangingPunct="1">
              <a:lnSpc>
                <a:spcPct val="150000"/>
              </a:lnSpc>
              <a:spcBef>
                <a:spcPct val="0"/>
              </a:spcBef>
              <a:spcAft>
                <a:spcPct val="0"/>
              </a:spcAft>
              <a:buClrTx/>
              <a:buSzTx/>
              <a:buFontTx/>
              <a:buNone/>
              <a:tabLst/>
              <a:defRPr/>
            </a:pPr>
            <a:r>
              <a:rPr kumimoji="0" lang="en-US" altLang="zh-CN" sz="18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mn-cs"/>
                <a:sym typeface="+mn-ea"/>
              </a:rPr>
              <a:t>4</a:t>
            </a:r>
            <a:endParaRPr kumimoji="0" lang="zh-CN" altLang="en-US" sz="1800" b="0" i="0" u="none" strike="noStrike" kern="1200" cap="none" spc="0" normalizeH="0" baseline="0" noProof="0">
              <a:ln>
                <a:noFill/>
              </a:ln>
              <a:solidFill>
                <a:srgbClr val="000000"/>
              </a:solidFill>
              <a:effectLst/>
              <a:uLnTx/>
              <a:uFillTx/>
              <a:latin typeface="黑体" panose="02010609060101010101" charset="-122"/>
              <a:ea typeface="黑体" panose="02010609060101010101" charset="-122"/>
              <a:cs typeface="+mn-cs"/>
            </a:endParaRPr>
          </a:p>
        </p:txBody>
      </p:sp>
      <p:sp>
        <p:nvSpPr>
          <p:cNvPr id="20" name="圆角矩形 19">
            <a:extLst>
              <a:ext uri="{FF2B5EF4-FFF2-40B4-BE49-F238E27FC236}">
                <a16:creationId xmlns:a16="http://schemas.microsoft.com/office/drawing/2014/main" id="{7FFF2839-17A9-86C9-EFB0-FF53424A3E3B}"/>
              </a:ext>
            </a:extLst>
          </p:cNvPr>
          <p:cNvSpPr/>
          <p:nvPr/>
        </p:nvSpPr>
        <p:spPr>
          <a:xfrm>
            <a:off x="4768692" y="2604136"/>
            <a:ext cx="2641759" cy="1754981"/>
          </a:xfrm>
          <a:prstGeom prst="roundRect">
            <a:avLst/>
          </a:prstGeom>
          <a:solidFill>
            <a:schemeClr val="bg1"/>
          </a:solidFill>
          <a:ln>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base" latinLnBrk="0" hangingPunct="1">
              <a:lnSpc>
                <a:spcPct val="150000"/>
              </a:lnSpc>
              <a:spcBef>
                <a:spcPct val="0"/>
              </a:spcBef>
              <a:spcAft>
                <a:spcPct val="0"/>
              </a:spcAft>
              <a:buClrTx/>
              <a:buSzTx/>
              <a:buFontTx/>
              <a:buNone/>
              <a:tabLst/>
              <a:defRPr/>
            </a:pPr>
            <a:endParaRPr kumimoji="0" lang="en-US" altLang="zh-CN" sz="18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mn-cs"/>
              <a:sym typeface="+mn-ea"/>
            </a:endParaRPr>
          </a:p>
          <a:p>
            <a:pPr marL="0" marR="0" lvl="0" indent="0" algn="ctr" defTabSz="685800" rtl="0" eaLnBrk="1" fontAlgn="base" latinLnBrk="0" hangingPunct="1">
              <a:lnSpc>
                <a:spcPct val="150000"/>
              </a:lnSpc>
              <a:spcBef>
                <a:spcPct val="0"/>
              </a:spcBef>
              <a:spcAft>
                <a:spcPct val="0"/>
              </a:spcAft>
              <a:buClrTx/>
              <a:buSzTx/>
              <a:buFontTx/>
              <a:buNone/>
              <a:tabLst/>
              <a:defRPr/>
            </a:pPr>
            <a:endParaRPr kumimoji="0" lang="en-US" altLang="zh-CN" sz="18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mn-cs"/>
              <a:sym typeface="+mn-ea"/>
            </a:endParaRPr>
          </a:p>
          <a:p>
            <a:pPr marL="0" marR="0" lvl="0" indent="0" algn="ctr" defTabSz="685800" rtl="0" eaLnBrk="1" fontAlgn="base" latinLnBrk="0" hangingPunct="1">
              <a:lnSpc>
                <a:spcPct val="150000"/>
              </a:lnSpc>
              <a:spcBef>
                <a:spcPct val="0"/>
              </a:spcBef>
              <a:spcAft>
                <a:spcPct val="0"/>
              </a:spcAft>
              <a:buClrTx/>
              <a:buSzTx/>
              <a:buFontTx/>
              <a:buNone/>
              <a:tabLst/>
              <a:defRPr/>
            </a:pPr>
            <a:endParaRPr kumimoji="0" lang="en-US" altLang="zh-CN" sz="18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mn-cs"/>
              <a:sym typeface="+mn-ea"/>
            </a:endParaRPr>
          </a:p>
          <a:p>
            <a:pPr marL="0" marR="0" lvl="0" indent="0" algn="ctr" defTabSz="685800" rtl="0" eaLnBrk="1" fontAlgn="base" latinLnBrk="0" hangingPunct="1">
              <a:lnSpc>
                <a:spcPct val="150000"/>
              </a:lnSpc>
              <a:spcBef>
                <a:spcPct val="0"/>
              </a:spcBef>
              <a:spcAft>
                <a:spcPct val="0"/>
              </a:spcAft>
              <a:buClrTx/>
              <a:buSzTx/>
              <a:buFontTx/>
              <a:buNone/>
              <a:tabLst/>
              <a:defRPr/>
            </a:pPr>
            <a:r>
              <a:rPr kumimoji="0" lang="en-US" altLang="zh-CN" sz="18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mn-cs"/>
                <a:sym typeface="+mn-ea"/>
              </a:rPr>
              <a:t>5</a:t>
            </a:r>
            <a:endParaRPr kumimoji="0" lang="en-US" altLang="zh-CN" sz="1800" b="0" i="0" u="none" strike="noStrike" kern="1200" cap="none" spc="0" normalizeH="0" baseline="0" noProof="0">
              <a:ln>
                <a:noFill/>
              </a:ln>
              <a:solidFill>
                <a:srgbClr val="000000"/>
              </a:solidFill>
              <a:effectLst/>
              <a:uLnTx/>
              <a:uFillTx/>
              <a:latin typeface="黑体" panose="02010609060101010101" charset="-122"/>
              <a:ea typeface="黑体" panose="02010609060101010101" charset="-122"/>
              <a:cs typeface="+mn-cs"/>
            </a:endParaRPr>
          </a:p>
        </p:txBody>
      </p:sp>
      <p:pic>
        <p:nvPicPr>
          <p:cNvPr id="22" name="图片 21" descr="通用页背景">
            <a:extLst>
              <a:ext uri="{FF2B5EF4-FFF2-40B4-BE49-F238E27FC236}">
                <a16:creationId xmlns:a16="http://schemas.microsoft.com/office/drawing/2014/main" id="{35A67720-315E-E897-D737-88818DA31810}"/>
              </a:ext>
            </a:extLst>
          </p:cNvPr>
          <p:cNvPicPr>
            <a:picLocks noChangeAspect="1"/>
          </p:cNvPicPr>
          <p:nvPr/>
        </p:nvPicPr>
        <p:blipFill>
          <a:blip r:embed="rId3"/>
          <a:stretch>
            <a:fillRect/>
          </a:stretch>
        </p:blipFill>
        <p:spPr>
          <a:xfrm>
            <a:off x="0" y="0"/>
            <a:ext cx="9144000" cy="5143500"/>
          </a:xfrm>
          <a:prstGeom prst="rect">
            <a:avLst/>
          </a:prstGeom>
        </p:spPr>
      </p:pic>
      <p:sp>
        <p:nvSpPr>
          <p:cNvPr id="10" name="文本框 9">
            <a:extLst>
              <a:ext uri="{FF2B5EF4-FFF2-40B4-BE49-F238E27FC236}">
                <a16:creationId xmlns:a16="http://schemas.microsoft.com/office/drawing/2014/main" id="{63A6078B-AF98-E40D-CE76-87D07C09212D}"/>
              </a:ext>
            </a:extLst>
          </p:cNvPr>
          <p:cNvSpPr txBox="1"/>
          <p:nvPr/>
        </p:nvSpPr>
        <p:spPr>
          <a:xfrm>
            <a:off x="1210628" y="4732020"/>
            <a:ext cx="6722745" cy="246862"/>
          </a:xfrm>
          <a:prstGeom prst="rect">
            <a:avLst/>
          </a:prstGeom>
          <a:noFill/>
        </p:spPr>
        <p:txBody>
          <a:bodyPr wrap="square" rtlCol="0" anchor="t">
            <a:spAutoFit/>
          </a:bodyPr>
          <a:lstStyle/>
          <a:p>
            <a:pPr marL="0" marR="0" lvl="0" indent="0" algn="ctr" defTabSz="685800" rtl="0" eaLnBrk="1" fontAlgn="base" latinLnBrk="0" hangingPunct="1">
              <a:lnSpc>
                <a:spcPct val="130000"/>
              </a:lnSpc>
              <a:spcBef>
                <a:spcPct val="0"/>
              </a:spcBef>
              <a:spcAft>
                <a:spcPct val="0"/>
              </a:spcAft>
              <a:buClrTx/>
              <a:buSzTx/>
              <a:buFontTx/>
              <a:buNone/>
              <a:tabLst/>
              <a:defRPr/>
            </a:pPr>
            <a:r>
              <a:rPr kumimoji="0" sz="900" b="0" i="0" u="none" strike="noStrike" kern="1200" cap="none" spc="0" normalizeH="0" baseline="0" noProof="0">
                <a:ln>
                  <a:noFill/>
                </a:ln>
                <a:solidFill>
                  <a:srgbClr val="3FA74E"/>
                </a:solidFill>
                <a:effectLst/>
                <a:uLnTx/>
                <a:uFillTx/>
                <a:latin typeface="黑体" panose="02010609060101010101" charset="-122"/>
                <a:ea typeface="黑体" panose="02010609060101010101" charset="-122"/>
                <a:cs typeface="宋体" panose="02010600030101010101" pitchFamily="2" charset="-122"/>
                <a:sym typeface="+mn-ea"/>
              </a:rPr>
              <a:t>要怎么制作漂亮的水资源贴画呢？</a:t>
            </a:r>
          </a:p>
        </p:txBody>
      </p:sp>
      <p:sp>
        <p:nvSpPr>
          <p:cNvPr id="5" name="圆角矩形 4">
            <a:extLst>
              <a:ext uri="{FF2B5EF4-FFF2-40B4-BE49-F238E27FC236}">
                <a16:creationId xmlns:a16="http://schemas.microsoft.com/office/drawing/2014/main" id="{189FADC8-58A4-3787-97E7-E23E12C6597A}"/>
              </a:ext>
            </a:extLst>
          </p:cNvPr>
          <p:cNvSpPr/>
          <p:nvPr/>
        </p:nvSpPr>
        <p:spPr>
          <a:xfrm>
            <a:off x="487204" y="218122"/>
            <a:ext cx="2061686" cy="294323"/>
          </a:xfrm>
          <a:prstGeom prst="roundRect">
            <a:avLst/>
          </a:prstGeom>
          <a:solidFill>
            <a:srgbClr val="A4E3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685800" rtl="0" eaLnBrk="1" fontAlgn="base" latinLnBrk="0" hangingPunct="1">
              <a:lnSpc>
                <a:spcPct val="100000"/>
              </a:lnSpc>
              <a:spcBef>
                <a:spcPct val="0"/>
              </a:spcBef>
              <a:spcAft>
                <a:spcPct val="0"/>
              </a:spcAft>
              <a:buClrTx/>
              <a:buSzTx/>
              <a:buFontTx/>
              <a:buNone/>
              <a:tabLst/>
              <a:defRPr/>
            </a:pPr>
            <a:r>
              <a:rPr kumimoji="0" lang="zh-CN" altLang="en-US" sz="1050" b="0" i="0" u="none" strike="noStrike" kern="1200" cap="none" spc="0" normalizeH="0" baseline="0" noProof="0">
                <a:ln>
                  <a:noFill/>
                </a:ln>
                <a:solidFill>
                  <a:srgbClr val="2C8F79"/>
                </a:solidFill>
                <a:effectLst/>
                <a:uLnTx/>
                <a:uFillTx/>
                <a:latin typeface="黑体" panose="02010609060101010101" charset="-122"/>
                <a:ea typeface="黑体" panose="02010609060101010101" charset="-122"/>
                <a:cs typeface="+mn-cs"/>
                <a:sym typeface="+mn-ea"/>
              </a:rPr>
              <a:t>连续点击屏幕，展示制作步骤</a:t>
            </a:r>
          </a:p>
        </p:txBody>
      </p:sp>
      <p:pic>
        <p:nvPicPr>
          <p:cNvPr id="6" name="图片 5" descr="C:\Users\Administrator\Desktop\奇奇头\9.png9">
            <a:extLst>
              <a:ext uri="{FF2B5EF4-FFF2-40B4-BE49-F238E27FC236}">
                <a16:creationId xmlns:a16="http://schemas.microsoft.com/office/drawing/2014/main" id="{46530162-3B37-CA4B-F21F-30401867AD30}"/>
              </a:ext>
            </a:extLst>
          </p:cNvPr>
          <p:cNvPicPr>
            <a:picLocks noChangeAspect="1"/>
          </p:cNvPicPr>
          <p:nvPr/>
        </p:nvPicPr>
        <p:blipFill>
          <a:blip r:embed="rId9"/>
          <a:srcRect/>
          <a:stretch>
            <a:fillRect/>
          </a:stretch>
        </p:blipFill>
        <p:spPr>
          <a:xfrm>
            <a:off x="143827" y="95251"/>
            <a:ext cx="511493" cy="488156"/>
          </a:xfrm>
          <a:prstGeom prst="rect">
            <a:avLst/>
          </a:prstGeom>
        </p:spPr>
      </p:pic>
      <p:grpSp>
        <p:nvGrpSpPr>
          <p:cNvPr id="25" name="组合 1">
            <a:extLst>
              <a:ext uri="{FF2B5EF4-FFF2-40B4-BE49-F238E27FC236}">
                <a16:creationId xmlns:a16="http://schemas.microsoft.com/office/drawing/2014/main" id="{CD97AB4B-1304-60FF-F7BD-BF358E50436A}"/>
              </a:ext>
            </a:extLst>
          </p:cNvPr>
          <p:cNvGrpSpPr/>
          <p:nvPr/>
        </p:nvGrpSpPr>
        <p:grpSpPr>
          <a:xfrm>
            <a:off x="1965008" y="720567"/>
            <a:ext cx="5248751" cy="3771900"/>
            <a:chOff x="4126" y="1513"/>
            <a:chExt cx="11021" cy="7920"/>
          </a:xfrm>
        </p:grpSpPr>
        <p:pic>
          <p:nvPicPr>
            <p:cNvPr id="23" name="图片 22" descr="\\10.1.1.22\视频事业部\幼儿园组\A 课件\14-热点+特色主题\2-节日纪念日课件\A0017 原创-社会美术-世界水日【燕烽】\01 课件资源包\课件资源\图片资源\实拍图\+logo\图片26.png图片26">
              <a:extLst>
                <a:ext uri="{FF2B5EF4-FFF2-40B4-BE49-F238E27FC236}">
                  <a16:creationId xmlns:a16="http://schemas.microsoft.com/office/drawing/2014/main" id="{13126EA2-5B57-0F01-60C8-8158A405AC90}"/>
                </a:ext>
              </a:extLst>
            </p:cNvPr>
            <p:cNvPicPr>
              <a:picLocks noChangeAspect="1"/>
            </p:cNvPicPr>
            <p:nvPr/>
          </p:nvPicPr>
          <p:blipFill>
            <a:blip r:embed="rId10"/>
            <a:srcRect/>
            <a:stretch>
              <a:fillRect/>
            </a:stretch>
          </p:blipFill>
          <p:spPr>
            <a:xfrm>
              <a:off x="4126" y="1513"/>
              <a:ext cx="11021" cy="7366"/>
            </a:xfrm>
            <a:prstGeom prst="roundRect">
              <a:avLst/>
            </a:prstGeom>
            <a:effectLst/>
          </p:spPr>
        </p:pic>
        <p:sp>
          <p:nvSpPr>
            <p:cNvPr id="24" name="文本框 23">
              <a:extLst>
                <a:ext uri="{FF2B5EF4-FFF2-40B4-BE49-F238E27FC236}">
                  <a16:creationId xmlns:a16="http://schemas.microsoft.com/office/drawing/2014/main" id="{BCB5DD1E-998C-CC51-3199-D38B88E27352}"/>
                </a:ext>
              </a:extLst>
            </p:cNvPr>
            <p:cNvSpPr txBox="1"/>
            <p:nvPr/>
          </p:nvSpPr>
          <p:spPr>
            <a:xfrm>
              <a:off x="7553" y="8915"/>
              <a:ext cx="4087" cy="518"/>
            </a:xfrm>
            <a:prstGeom prst="rect">
              <a:avLst/>
            </a:prstGeom>
            <a:noFill/>
          </p:spPr>
          <p:txBody>
            <a:bodyPr wrap="square" rtlCol="0" anchor="t">
              <a:spAutoFit/>
            </a:bodyPr>
            <a:lstStyle/>
            <a:p>
              <a:pPr marL="0" marR="0" lvl="0" indent="0" algn="ctr" defTabSz="685800" rtl="0" eaLnBrk="1" fontAlgn="base" latinLnBrk="0" hangingPunct="1">
                <a:lnSpc>
                  <a:spcPct val="130000"/>
                </a:lnSpc>
                <a:spcBef>
                  <a:spcPct val="0"/>
                </a:spcBef>
                <a:spcAft>
                  <a:spcPct val="0"/>
                </a:spcAft>
                <a:buClrTx/>
                <a:buSzTx/>
                <a:buFontTx/>
                <a:buNone/>
                <a:tabLst/>
                <a:defRPr/>
              </a:pPr>
              <a:r>
                <a:rPr kumimoji="0" lang="en-US" altLang="zh-CN" sz="9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宋体" panose="02010600030101010101" pitchFamily="2" charset="-122"/>
                  <a:sym typeface="+mn-ea"/>
                </a:rPr>
                <a:t>1.</a:t>
              </a:r>
              <a:r>
                <a:rPr kumimoji="0" lang="zh-CN" altLang="en-US" sz="9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宋体" panose="02010600030101010101" pitchFamily="2" charset="-122"/>
                  <a:sym typeface="+mn-ea"/>
                </a:rPr>
                <a:t>给</a:t>
              </a:r>
              <a:r>
                <a:rPr kumimoji="0" sz="9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宋体" panose="02010600030101010101" pitchFamily="2" charset="-122"/>
                  <a:sym typeface="+mn-ea"/>
                </a:rPr>
                <a:t>水滴和小手涂色</a:t>
              </a:r>
              <a:endParaRPr kumimoji="0" lang="zh-CN" altLang="zh-CN" sz="9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宋体" panose="02010600030101010101" pitchFamily="2" charset="-122"/>
                <a:sym typeface="+mn-ea"/>
              </a:endParaRPr>
            </a:p>
          </p:txBody>
        </p:sp>
      </p:grpSp>
      <p:grpSp>
        <p:nvGrpSpPr>
          <p:cNvPr id="28" name="组合 2">
            <a:extLst>
              <a:ext uri="{FF2B5EF4-FFF2-40B4-BE49-F238E27FC236}">
                <a16:creationId xmlns:a16="http://schemas.microsoft.com/office/drawing/2014/main" id="{5A93A9A4-E343-356E-3F97-24709763CA9F}"/>
              </a:ext>
            </a:extLst>
          </p:cNvPr>
          <p:cNvGrpSpPr/>
          <p:nvPr/>
        </p:nvGrpSpPr>
        <p:grpSpPr>
          <a:xfrm>
            <a:off x="1958340" y="711994"/>
            <a:ext cx="5255419" cy="3772376"/>
            <a:chOff x="4119" y="1512"/>
            <a:chExt cx="11035" cy="7921"/>
          </a:xfrm>
        </p:grpSpPr>
        <p:pic>
          <p:nvPicPr>
            <p:cNvPr id="26" name="图片 25" descr="\\10.1.1.22\视频事业部\幼儿园组\A 课件\14-热点+特色主题\2-节日纪念日课件\A0017 原创-社会美术-世界水日【燕烽】\01 课件资源包\课件资源\图片资源\实拍图\+logo\图片24.png图片24">
              <a:extLst>
                <a:ext uri="{FF2B5EF4-FFF2-40B4-BE49-F238E27FC236}">
                  <a16:creationId xmlns:a16="http://schemas.microsoft.com/office/drawing/2014/main" id="{E972E7F1-076C-ACB8-3743-603CC7CED965}"/>
                </a:ext>
              </a:extLst>
            </p:cNvPr>
            <p:cNvPicPr>
              <a:picLocks noChangeAspect="1"/>
            </p:cNvPicPr>
            <p:nvPr/>
          </p:nvPicPr>
          <p:blipFill>
            <a:blip r:embed="rId11"/>
            <a:srcRect/>
            <a:stretch>
              <a:fillRect/>
            </a:stretch>
          </p:blipFill>
          <p:spPr>
            <a:xfrm>
              <a:off x="4119" y="1512"/>
              <a:ext cx="11035" cy="7369"/>
            </a:xfrm>
            <a:prstGeom prst="roundRect">
              <a:avLst/>
            </a:prstGeom>
            <a:effectLst>
              <a:outerShdw blurRad="50800" dist="38100" dir="2700000" algn="tl" rotWithShape="0">
                <a:prstClr val="black">
                  <a:alpha val="40000"/>
                </a:prstClr>
              </a:outerShdw>
            </a:effectLst>
          </p:spPr>
        </p:pic>
        <p:sp>
          <p:nvSpPr>
            <p:cNvPr id="27" name="文本框 26">
              <a:extLst>
                <a:ext uri="{FF2B5EF4-FFF2-40B4-BE49-F238E27FC236}">
                  <a16:creationId xmlns:a16="http://schemas.microsoft.com/office/drawing/2014/main" id="{AEACBF44-E6A2-9880-BD71-19B087CD83B0}"/>
                </a:ext>
              </a:extLst>
            </p:cNvPr>
            <p:cNvSpPr txBox="1"/>
            <p:nvPr/>
          </p:nvSpPr>
          <p:spPr>
            <a:xfrm>
              <a:off x="7556" y="8915"/>
              <a:ext cx="4087" cy="518"/>
            </a:xfrm>
            <a:prstGeom prst="rect">
              <a:avLst/>
            </a:prstGeom>
            <a:noFill/>
          </p:spPr>
          <p:txBody>
            <a:bodyPr wrap="square" rtlCol="0" anchor="t">
              <a:spAutoFit/>
            </a:bodyPr>
            <a:lstStyle/>
            <a:p>
              <a:pPr marL="0" marR="0" lvl="0" indent="0" algn="ctr" defTabSz="685800" rtl="0" eaLnBrk="1" fontAlgn="base" latinLnBrk="0" hangingPunct="1">
                <a:lnSpc>
                  <a:spcPct val="130000"/>
                </a:lnSpc>
                <a:spcBef>
                  <a:spcPct val="0"/>
                </a:spcBef>
                <a:spcAft>
                  <a:spcPct val="0"/>
                </a:spcAft>
                <a:buClrTx/>
                <a:buSzTx/>
                <a:buFontTx/>
                <a:buNone/>
                <a:tabLst/>
                <a:defRPr/>
              </a:pPr>
              <a:r>
                <a:rPr kumimoji="0" lang="en-US" altLang="zh-CN" sz="9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宋体" panose="02010600030101010101" pitchFamily="2" charset="-122"/>
                  <a:sym typeface="+mn-ea"/>
                </a:rPr>
                <a:t>2.</a:t>
              </a:r>
              <a:r>
                <a:rPr kumimoji="0" lang="zh-CN" altLang="en-US" sz="9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宋体" panose="02010600030101010101" pitchFamily="2" charset="-122"/>
                  <a:sym typeface="+mn-ea"/>
                </a:rPr>
                <a:t>给小水滴添画表情</a:t>
              </a:r>
            </a:p>
          </p:txBody>
        </p:sp>
      </p:grpSp>
      <p:grpSp>
        <p:nvGrpSpPr>
          <p:cNvPr id="31" name="组合 3">
            <a:extLst>
              <a:ext uri="{FF2B5EF4-FFF2-40B4-BE49-F238E27FC236}">
                <a16:creationId xmlns:a16="http://schemas.microsoft.com/office/drawing/2014/main" id="{00AEE992-154A-12DA-696C-A540141ADE74}"/>
              </a:ext>
            </a:extLst>
          </p:cNvPr>
          <p:cNvGrpSpPr/>
          <p:nvPr/>
        </p:nvGrpSpPr>
        <p:grpSpPr>
          <a:xfrm>
            <a:off x="1958340" y="711994"/>
            <a:ext cx="5255419" cy="3946684"/>
            <a:chOff x="4043" y="1524"/>
            <a:chExt cx="11035" cy="8287"/>
          </a:xfrm>
        </p:grpSpPr>
        <p:pic>
          <p:nvPicPr>
            <p:cNvPr id="29" name="图片 28" descr="\\10.1.1.22\视频事业部\幼儿园组\A 课件\14-热点+特色主题\2-节日纪念日课件\A0017 原创-社会美术-世界水日【燕烽】\01 课件资源包\课件资源\图片资源\实拍图\+logo\图片23.png图片23">
              <a:extLst>
                <a:ext uri="{FF2B5EF4-FFF2-40B4-BE49-F238E27FC236}">
                  <a16:creationId xmlns:a16="http://schemas.microsoft.com/office/drawing/2014/main" id="{2D1F652D-117B-D41C-6DC3-A5A09AE506ED}"/>
                </a:ext>
              </a:extLst>
            </p:cNvPr>
            <p:cNvPicPr>
              <a:picLocks noChangeAspect="1"/>
            </p:cNvPicPr>
            <p:nvPr/>
          </p:nvPicPr>
          <p:blipFill>
            <a:blip r:embed="rId12"/>
            <a:srcRect/>
            <a:stretch>
              <a:fillRect/>
            </a:stretch>
          </p:blipFill>
          <p:spPr>
            <a:xfrm>
              <a:off x="4043" y="1524"/>
              <a:ext cx="11035" cy="7369"/>
            </a:xfrm>
            <a:prstGeom prst="roundRect">
              <a:avLst/>
            </a:prstGeom>
            <a:effectLst>
              <a:outerShdw blurRad="50800" dist="38100" dir="2700000" algn="tl" rotWithShape="0">
                <a:prstClr val="black">
                  <a:alpha val="40000"/>
                </a:prstClr>
              </a:outerShdw>
            </a:effectLst>
          </p:spPr>
        </p:pic>
        <p:sp>
          <p:nvSpPr>
            <p:cNvPr id="30" name="文本框 29">
              <a:extLst>
                <a:ext uri="{FF2B5EF4-FFF2-40B4-BE49-F238E27FC236}">
                  <a16:creationId xmlns:a16="http://schemas.microsoft.com/office/drawing/2014/main" id="{0803B730-B0DF-0300-B430-458E01FF5550}"/>
                </a:ext>
              </a:extLst>
            </p:cNvPr>
            <p:cNvSpPr txBox="1"/>
            <p:nvPr/>
          </p:nvSpPr>
          <p:spPr>
            <a:xfrm>
              <a:off x="6768" y="8915"/>
              <a:ext cx="5669" cy="896"/>
            </a:xfrm>
            <a:prstGeom prst="rect">
              <a:avLst/>
            </a:prstGeom>
            <a:noFill/>
          </p:spPr>
          <p:txBody>
            <a:bodyPr wrap="square" rtlCol="0" anchor="t">
              <a:spAutoFit/>
            </a:bodyPr>
            <a:lstStyle/>
            <a:p>
              <a:pPr marL="0" marR="0" lvl="0" indent="0" algn="ctr" defTabSz="685800" rtl="0" eaLnBrk="1" fontAlgn="base" latinLnBrk="0" hangingPunct="1">
                <a:lnSpc>
                  <a:spcPct val="130000"/>
                </a:lnSpc>
                <a:spcBef>
                  <a:spcPct val="0"/>
                </a:spcBef>
                <a:spcAft>
                  <a:spcPct val="0"/>
                </a:spcAft>
                <a:buClrTx/>
                <a:buSzTx/>
                <a:buFontTx/>
                <a:buNone/>
                <a:tabLst/>
                <a:defRPr/>
              </a:pPr>
              <a:r>
                <a:rPr kumimoji="0" lang="en-US" altLang="zh-CN" sz="9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宋体" panose="02010600030101010101" pitchFamily="2" charset="-122"/>
                  <a:sym typeface="+mn-ea"/>
                </a:rPr>
                <a:t>3.</a:t>
              </a:r>
              <a:r>
                <a:rPr kumimoji="0" lang="zh-CN" altLang="en-US" sz="9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宋体" panose="02010600030101010101" pitchFamily="2" charset="-122"/>
                  <a:sym typeface="+mn-ea"/>
                </a:rPr>
                <a:t>将捧着水滴的双手剪下（此步骤建议由教师完成）</a:t>
              </a:r>
            </a:p>
          </p:txBody>
        </p:sp>
      </p:grpSp>
      <p:grpSp>
        <p:nvGrpSpPr>
          <p:cNvPr id="34" name="组合 4">
            <a:extLst>
              <a:ext uri="{FF2B5EF4-FFF2-40B4-BE49-F238E27FC236}">
                <a16:creationId xmlns:a16="http://schemas.microsoft.com/office/drawing/2014/main" id="{5B50225D-DF4E-8A3A-9713-68855FE5A137}"/>
              </a:ext>
            </a:extLst>
          </p:cNvPr>
          <p:cNvGrpSpPr/>
          <p:nvPr/>
        </p:nvGrpSpPr>
        <p:grpSpPr>
          <a:xfrm>
            <a:off x="1958340" y="711994"/>
            <a:ext cx="5255419" cy="3767137"/>
            <a:chOff x="4085" y="1523"/>
            <a:chExt cx="11035" cy="7910"/>
          </a:xfrm>
        </p:grpSpPr>
        <p:pic>
          <p:nvPicPr>
            <p:cNvPr id="32" name="图片 31" descr="\\10.1.1.22\视频事业部\幼儿园组\A 课件\14-热点+特色主题\2-节日纪念日课件\A0017 原创-社会美术-世界水日【燕烽】\01 课件资源包\课件资源\图片资源\实拍图\+logo\图片22.png图片22">
              <a:extLst>
                <a:ext uri="{FF2B5EF4-FFF2-40B4-BE49-F238E27FC236}">
                  <a16:creationId xmlns:a16="http://schemas.microsoft.com/office/drawing/2014/main" id="{52CEEDB7-0D5A-6463-06B2-C3C6AA7C6A9A}"/>
                </a:ext>
              </a:extLst>
            </p:cNvPr>
            <p:cNvPicPr>
              <a:picLocks noChangeAspect="1"/>
            </p:cNvPicPr>
            <p:nvPr/>
          </p:nvPicPr>
          <p:blipFill>
            <a:blip r:embed="rId13"/>
            <a:srcRect/>
            <a:stretch>
              <a:fillRect/>
            </a:stretch>
          </p:blipFill>
          <p:spPr>
            <a:xfrm>
              <a:off x="4085" y="1523"/>
              <a:ext cx="11035" cy="7369"/>
            </a:xfrm>
            <a:prstGeom prst="roundRect">
              <a:avLst/>
            </a:prstGeom>
            <a:effectLst>
              <a:outerShdw blurRad="50800" dist="38100" dir="2700000" algn="tl" rotWithShape="0">
                <a:prstClr val="black">
                  <a:alpha val="40000"/>
                </a:prstClr>
              </a:outerShdw>
            </a:effectLst>
          </p:spPr>
        </p:pic>
        <p:sp>
          <p:nvSpPr>
            <p:cNvPr id="33" name="文本框 32">
              <a:extLst>
                <a:ext uri="{FF2B5EF4-FFF2-40B4-BE49-F238E27FC236}">
                  <a16:creationId xmlns:a16="http://schemas.microsoft.com/office/drawing/2014/main" id="{50612954-1E71-CC1E-6099-86F79E927C8E}"/>
                </a:ext>
              </a:extLst>
            </p:cNvPr>
            <p:cNvSpPr txBox="1"/>
            <p:nvPr/>
          </p:nvSpPr>
          <p:spPr>
            <a:xfrm>
              <a:off x="7556" y="8915"/>
              <a:ext cx="4087" cy="518"/>
            </a:xfrm>
            <a:prstGeom prst="rect">
              <a:avLst/>
            </a:prstGeom>
            <a:noFill/>
          </p:spPr>
          <p:txBody>
            <a:bodyPr wrap="square" rtlCol="0" anchor="t">
              <a:spAutoFit/>
            </a:bodyPr>
            <a:lstStyle/>
            <a:p>
              <a:pPr marL="0" marR="0" lvl="0" indent="0" algn="ctr" defTabSz="685800" rtl="0" eaLnBrk="1" fontAlgn="base" latinLnBrk="0" hangingPunct="1">
                <a:lnSpc>
                  <a:spcPct val="130000"/>
                </a:lnSpc>
                <a:spcBef>
                  <a:spcPct val="0"/>
                </a:spcBef>
                <a:spcAft>
                  <a:spcPct val="0"/>
                </a:spcAft>
                <a:buClrTx/>
                <a:buSzTx/>
                <a:buFontTx/>
                <a:buNone/>
                <a:tabLst/>
                <a:defRPr/>
              </a:pPr>
              <a:r>
                <a:rPr kumimoji="0" lang="en-US" sz="9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宋体" panose="02010600030101010101" pitchFamily="2" charset="-122"/>
                  <a:sym typeface="+mn-ea"/>
                </a:rPr>
                <a:t>4.</a:t>
              </a:r>
              <a:r>
                <a:rPr kumimoji="0" lang="zh-CN" altLang="en-US" sz="9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宋体" panose="02010600030101010101" pitchFamily="2" charset="-122"/>
                  <a:sym typeface="+mn-ea"/>
                </a:rPr>
                <a:t>将手贴在底板中</a:t>
              </a:r>
            </a:p>
          </p:txBody>
        </p:sp>
      </p:grpSp>
      <p:grpSp>
        <p:nvGrpSpPr>
          <p:cNvPr id="37" name="组合 5">
            <a:extLst>
              <a:ext uri="{FF2B5EF4-FFF2-40B4-BE49-F238E27FC236}">
                <a16:creationId xmlns:a16="http://schemas.microsoft.com/office/drawing/2014/main" id="{B097FCDF-9523-05D2-A23E-9C6DCB8FBD08}"/>
              </a:ext>
            </a:extLst>
          </p:cNvPr>
          <p:cNvGrpSpPr/>
          <p:nvPr/>
        </p:nvGrpSpPr>
        <p:grpSpPr>
          <a:xfrm>
            <a:off x="1979771" y="711994"/>
            <a:ext cx="5253990" cy="3789521"/>
            <a:chOff x="4121" y="1476"/>
            <a:chExt cx="11032" cy="7957"/>
          </a:xfrm>
        </p:grpSpPr>
        <p:pic>
          <p:nvPicPr>
            <p:cNvPr id="35" name="图片 34" descr="\\10.1.1.22\视频事业部\幼儿园组\A 课件\14-热点+特色主题\2-节日纪念日课件\A0017 原创-社会美术-世界水日【燕烽】\01 课件资源包\课件资源\图片资源\实拍图\+logo\图片12.png图片12">
              <a:extLst>
                <a:ext uri="{FF2B5EF4-FFF2-40B4-BE49-F238E27FC236}">
                  <a16:creationId xmlns:a16="http://schemas.microsoft.com/office/drawing/2014/main" id="{3F1A3C6F-E0F4-9B38-DA88-FAAD303FA951}"/>
                </a:ext>
              </a:extLst>
            </p:cNvPr>
            <p:cNvPicPr>
              <a:picLocks noChangeAspect="1"/>
            </p:cNvPicPr>
            <p:nvPr/>
          </p:nvPicPr>
          <p:blipFill>
            <a:blip r:embed="rId14"/>
            <a:srcRect/>
            <a:stretch>
              <a:fillRect/>
            </a:stretch>
          </p:blipFill>
          <p:spPr>
            <a:xfrm>
              <a:off x="4121" y="1476"/>
              <a:ext cx="11032" cy="7369"/>
            </a:xfrm>
            <a:prstGeom prst="roundRect">
              <a:avLst/>
            </a:prstGeom>
            <a:effectLst>
              <a:outerShdw blurRad="50800" dist="38100" dir="2700000" algn="tl" rotWithShape="0">
                <a:prstClr val="black">
                  <a:alpha val="40000"/>
                </a:prstClr>
              </a:outerShdw>
            </a:effectLst>
          </p:spPr>
        </p:pic>
        <p:sp>
          <p:nvSpPr>
            <p:cNvPr id="36" name="文本框 35">
              <a:extLst>
                <a:ext uri="{FF2B5EF4-FFF2-40B4-BE49-F238E27FC236}">
                  <a16:creationId xmlns:a16="http://schemas.microsoft.com/office/drawing/2014/main" id="{37B2ABBC-642C-FB35-9CD1-B1B01A72AF50}"/>
                </a:ext>
              </a:extLst>
            </p:cNvPr>
            <p:cNvSpPr txBox="1"/>
            <p:nvPr/>
          </p:nvSpPr>
          <p:spPr>
            <a:xfrm>
              <a:off x="7592" y="8915"/>
              <a:ext cx="4087" cy="518"/>
            </a:xfrm>
            <a:prstGeom prst="rect">
              <a:avLst/>
            </a:prstGeom>
            <a:noFill/>
          </p:spPr>
          <p:txBody>
            <a:bodyPr wrap="square" rtlCol="0" anchor="t">
              <a:spAutoFit/>
            </a:bodyPr>
            <a:lstStyle/>
            <a:p>
              <a:pPr marL="0" marR="0" lvl="0" indent="0" algn="ctr" defTabSz="685800" rtl="0" eaLnBrk="1" fontAlgn="base" latinLnBrk="0" hangingPunct="1">
                <a:lnSpc>
                  <a:spcPct val="130000"/>
                </a:lnSpc>
                <a:spcBef>
                  <a:spcPct val="0"/>
                </a:spcBef>
                <a:spcAft>
                  <a:spcPct val="0"/>
                </a:spcAft>
                <a:buClrTx/>
                <a:buSzTx/>
                <a:buFontTx/>
                <a:buNone/>
                <a:tabLst/>
                <a:defRPr/>
              </a:pPr>
              <a:r>
                <a:rPr kumimoji="0" lang="en-US" sz="9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宋体" panose="02010600030101010101" pitchFamily="2" charset="-122"/>
                  <a:sym typeface="+mn-ea"/>
                </a:rPr>
                <a:t>5.</a:t>
              </a:r>
              <a:r>
                <a:rPr kumimoji="0" lang="zh-CN" altLang="en-US" sz="9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宋体" panose="02010600030101010101" pitchFamily="2" charset="-122"/>
                  <a:sym typeface="+mn-ea"/>
                </a:rPr>
                <a:t>漂亮的水资源贴画完成啦</a:t>
              </a:r>
            </a:p>
          </p:txBody>
        </p:sp>
      </p:grpSp>
    </p:spTree>
    <p:extLst>
      <p:ext uri="{BB962C8B-B14F-4D97-AF65-F5344CB8AC3E}">
        <p14:creationId xmlns:p14="http://schemas.microsoft.com/office/powerpoint/2010/main" val="304455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3"/>
                                        </p:tgtEl>
                                      </p:cBhvr>
                                    </p:animEffect>
                                    <p:set>
                                      <p:cBhvr>
                                        <p:cTn id="7" dur="1" fill="hold">
                                          <p:stCondLst>
                                            <p:cond delay="499"/>
                                          </p:stCondLst>
                                        </p:cTn>
                                        <p:tgtEl>
                                          <p:spTgt spid="13"/>
                                        </p:tgtEl>
                                        <p:attrNameLst>
                                          <p:attrName>style.visibility</p:attrName>
                                        </p:attrNameLst>
                                      </p:cBhvr>
                                      <p:to>
                                        <p:strVal val="hidden"/>
                                      </p:to>
                                    </p:set>
                                  </p:childTnLst>
                                  <p:subTnLst>
                                    <p:audio>
                                      <p:cMediaNode>
                                        <p:cTn display="0" masterRel="sameClick">
                                          <p:stCondLst>
                                            <p:cond evt="begin" delay="0">
                                              <p:tn val="5"/>
                                            </p:cond>
                                          </p:stCondLst>
                                          <p:endCondLst>
                                            <p:cond evt="onStopAudio" delay="0">
                                              <p:tgtEl>
                                                <p:sldTgt/>
                                              </p:tgtEl>
                                            </p:cond>
                                          </p:endCondLst>
                                        </p:cTn>
                                        <p:tgtEl>
                                          <p:sndTgt r:embed="rId2" name="click.wav"/>
                                        </p:tgtEl>
                                      </p:cMediaNode>
                                    </p:audio>
                                  </p:subTnLst>
                                </p:cTn>
                              </p:par>
                              <p:par>
                                <p:cTn id="8" presetID="1" presetClass="entr" presetSubtype="0" fill="hold" nodeType="withEffect">
                                  <p:stCondLst>
                                    <p:cond delay="0"/>
                                  </p:stCondLst>
                                  <p:childTnLst>
                                    <p:set>
                                      <p:cBhvr>
                                        <p:cTn id="9" dur="1" fill="hold">
                                          <p:stCondLst>
                                            <p:cond delay="0"/>
                                          </p:stCondLst>
                                        </p:cTn>
                                        <p:tgtEl>
                                          <p:spTgt spid="25"/>
                                        </p:tgtEl>
                                        <p:attrNameLst>
                                          <p:attrName>style.visibility</p:attrName>
                                        </p:attrNameLst>
                                      </p:cBhvr>
                                      <p:to>
                                        <p:strVal val="visible"/>
                                      </p:to>
                                    </p:set>
                                  </p:childTnLst>
                                </p:cTn>
                              </p:par>
                              <p:par>
                                <p:cTn id="10" presetID="1" presetClass="entr" presetSubtype="0" fill="hold" nodeType="withEffect">
                                  <p:stCondLst>
                                    <p:cond delay="0"/>
                                  </p:stCondLst>
                                  <p:childTnLst>
                                    <p:set>
                                      <p:cBhvr>
                                        <p:cTn id="11" dur="1" fill="hold">
                                          <p:stCondLst>
                                            <p:cond delay="0"/>
                                          </p:stCondLst>
                                        </p:cTn>
                                        <p:tgtEl>
                                          <p:spTgt spid="2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xit" presetSubtype="0" fill="hold" nodeType="clickEffect">
                                  <p:stCondLst>
                                    <p:cond delay="0"/>
                                  </p:stCondLst>
                                  <p:childTnLst>
                                    <p:set>
                                      <p:cBhvr>
                                        <p:cTn id="15" dur="1" fill="hold">
                                          <p:stCondLst>
                                            <p:cond delay="0"/>
                                          </p:stCondLst>
                                        </p:cTn>
                                        <p:tgtEl>
                                          <p:spTgt spid="25"/>
                                        </p:tgtEl>
                                        <p:attrNameLst>
                                          <p:attrName>style.visibility</p:attrName>
                                        </p:attrNameLst>
                                      </p:cBhvr>
                                      <p:to>
                                        <p:strVal val="hidden"/>
                                      </p:to>
                                    </p:set>
                                  </p:childTnLst>
                                </p:cTn>
                              </p:par>
                              <p:par>
                                <p:cTn id="16" presetID="1" presetClass="exit" presetSubtype="0" fill="hold" nodeType="withEffect">
                                  <p:stCondLst>
                                    <p:cond delay="0"/>
                                  </p:stCondLst>
                                  <p:childTnLst>
                                    <p:set>
                                      <p:cBhvr>
                                        <p:cTn id="17" dur="1" fill="hold">
                                          <p:stCondLst>
                                            <p:cond delay="0"/>
                                          </p:stCondLst>
                                        </p:cTn>
                                        <p:tgtEl>
                                          <p:spTgt spid="22"/>
                                        </p:tgtEl>
                                        <p:attrNameLst>
                                          <p:attrName>style.visibility</p:attrName>
                                        </p:attrNameLst>
                                      </p:cBhvr>
                                      <p:to>
                                        <p:strVal val="hidden"/>
                                      </p:to>
                                    </p:set>
                                  </p:childTnLst>
                                </p:cTn>
                              </p:par>
                              <p:par>
                                <p:cTn id="18" presetID="1" presetClass="entr" presetSubtype="0" fill="hold" nodeType="withEffect">
                                  <p:stCondLst>
                                    <p:cond delay="0"/>
                                  </p:stCondLst>
                                  <p:childTnLst>
                                    <p:set>
                                      <p:cBhvr>
                                        <p:cTn id="19" dur="1" fill="hold">
                                          <p:stCondLst>
                                            <p:cond delay="0"/>
                                          </p:stCondLst>
                                        </p:cTn>
                                        <p:tgtEl>
                                          <p:spTgt spid="3"/>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0" presetClass="exit" presetSubtype="0" fill="hold" grpId="0" nodeType="clickEffect">
                                  <p:stCondLst>
                                    <p:cond delay="0"/>
                                  </p:stCondLst>
                                  <p:childTnLst>
                                    <p:animEffect transition="out" filter="fade">
                                      <p:cBhvr>
                                        <p:cTn id="23" dur="500"/>
                                        <p:tgtEl>
                                          <p:spTgt spid="17"/>
                                        </p:tgtEl>
                                      </p:cBhvr>
                                    </p:animEffect>
                                    <p:set>
                                      <p:cBhvr>
                                        <p:cTn id="24" dur="1" fill="hold">
                                          <p:stCondLst>
                                            <p:cond delay="499"/>
                                          </p:stCondLst>
                                        </p:cTn>
                                        <p:tgtEl>
                                          <p:spTgt spid="17"/>
                                        </p:tgtEl>
                                        <p:attrNameLst>
                                          <p:attrName>style.visibility</p:attrName>
                                        </p:attrNameLst>
                                      </p:cBhvr>
                                      <p:to>
                                        <p:strVal val="hidden"/>
                                      </p:to>
                                    </p:set>
                                  </p:childTnLst>
                                  <p:subTnLst>
                                    <p:audio>
                                      <p:cMediaNode>
                                        <p:cTn display="0" masterRel="sameClick">
                                          <p:stCondLst>
                                            <p:cond evt="begin" delay="0">
                                              <p:tn val="22"/>
                                            </p:cond>
                                          </p:stCondLst>
                                          <p:endCondLst>
                                            <p:cond evt="onStopAudio" delay="0">
                                              <p:tgtEl>
                                                <p:sldTgt/>
                                              </p:tgtEl>
                                            </p:cond>
                                          </p:endCondLst>
                                        </p:cTn>
                                        <p:tgtEl>
                                          <p:sndTgt r:embed="rId2" name="click.wav"/>
                                        </p:tgtEl>
                                      </p:cMediaNode>
                                    </p:audio>
                                  </p:subTnLst>
                                </p:cTn>
                              </p:par>
                              <p:par>
                                <p:cTn id="25" presetID="1" presetClass="entr" presetSubtype="0" fill="hold" nodeType="with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nodeType="clickEffect">
                                  <p:stCondLst>
                                    <p:cond delay="0"/>
                                  </p:stCondLst>
                                  <p:childTnLst>
                                    <p:set>
                                      <p:cBhvr>
                                        <p:cTn id="32" dur="1" fill="hold">
                                          <p:stCondLst>
                                            <p:cond delay="0"/>
                                          </p:stCondLst>
                                        </p:cTn>
                                        <p:tgtEl>
                                          <p:spTgt spid="28"/>
                                        </p:tgtEl>
                                        <p:attrNameLst>
                                          <p:attrName>style.visibility</p:attrName>
                                        </p:attrNameLst>
                                      </p:cBhvr>
                                      <p:to>
                                        <p:strVal val="hidden"/>
                                      </p:to>
                                    </p:set>
                                  </p:childTnLst>
                                </p:cTn>
                              </p:par>
                              <p:par>
                                <p:cTn id="33" presetID="1" presetClass="exit" presetSubtype="0" fill="hold" nodeType="withEffect">
                                  <p:stCondLst>
                                    <p:cond delay="0"/>
                                  </p:stCondLst>
                                  <p:childTnLst>
                                    <p:set>
                                      <p:cBhvr>
                                        <p:cTn id="34" dur="1" fill="hold">
                                          <p:stCondLst>
                                            <p:cond delay="0"/>
                                          </p:stCondLst>
                                        </p:cTn>
                                        <p:tgtEl>
                                          <p:spTgt spid="22"/>
                                        </p:tgtEl>
                                        <p:attrNameLst>
                                          <p:attrName>style.visibility</p:attrName>
                                        </p:attrNameLst>
                                      </p:cBhvr>
                                      <p:to>
                                        <p:strVal val="hidden"/>
                                      </p:to>
                                    </p:set>
                                  </p:childTnLst>
                                </p:cTn>
                              </p:par>
                              <p:par>
                                <p:cTn id="35" presetID="1" presetClass="entr" presetSubtype="0" fill="hold" nodeType="withEffect">
                                  <p:stCondLst>
                                    <p:cond delay="0"/>
                                  </p:stCondLst>
                                  <p:childTnLst>
                                    <p:set>
                                      <p:cBhvr>
                                        <p:cTn id="36" dur="1" fill="hold">
                                          <p:stCondLst>
                                            <p:cond delay="0"/>
                                          </p:stCondLst>
                                        </p:cTn>
                                        <p:tgtEl>
                                          <p:spTgt spid="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0" presetClass="exit" presetSubtype="0" fill="hold" grpId="0" nodeType="clickEffect">
                                  <p:stCondLst>
                                    <p:cond delay="0"/>
                                  </p:stCondLst>
                                  <p:childTnLst>
                                    <p:animEffect transition="out" filter="fade">
                                      <p:cBhvr>
                                        <p:cTn id="40" dur="500"/>
                                        <p:tgtEl>
                                          <p:spTgt spid="18"/>
                                        </p:tgtEl>
                                      </p:cBhvr>
                                    </p:animEffect>
                                    <p:set>
                                      <p:cBhvr>
                                        <p:cTn id="41" dur="1" fill="hold">
                                          <p:stCondLst>
                                            <p:cond delay="499"/>
                                          </p:stCondLst>
                                        </p:cTn>
                                        <p:tgtEl>
                                          <p:spTgt spid="18"/>
                                        </p:tgtEl>
                                        <p:attrNameLst>
                                          <p:attrName>style.visibility</p:attrName>
                                        </p:attrNameLst>
                                      </p:cBhvr>
                                      <p:to>
                                        <p:strVal val="hidden"/>
                                      </p:to>
                                    </p:set>
                                  </p:childTnLst>
                                  <p:subTnLst>
                                    <p:audio>
                                      <p:cMediaNode>
                                        <p:cTn display="0" masterRel="sameClick">
                                          <p:stCondLst>
                                            <p:cond evt="begin" delay="0">
                                              <p:tn val="39"/>
                                            </p:cond>
                                          </p:stCondLst>
                                          <p:endCondLst>
                                            <p:cond evt="onStopAudio" delay="0">
                                              <p:tgtEl>
                                                <p:sldTgt/>
                                              </p:tgtEl>
                                            </p:cond>
                                          </p:endCondLst>
                                        </p:cTn>
                                        <p:tgtEl>
                                          <p:sndTgt r:embed="rId2" name="click.wav"/>
                                        </p:tgtEl>
                                      </p:cMediaNode>
                                    </p:audio>
                                  </p:subTnLst>
                                </p:cTn>
                              </p:par>
                              <p:par>
                                <p:cTn id="42" presetID="1" presetClass="entr" presetSubtype="0" fill="hold" nodeType="withEffect">
                                  <p:stCondLst>
                                    <p:cond delay="0"/>
                                  </p:stCondLst>
                                  <p:childTnLst>
                                    <p:set>
                                      <p:cBhvr>
                                        <p:cTn id="43" dur="1" fill="hold">
                                          <p:stCondLst>
                                            <p:cond delay="0"/>
                                          </p:stCondLst>
                                        </p:cTn>
                                        <p:tgtEl>
                                          <p:spTgt spid="31"/>
                                        </p:tgtEl>
                                        <p:attrNameLst>
                                          <p:attrName>style.visibility</p:attrName>
                                        </p:attrNameLst>
                                      </p:cBhvr>
                                      <p:to>
                                        <p:strVal val="visible"/>
                                      </p:to>
                                    </p:set>
                                  </p:childTnLst>
                                </p:cTn>
                              </p:par>
                              <p:par>
                                <p:cTn id="44" presetID="1" presetClass="entr" presetSubtype="0" fill="hold" nodeType="withEffect">
                                  <p:stCondLst>
                                    <p:cond delay="0"/>
                                  </p:stCondLst>
                                  <p:childTnLst>
                                    <p:set>
                                      <p:cBhvr>
                                        <p:cTn id="45" dur="1" fill="hold">
                                          <p:stCondLst>
                                            <p:cond delay="0"/>
                                          </p:stCondLst>
                                        </p:cTn>
                                        <p:tgtEl>
                                          <p:spTgt spid="22"/>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xit" presetSubtype="0" fill="hold" nodeType="clickEffect">
                                  <p:stCondLst>
                                    <p:cond delay="0"/>
                                  </p:stCondLst>
                                  <p:childTnLst>
                                    <p:set>
                                      <p:cBhvr>
                                        <p:cTn id="49" dur="1" fill="hold">
                                          <p:stCondLst>
                                            <p:cond delay="0"/>
                                          </p:stCondLst>
                                        </p:cTn>
                                        <p:tgtEl>
                                          <p:spTgt spid="31"/>
                                        </p:tgtEl>
                                        <p:attrNameLst>
                                          <p:attrName>style.visibility</p:attrName>
                                        </p:attrNameLst>
                                      </p:cBhvr>
                                      <p:to>
                                        <p:strVal val="hidden"/>
                                      </p:to>
                                    </p:set>
                                  </p:childTnLst>
                                </p:cTn>
                              </p:par>
                              <p:par>
                                <p:cTn id="50" presetID="1" presetClass="exit" presetSubtype="0" fill="hold" nodeType="withEffect">
                                  <p:stCondLst>
                                    <p:cond delay="0"/>
                                  </p:stCondLst>
                                  <p:childTnLst>
                                    <p:set>
                                      <p:cBhvr>
                                        <p:cTn id="51" dur="1" fill="hold">
                                          <p:stCondLst>
                                            <p:cond delay="0"/>
                                          </p:stCondLst>
                                        </p:cTn>
                                        <p:tgtEl>
                                          <p:spTgt spid="22"/>
                                        </p:tgtEl>
                                        <p:attrNameLst>
                                          <p:attrName>style.visibility</p:attrName>
                                        </p:attrNameLst>
                                      </p:cBhvr>
                                      <p:to>
                                        <p:strVal val="hidden"/>
                                      </p:to>
                                    </p:set>
                                  </p:childTnLst>
                                </p:cTn>
                              </p:par>
                              <p:par>
                                <p:cTn id="52" presetID="1" presetClass="entr" presetSubtype="0" fill="hold" nodeType="withEffect">
                                  <p:stCondLst>
                                    <p:cond delay="0"/>
                                  </p:stCondLst>
                                  <p:childTnLst>
                                    <p:set>
                                      <p:cBhvr>
                                        <p:cTn id="53" dur="1" fill="hold">
                                          <p:stCondLst>
                                            <p:cond delay="0"/>
                                          </p:stCondLst>
                                        </p:cTn>
                                        <p:tgtEl>
                                          <p:spTgt spid="7"/>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0" presetClass="exit" presetSubtype="0" fill="hold" grpId="0" nodeType="clickEffect">
                                  <p:stCondLst>
                                    <p:cond delay="0"/>
                                  </p:stCondLst>
                                  <p:childTnLst>
                                    <p:animEffect transition="out" filter="fade">
                                      <p:cBhvr>
                                        <p:cTn id="57" dur="500"/>
                                        <p:tgtEl>
                                          <p:spTgt spid="19"/>
                                        </p:tgtEl>
                                      </p:cBhvr>
                                    </p:animEffect>
                                    <p:set>
                                      <p:cBhvr>
                                        <p:cTn id="58" dur="1" fill="hold">
                                          <p:stCondLst>
                                            <p:cond delay="499"/>
                                          </p:stCondLst>
                                        </p:cTn>
                                        <p:tgtEl>
                                          <p:spTgt spid="19"/>
                                        </p:tgtEl>
                                        <p:attrNameLst>
                                          <p:attrName>style.visibility</p:attrName>
                                        </p:attrNameLst>
                                      </p:cBhvr>
                                      <p:to>
                                        <p:strVal val="hidden"/>
                                      </p:to>
                                    </p:set>
                                  </p:childTnLst>
                                  <p:subTnLst>
                                    <p:audio>
                                      <p:cMediaNode>
                                        <p:cTn display="0" masterRel="sameClick">
                                          <p:stCondLst>
                                            <p:cond evt="begin" delay="0">
                                              <p:tn val="56"/>
                                            </p:cond>
                                          </p:stCondLst>
                                          <p:endCondLst>
                                            <p:cond evt="onStopAudio" delay="0">
                                              <p:tgtEl>
                                                <p:sldTgt/>
                                              </p:tgtEl>
                                            </p:cond>
                                          </p:endCondLst>
                                        </p:cTn>
                                        <p:tgtEl>
                                          <p:sndTgt r:embed="rId2" name="click.wav"/>
                                        </p:tgtEl>
                                      </p:cMediaNode>
                                    </p:audio>
                                  </p:subTnLst>
                                </p:cTn>
                              </p:par>
                              <p:par>
                                <p:cTn id="59" presetID="1" presetClass="entr" presetSubtype="0" fill="hold" nodeType="withEffect">
                                  <p:stCondLst>
                                    <p:cond delay="0"/>
                                  </p:stCondLst>
                                  <p:childTnLst>
                                    <p:set>
                                      <p:cBhvr>
                                        <p:cTn id="60" dur="1" fill="hold">
                                          <p:stCondLst>
                                            <p:cond delay="0"/>
                                          </p:stCondLst>
                                        </p:cTn>
                                        <p:tgtEl>
                                          <p:spTgt spid="34"/>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22"/>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xit" presetSubtype="0" fill="hold" nodeType="clickEffect">
                                  <p:stCondLst>
                                    <p:cond delay="0"/>
                                  </p:stCondLst>
                                  <p:childTnLst>
                                    <p:set>
                                      <p:cBhvr>
                                        <p:cTn id="66" dur="1" fill="hold">
                                          <p:stCondLst>
                                            <p:cond delay="0"/>
                                          </p:stCondLst>
                                        </p:cTn>
                                        <p:tgtEl>
                                          <p:spTgt spid="34"/>
                                        </p:tgtEl>
                                        <p:attrNameLst>
                                          <p:attrName>style.visibility</p:attrName>
                                        </p:attrNameLst>
                                      </p:cBhvr>
                                      <p:to>
                                        <p:strVal val="hidden"/>
                                      </p:to>
                                    </p:set>
                                  </p:childTnLst>
                                </p:cTn>
                              </p:par>
                              <p:par>
                                <p:cTn id="67" presetID="1" presetClass="exit" presetSubtype="0" fill="hold" nodeType="withEffect">
                                  <p:stCondLst>
                                    <p:cond delay="0"/>
                                  </p:stCondLst>
                                  <p:childTnLst>
                                    <p:set>
                                      <p:cBhvr>
                                        <p:cTn id="68" dur="1" fill="hold">
                                          <p:stCondLst>
                                            <p:cond delay="0"/>
                                          </p:stCondLst>
                                        </p:cTn>
                                        <p:tgtEl>
                                          <p:spTgt spid="22"/>
                                        </p:tgtEl>
                                        <p:attrNameLst>
                                          <p:attrName>style.visibility</p:attrName>
                                        </p:attrNameLst>
                                      </p:cBhvr>
                                      <p:to>
                                        <p:strVal val="hidden"/>
                                      </p:to>
                                    </p:set>
                                  </p:childTnLst>
                                </p:cTn>
                              </p:par>
                              <p:par>
                                <p:cTn id="69" presetID="1" presetClass="entr" presetSubtype="0" fill="hold" nodeType="withEffect">
                                  <p:stCondLst>
                                    <p:cond delay="0"/>
                                  </p:stCondLst>
                                  <p:childTnLst>
                                    <p:set>
                                      <p:cBhvr>
                                        <p:cTn id="70" dur="1" fill="hold">
                                          <p:stCondLst>
                                            <p:cond delay="0"/>
                                          </p:stCondLst>
                                        </p:cTn>
                                        <p:tgtEl>
                                          <p:spTgt spid="4"/>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0" presetClass="exit" presetSubtype="0" fill="hold" grpId="0" nodeType="clickEffect">
                                  <p:stCondLst>
                                    <p:cond delay="0"/>
                                  </p:stCondLst>
                                  <p:childTnLst>
                                    <p:animEffect transition="out" filter="fade">
                                      <p:cBhvr>
                                        <p:cTn id="74" dur="500"/>
                                        <p:tgtEl>
                                          <p:spTgt spid="20"/>
                                        </p:tgtEl>
                                      </p:cBhvr>
                                    </p:animEffect>
                                    <p:set>
                                      <p:cBhvr>
                                        <p:cTn id="75" dur="1" fill="hold">
                                          <p:stCondLst>
                                            <p:cond delay="499"/>
                                          </p:stCondLst>
                                        </p:cTn>
                                        <p:tgtEl>
                                          <p:spTgt spid="20"/>
                                        </p:tgtEl>
                                        <p:attrNameLst>
                                          <p:attrName>style.visibility</p:attrName>
                                        </p:attrNameLst>
                                      </p:cBhvr>
                                      <p:to>
                                        <p:strVal val="hidden"/>
                                      </p:to>
                                    </p:set>
                                  </p:childTnLst>
                                  <p:subTnLst>
                                    <p:audio>
                                      <p:cMediaNode>
                                        <p:cTn display="0" masterRel="sameClick">
                                          <p:stCondLst>
                                            <p:cond evt="begin" delay="0">
                                              <p:tn val="73"/>
                                            </p:cond>
                                          </p:stCondLst>
                                          <p:endCondLst>
                                            <p:cond evt="onStopAudio" delay="0">
                                              <p:tgtEl>
                                                <p:sldTgt/>
                                              </p:tgtEl>
                                            </p:cond>
                                          </p:endCondLst>
                                        </p:cTn>
                                        <p:tgtEl>
                                          <p:sndTgt r:embed="rId2" name="click.wav"/>
                                        </p:tgtEl>
                                      </p:cMediaNode>
                                    </p:audio>
                                  </p:subTnLst>
                                </p:cTn>
                              </p:par>
                              <p:par>
                                <p:cTn id="76" presetID="1" presetClass="entr" presetSubtype="0" fill="hold" nodeType="withEffect">
                                  <p:stCondLst>
                                    <p:cond delay="0"/>
                                  </p:stCondLst>
                                  <p:childTnLst>
                                    <p:set>
                                      <p:cBhvr>
                                        <p:cTn id="77" dur="1" fill="hold">
                                          <p:stCondLst>
                                            <p:cond delay="0"/>
                                          </p:stCondLst>
                                        </p:cTn>
                                        <p:tgtEl>
                                          <p:spTgt spid="37"/>
                                        </p:tgtEl>
                                        <p:attrNameLst>
                                          <p:attrName>style.visibility</p:attrName>
                                        </p:attrNameLst>
                                      </p:cBhvr>
                                      <p:to>
                                        <p:strVal val="visible"/>
                                      </p:to>
                                    </p:set>
                                  </p:childTnLst>
                                </p:cTn>
                              </p:par>
                              <p:par>
                                <p:cTn id="78" presetID="1" presetClass="entr" presetSubtype="0" fill="hold" nodeType="withEffect">
                                  <p:stCondLst>
                                    <p:cond delay="0"/>
                                  </p:stCondLst>
                                  <p:childTnLst>
                                    <p:set>
                                      <p:cBhvr>
                                        <p:cTn id="79" dur="1" fill="hold">
                                          <p:stCondLst>
                                            <p:cond delay="0"/>
                                          </p:stCondLst>
                                        </p:cTn>
                                        <p:tgtEl>
                                          <p:spTgt spid="22"/>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1" presetClass="exit" presetSubtype="0" fill="hold" nodeType="clickEffect">
                                  <p:stCondLst>
                                    <p:cond delay="0"/>
                                  </p:stCondLst>
                                  <p:childTnLst>
                                    <p:set>
                                      <p:cBhvr>
                                        <p:cTn id="83" dur="1" fill="hold">
                                          <p:stCondLst>
                                            <p:cond delay="0"/>
                                          </p:stCondLst>
                                        </p:cTn>
                                        <p:tgtEl>
                                          <p:spTgt spid="37"/>
                                        </p:tgtEl>
                                        <p:attrNameLst>
                                          <p:attrName>style.visibility</p:attrName>
                                        </p:attrNameLst>
                                      </p:cBhvr>
                                      <p:to>
                                        <p:strVal val="hidden"/>
                                      </p:to>
                                    </p:set>
                                  </p:childTnLst>
                                </p:cTn>
                              </p:par>
                              <p:par>
                                <p:cTn id="84" presetID="1" presetClass="exit" presetSubtype="0" fill="hold" nodeType="withEffect">
                                  <p:stCondLst>
                                    <p:cond delay="0"/>
                                  </p:stCondLst>
                                  <p:childTnLst>
                                    <p:set>
                                      <p:cBhvr>
                                        <p:cTn id="85" dur="1" fill="hold">
                                          <p:stCondLst>
                                            <p:cond delay="0"/>
                                          </p:stCondLst>
                                        </p:cTn>
                                        <p:tgtEl>
                                          <p:spTgt spid="22"/>
                                        </p:tgtEl>
                                        <p:attrNameLst>
                                          <p:attrName>style.visibility</p:attrName>
                                        </p:attrNameLst>
                                      </p:cBhvr>
                                      <p:to>
                                        <p:strVal val="hidden"/>
                                      </p:to>
                                    </p:set>
                                  </p:childTnLst>
                                </p:cTn>
                              </p:par>
                              <p:par>
                                <p:cTn id="86" presetID="1" presetClass="entr" presetSubtype="0" fill="hold" nodeType="withEffect">
                                  <p:stCondLst>
                                    <p:cond delay="0"/>
                                  </p:stCondLst>
                                  <p:childTnLst>
                                    <p:set>
                                      <p:cBhvr>
                                        <p:cTn id="87"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ldLvl="0" animBg="1"/>
      <p:bldP spid="17" grpId="0" bldLvl="0" animBg="1"/>
      <p:bldP spid="18" grpId="0" bldLvl="0" animBg="1"/>
      <p:bldP spid="19" grpId="0" bldLvl="0" animBg="1"/>
      <p:bldP spid="20" grpId="0" bldLvl="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47074E-A6CE-22DB-D892-59EDFB519C97}"/>
            </a:ext>
          </a:extLst>
        </p:cNvPr>
        <p:cNvGrpSpPr/>
        <p:nvPr/>
      </p:nvGrpSpPr>
      <p:grpSpPr>
        <a:xfrm>
          <a:off x="0" y="0"/>
          <a:ext cx="0" cy="0"/>
          <a:chOff x="0" y="0"/>
          <a:chExt cx="0" cy="0"/>
        </a:xfrm>
      </p:grpSpPr>
      <p:sp>
        <p:nvSpPr>
          <p:cNvPr id="2" name="圆角矩形 1">
            <a:extLst>
              <a:ext uri="{FF2B5EF4-FFF2-40B4-BE49-F238E27FC236}">
                <a16:creationId xmlns:a16="http://schemas.microsoft.com/office/drawing/2014/main" id="{AD3EDE22-23E3-0D12-942A-F5735C4CC73F}"/>
              </a:ext>
            </a:extLst>
          </p:cNvPr>
          <p:cNvSpPr/>
          <p:nvPr/>
        </p:nvSpPr>
        <p:spPr>
          <a:xfrm>
            <a:off x="3049905" y="1240155"/>
            <a:ext cx="5076000" cy="3267000"/>
          </a:xfrm>
          <a:prstGeom prst="roundRect">
            <a:avLst/>
          </a:prstGeom>
          <a:solidFill>
            <a:srgbClr val="DAF9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685800" rtl="0" eaLnBrk="1" fontAlgn="base" latinLnBrk="0" hangingPunct="1">
              <a:lnSpc>
                <a:spcPct val="150000"/>
              </a:lnSpc>
              <a:spcBef>
                <a:spcPct val="0"/>
              </a:spcBef>
              <a:spcAft>
                <a:spcPct val="0"/>
              </a:spcAft>
              <a:buClrTx/>
              <a:buSzTx/>
              <a:buFontTx/>
              <a:buNone/>
              <a:tabLst/>
              <a:defRPr/>
            </a:pPr>
            <a:r>
              <a:rPr kumimoji="0" sz="1500" b="0" i="0" u="none" strike="noStrike" kern="1200" cap="none" spc="0" normalizeH="0" baseline="0" noProof="0">
                <a:ln>
                  <a:noFill/>
                </a:ln>
                <a:solidFill>
                  <a:srgbClr val="2E867C"/>
                </a:solidFill>
                <a:effectLst/>
                <a:uLnTx/>
                <a:uFillTx/>
                <a:latin typeface="黑体" panose="02010609060101010101" charset="-122"/>
                <a:ea typeface="黑体" panose="02010609060101010101" charset="-122"/>
                <a:cs typeface="宋体" panose="02010600030101010101" pitchFamily="2" charset="-122"/>
                <a:sym typeface="+mn-ea"/>
              </a:rPr>
              <a:t>3）出示组图“水资源贴画”，发放纸面教具、画笔、固体胶及卡纸，幼儿自由创作，教师巡回指导。</a:t>
            </a:r>
          </a:p>
        </p:txBody>
      </p:sp>
      <p:sp>
        <p:nvSpPr>
          <p:cNvPr id="3" name="圆角矩形 2">
            <a:extLst>
              <a:ext uri="{FF2B5EF4-FFF2-40B4-BE49-F238E27FC236}">
                <a16:creationId xmlns:a16="http://schemas.microsoft.com/office/drawing/2014/main" id="{1BB29F34-E5FA-1E9C-2EE9-6BDEDA3CED5A}"/>
              </a:ext>
            </a:extLst>
          </p:cNvPr>
          <p:cNvSpPr/>
          <p:nvPr/>
        </p:nvSpPr>
        <p:spPr>
          <a:xfrm>
            <a:off x="271463" y="194787"/>
            <a:ext cx="1312545" cy="486251"/>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zh-CN" altLang="en-US" sz="2400" b="0" i="0" u="none" strike="noStrike" kern="1200" cap="none" spc="0" normalizeH="0" baseline="0" noProof="0">
                <a:ln>
                  <a:noFill/>
                </a:ln>
                <a:solidFill>
                  <a:srgbClr val="2D6B6F"/>
                </a:solidFill>
                <a:effectLst/>
                <a:uLnTx/>
                <a:uFillTx/>
                <a:latin typeface="黑体" panose="02010609060101010101" charset="-122"/>
                <a:ea typeface="黑体" panose="02010609060101010101" charset="-122"/>
                <a:cs typeface="+mn-cs"/>
              </a:rPr>
              <a:t>备课页</a:t>
            </a:r>
          </a:p>
        </p:txBody>
      </p:sp>
      <p:pic>
        <p:nvPicPr>
          <p:cNvPr id="7" name="图片 6" descr="美美老师-人设（边线版）0007">
            <a:extLst>
              <a:ext uri="{FF2B5EF4-FFF2-40B4-BE49-F238E27FC236}">
                <a16:creationId xmlns:a16="http://schemas.microsoft.com/office/drawing/2014/main" id="{03FD34A4-AE65-105F-BE3B-72028EA8772E}"/>
              </a:ext>
            </a:extLst>
          </p:cNvPr>
          <p:cNvPicPr>
            <a:picLocks noChangeAspect="1"/>
          </p:cNvPicPr>
          <p:nvPr/>
        </p:nvPicPr>
        <p:blipFill>
          <a:blip r:embed="rId3"/>
          <a:stretch>
            <a:fillRect/>
          </a:stretch>
        </p:blipFill>
        <p:spPr>
          <a:xfrm>
            <a:off x="764381" y="1299211"/>
            <a:ext cx="2233613" cy="3351371"/>
          </a:xfrm>
          <a:prstGeom prst="rect">
            <a:avLst/>
          </a:prstGeom>
        </p:spPr>
      </p:pic>
      <p:sp>
        <p:nvSpPr>
          <p:cNvPr id="5" name="文本框 4">
            <a:extLst>
              <a:ext uri="{FF2B5EF4-FFF2-40B4-BE49-F238E27FC236}">
                <a16:creationId xmlns:a16="http://schemas.microsoft.com/office/drawing/2014/main" id="{C3FE3594-4831-A8D5-487C-1E1DD63186AC}"/>
              </a:ext>
            </a:extLst>
          </p:cNvPr>
          <p:cNvSpPr txBox="1"/>
          <p:nvPr/>
        </p:nvSpPr>
        <p:spPr>
          <a:xfrm>
            <a:off x="1652588" y="256699"/>
            <a:ext cx="3423761" cy="603050"/>
          </a:xfrm>
          <a:prstGeom prst="rect">
            <a:avLst/>
          </a:prstGeom>
          <a:noFill/>
        </p:spPr>
        <p:txBody>
          <a:bodyPr wrap="square" rtlCol="0">
            <a:spAutoFit/>
          </a:bodyPr>
          <a:lstStyle/>
          <a:p>
            <a:pPr marL="0" marR="0" lvl="0" indent="0" algn="ctr" defTabSz="685800" rtl="0" eaLnBrk="1" fontAlgn="base" latinLnBrk="0" hangingPunct="1">
              <a:lnSpc>
                <a:spcPct val="150000"/>
              </a:lnSpc>
              <a:spcBef>
                <a:spcPct val="0"/>
              </a:spcBef>
              <a:spcAft>
                <a:spcPct val="0"/>
              </a:spcAft>
              <a:buClrTx/>
              <a:buSzTx/>
              <a:buFontTx/>
              <a:buNone/>
              <a:tabLst/>
              <a:defRPr/>
            </a:pPr>
            <a:r>
              <a:rPr kumimoji="0" lang="zh-CN" altLang="zh-CN" sz="1200" b="0" i="0" u="none" strike="noStrike" kern="1200" cap="none" spc="0" normalizeH="0" baseline="0" noProof="0">
                <a:ln>
                  <a:noFill/>
                </a:ln>
                <a:solidFill>
                  <a:srgbClr val="FFFFFF">
                    <a:lumMod val="65000"/>
                  </a:srgbClr>
                </a:solidFill>
                <a:effectLst/>
                <a:uLnTx/>
                <a:uFillTx/>
                <a:latin typeface="黑体" panose="02010609060101010101" charset="-122"/>
                <a:ea typeface="黑体" panose="02010609060101010101" charset="-122"/>
                <a:cs typeface="黑体" panose="02010609060101010101" charset="-122"/>
                <a:sym typeface="+mn-ea"/>
              </a:rPr>
              <a:t>（本备课页仅供备课使用，授课前请删除或隐藏）</a:t>
            </a:r>
          </a:p>
        </p:txBody>
      </p:sp>
    </p:spTree>
    <p:extLst>
      <p:ext uri="{BB962C8B-B14F-4D97-AF65-F5344CB8AC3E}">
        <p14:creationId xmlns:p14="http://schemas.microsoft.com/office/powerpoint/2010/main" val="358985399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E6F8D-E927-4626-819E-41976F3B5AE8}"/>
            </a:ext>
          </a:extLst>
        </p:cNvPr>
        <p:cNvGrpSpPr/>
        <p:nvPr/>
      </p:nvGrpSpPr>
      <p:grpSpPr>
        <a:xfrm>
          <a:off x="0" y="0"/>
          <a:ext cx="0" cy="0"/>
          <a:chOff x="0" y="0"/>
          <a:chExt cx="0" cy="0"/>
        </a:xfrm>
      </p:grpSpPr>
      <p:pic>
        <p:nvPicPr>
          <p:cNvPr id="2" name="图片 1" descr="通用页背景">
            <a:extLst>
              <a:ext uri="{FF2B5EF4-FFF2-40B4-BE49-F238E27FC236}">
                <a16:creationId xmlns:a16="http://schemas.microsoft.com/office/drawing/2014/main" id="{692E86F6-A648-462D-E24D-E4DC367FA531}"/>
              </a:ext>
            </a:extLst>
          </p:cNvPr>
          <p:cNvPicPr>
            <a:picLocks noChangeAspect="1"/>
          </p:cNvPicPr>
          <p:nvPr/>
        </p:nvPicPr>
        <p:blipFill>
          <a:blip r:embed="rId2"/>
          <a:stretch>
            <a:fillRect/>
          </a:stretch>
        </p:blipFill>
        <p:spPr>
          <a:xfrm>
            <a:off x="0" y="0"/>
            <a:ext cx="9144000" cy="5143500"/>
          </a:xfrm>
          <a:prstGeom prst="rect">
            <a:avLst/>
          </a:prstGeom>
        </p:spPr>
      </p:pic>
      <p:sp>
        <p:nvSpPr>
          <p:cNvPr id="5" name="圆角矩形 4">
            <a:extLst>
              <a:ext uri="{FF2B5EF4-FFF2-40B4-BE49-F238E27FC236}">
                <a16:creationId xmlns:a16="http://schemas.microsoft.com/office/drawing/2014/main" id="{BE3A21E3-33A1-3889-3D58-D3AAE4ECC365}"/>
              </a:ext>
            </a:extLst>
          </p:cNvPr>
          <p:cNvSpPr/>
          <p:nvPr/>
        </p:nvSpPr>
        <p:spPr>
          <a:xfrm>
            <a:off x="487204" y="218122"/>
            <a:ext cx="1804035" cy="294323"/>
          </a:xfrm>
          <a:prstGeom prst="roundRect">
            <a:avLst/>
          </a:prstGeom>
          <a:solidFill>
            <a:srgbClr val="A4E3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685800" rtl="0" eaLnBrk="1" fontAlgn="base" latinLnBrk="0" hangingPunct="1">
              <a:lnSpc>
                <a:spcPct val="100000"/>
              </a:lnSpc>
              <a:spcBef>
                <a:spcPct val="0"/>
              </a:spcBef>
              <a:spcAft>
                <a:spcPct val="0"/>
              </a:spcAft>
              <a:buClrTx/>
              <a:buSzTx/>
              <a:buFontTx/>
              <a:buNone/>
              <a:tabLst/>
              <a:defRPr/>
            </a:pPr>
            <a:r>
              <a:rPr kumimoji="0" lang="zh-CN" altLang="en-US" sz="1050" b="0" i="0" u="none" strike="noStrike" kern="1200" cap="none" spc="0" normalizeH="0" baseline="0" noProof="0">
                <a:ln>
                  <a:noFill/>
                </a:ln>
                <a:solidFill>
                  <a:srgbClr val="2C8F79"/>
                </a:solidFill>
                <a:effectLst/>
                <a:uLnTx/>
                <a:uFillTx/>
                <a:latin typeface="黑体" panose="02010609060101010101" charset="-122"/>
                <a:ea typeface="黑体" panose="02010609060101010101" charset="-122"/>
                <a:cs typeface="+mn-cs"/>
                <a:sym typeface="+mn-ea"/>
              </a:rPr>
              <a:t>纸面教具</a:t>
            </a:r>
            <a:r>
              <a:rPr kumimoji="0" lang="en-US" altLang="zh-CN" sz="1050" b="0" i="0" u="none" strike="noStrike" kern="1200" cap="none" spc="0" normalizeH="0" baseline="0" noProof="0">
                <a:ln>
                  <a:noFill/>
                </a:ln>
                <a:solidFill>
                  <a:srgbClr val="2C8F79"/>
                </a:solidFill>
                <a:effectLst/>
                <a:uLnTx/>
                <a:uFillTx/>
                <a:latin typeface="黑体" panose="02010609060101010101" charset="-122"/>
                <a:ea typeface="黑体" panose="02010609060101010101" charset="-122"/>
                <a:cs typeface="+mn-cs"/>
                <a:sym typeface="+mn-ea"/>
              </a:rPr>
              <a:t>《</a:t>
            </a:r>
            <a:r>
              <a:rPr kumimoji="0" lang="zh-CN" altLang="en-US" sz="1050" b="0" i="0" u="none" strike="noStrike" kern="1200" cap="none" spc="0" normalizeH="0" baseline="0" noProof="0">
                <a:ln>
                  <a:noFill/>
                </a:ln>
                <a:solidFill>
                  <a:srgbClr val="2C8F79"/>
                </a:solidFill>
                <a:effectLst/>
                <a:uLnTx/>
                <a:uFillTx/>
                <a:latin typeface="黑体" panose="02010609060101010101" charset="-122"/>
                <a:ea typeface="黑体" panose="02010609060101010101" charset="-122"/>
                <a:cs typeface="+mn-cs"/>
                <a:sym typeface="+mn-ea"/>
              </a:rPr>
              <a:t>水资源贴画</a:t>
            </a:r>
            <a:r>
              <a:rPr kumimoji="0" lang="en-US" altLang="zh-CN" sz="1050" b="0" i="0" u="none" strike="noStrike" kern="1200" cap="none" spc="0" normalizeH="0" baseline="0" noProof="0">
                <a:ln>
                  <a:noFill/>
                </a:ln>
                <a:solidFill>
                  <a:srgbClr val="2C8F79"/>
                </a:solidFill>
                <a:effectLst/>
                <a:uLnTx/>
                <a:uFillTx/>
                <a:latin typeface="黑体" panose="02010609060101010101" charset="-122"/>
                <a:ea typeface="黑体" panose="02010609060101010101" charset="-122"/>
                <a:cs typeface="+mn-cs"/>
                <a:sym typeface="+mn-ea"/>
              </a:rPr>
              <a:t>》</a:t>
            </a:r>
          </a:p>
        </p:txBody>
      </p:sp>
      <p:pic>
        <p:nvPicPr>
          <p:cNvPr id="6" name="图片 5" descr="C:\Users\Administrator\Desktop\奇奇头\9.png9">
            <a:extLst>
              <a:ext uri="{FF2B5EF4-FFF2-40B4-BE49-F238E27FC236}">
                <a16:creationId xmlns:a16="http://schemas.microsoft.com/office/drawing/2014/main" id="{B03D9DCF-63C6-7FA3-8A91-EF43AD7CF5FD}"/>
              </a:ext>
            </a:extLst>
          </p:cNvPr>
          <p:cNvPicPr>
            <a:picLocks noChangeAspect="1"/>
          </p:cNvPicPr>
          <p:nvPr/>
        </p:nvPicPr>
        <p:blipFill>
          <a:blip r:embed="rId3"/>
          <a:srcRect/>
          <a:stretch>
            <a:fillRect/>
          </a:stretch>
        </p:blipFill>
        <p:spPr>
          <a:xfrm>
            <a:off x="143827" y="95251"/>
            <a:ext cx="511493" cy="488156"/>
          </a:xfrm>
          <a:prstGeom prst="rect">
            <a:avLst/>
          </a:prstGeom>
        </p:spPr>
      </p:pic>
      <p:pic>
        <p:nvPicPr>
          <p:cNvPr id="13" name="图片 12" descr="//storage.babybus.co/幼儿园组/去水印/第6批/20928/22261/去水印文件夹/世界水日_纸面教具_小中大班_电子素材/纸面教具-水资源贴画.png纸面教具-水资源贴画">
            <a:extLst>
              <a:ext uri="{FF2B5EF4-FFF2-40B4-BE49-F238E27FC236}">
                <a16:creationId xmlns:a16="http://schemas.microsoft.com/office/drawing/2014/main" id="{EBE5DD55-5F6E-C752-43BD-9CCB796CF590}"/>
              </a:ext>
            </a:extLst>
          </p:cNvPr>
          <p:cNvPicPr>
            <a:picLocks noChangeAspect="1"/>
          </p:cNvPicPr>
          <p:nvPr/>
        </p:nvPicPr>
        <p:blipFill>
          <a:blip r:embed="rId4"/>
          <a:srcRect l="7" r="7"/>
          <a:stretch>
            <a:fillRect/>
          </a:stretch>
        </p:blipFill>
        <p:spPr>
          <a:xfrm>
            <a:off x="1979771" y="627698"/>
            <a:ext cx="5181600" cy="3663315"/>
          </a:xfrm>
          <a:prstGeom prst="rect">
            <a:avLst/>
          </a:prstGeom>
        </p:spPr>
      </p:pic>
      <p:sp>
        <p:nvSpPr>
          <p:cNvPr id="17" name="文本框 16">
            <a:extLst>
              <a:ext uri="{FF2B5EF4-FFF2-40B4-BE49-F238E27FC236}">
                <a16:creationId xmlns:a16="http://schemas.microsoft.com/office/drawing/2014/main" id="{0811A76D-B5DD-019B-E3AE-BBCCB515AB41}"/>
              </a:ext>
            </a:extLst>
          </p:cNvPr>
          <p:cNvSpPr txBox="1"/>
          <p:nvPr/>
        </p:nvSpPr>
        <p:spPr>
          <a:xfrm>
            <a:off x="2298383" y="4083368"/>
            <a:ext cx="4547235" cy="267637"/>
          </a:xfrm>
          <a:prstGeom prst="rect">
            <a:avLst/>
          </a:prstGeom>
          <a:noFill/>
        </p:spPr>
        <p:txBody>
          <a:bodyPr wrap="square" rtlCol="0">
            <a:spAutoFit/>
          </a:bodyPr>
          <a:lstStyle/>
          <a:p>
            <a:pPr marL="0" marR="0" lvl="0" indent="0" algn="ctr" defTabSz="685800" rtl="0" eaLnBrk="1" fontAlgn="base" latinLnBrk="0" hangingPunct="1">
              <a:lnSpc>
                <a:spcPct val="150000"/>
              </a:lnSpc>
              <a:spcBef>
                <a:spcPct val="0"/>
              </a:spcBef>
              <a:spcAft>
                <a:spcPct val="0"/>
              </a:spcAft>
              <a:buClrTx/>
              <a:buSzTx/>
              <a:buFontTx/>
              <a:buNone/>
              <a:tabLst/>
              <a:defRPr/>
            </a:pPr>
            <a:r>
              <a:rPr kumimoji="0" lang="zh-CN" altLang="zh-CN" sz="9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黑体" panose="02010609060101010101" charset="-122"/>
                <a:sym typeface="+mn-ea"/>
              </a:rPr>
              <a:t>该页面为纸面教具效果展示，请免费下载高清资源</a:t>
            </a:r>
          </a:p>
        </p:txBody>
      </p:sp>
    </p:spTree>
    <p:extLst>
      <p:ext uri="{BB962C8B-B14F-4D97-AF65-F5344CB8AC3E}">
        <p14:creationId xmlns:p14="http://schemas.microsoft.com/office/powerpoint/2010/main" val="342123110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B20AA-76F8-F609-6A48-AC24DBEE9BFD}"/>
            </a:ext>
          </a:extLst>
        </p:cNvPr>
        <p:cNvGrpSpPr/>
        <p:nvPr/>
      </p:nvGrpSpPr>
      <p:grpSpPr>
        <a:xfrm>
          <a:off x="0" y="0"/>
          <a:ext cx="0" cy="0"/>
          <a:chOff x="0" y="0"/>
          <a:chExt cx="0" cy="0"/>
        </a:xfrm>
      </p:grpSpPr>
      <p:pic>
        <p:nvPicPr>
          <p:cNvPr id="2" name="图片 1" descr="通用页背景">
            <a:extLst>
              <a:ext uri="{FF2B5EF4-FFF2-40B4-BE49-F238E27FC236}">
                <a16:creationId xmlns:a16="http://schemas.microsoft.com/office/drawing/2014/main" id="{B8DBFFB7-7F4F-77F0-B49C-B9783923F3F0}"/>
              </a:ext>
            </a:extLst>
          </p:cNvPr>
          <p:cNvPicPr>
            <a:picLocks noChangeAspect="1"/>
          </p:cNvPicPr>
          <p:nvPr/>
        </p:nvPicPr>
        <p:blipFill>
          <a:blip r:embed="rId17"/>
          <a:stretch>
            <a:fillRect/>
          </a:stretch>
        </p:blipFill>
        <p:spPr>
          <a:xfrm>
            <a:off x="0" y="0"/>
            <a:ext cx="9144000" cy="5143500"/>
          </a:xfrm>
          <a:prstGeom prst="rect">
            <a:avLst/>
          </a:prstGeom>
        </p:spPr>
      </p:pic>
      <p:pic>
        <p:nvPicPr>
          <p:cNvPr id="3" name="图片 2" descr="\\10.1.1.22\视频事业部\幼儿园组\A 课件\14-热点+特色主题\2-节日纪念日课件\A0017 原创-社会美术-世界水日【燕烽】\01 课件资源包\课件资源\图片资源\实拍图\+logo\图片26.png图片26">
            <a:extLst>
              <a:ext uri="{FF2B5EF4-FFF2-40B4-BE49-F238E27FC236}">
                <a16:creationId xmlns:a16="http://schemas.microsoft.com/office/drawing/2014/main" id="{E36D9003-7D1B-D69C-4654-98511B973511}"/>
              </a:ext>
            </a:extLst>
          </p:cNvPr>
          <p:cNvPicPr>
            <a:picLocks noChangeAspect="1"/>
          </p:cNvPicPr>
          <p:nvPr>
            <p:custDataLst>
              <p:tags r:id="rId1"/>
            </p:custDataLst>
          </p:nvPr>
        </p:nvPicPr>
        <p:blipFill>
          <a:blip r:embed="rId18"/>
          <a:srcRect/>
          <a:stretch>
            <a:fillRect/>
          </a:stretch>
        </p:blipFill>
        <p:spPr>
          <a:xfrm>
            <a:off x="361421" y="628183"/>
            <a:ext cx="2624138" cy="1753553"/>
          </a:xfrm>
          <a:prstGeom prst="roundRect">
            <a:avLst/>
          </a:prstGeom>
          <a:effectLst>
            <a:outerShdw blurRad="50800" dist="38100" dir="2700000" algn="tl" rotWithShape="0">
              <a:prstClr val="black">
                <a:alpha val="40000"/>
              </a:prstClr>
            </a:outerShdw>
          </a:effectLst>
        </p:spPr>
      </p:pic>
      <p:pic>
        <p:nvPicPr>
          <p:cNvPr id="4" name="图片 3" descr="\\10.1.1.22\视频事业部\幼儿园组\A 课件\14-热点+特色主题\2-节日纪念日课件\A0017 原创-社会美术-世界水日【燕烽】\01 课件资源包\课件资源\图片资源\实拍图\+logo\图片22.png图片22">
            <a:extLst>
              <a:ext uri="{FF2B5EF4-FFF2-40B4-BE49-F238E27FC236}">
                <a16:creationId xmlns:a16="http://schemas.microsoft.com/office/drawing/2014/main" id="{801305C2-8A9D-2415-BDBE-6F18EFDBE929}"/>
              </a:ext>
            </a:extLst>
          </p:cNvPr>
          <p:cNvPicPr>
            <a:picLocks noChangeAspect="1"/>
          </p:cNvPicPr>
          <p:nvPr>
            <p:custDataLst>
              <p:tags r:id="rId2"/>
            </p:custDataLst>
          </p:nvPr>
        </p:nvPicPr>
        <p:blipFill>
          <a:blip r:embed="rId19"/>
          <a:srcRect/>
          <a:stretch>
            <a:fillRect/>
          </a:stretch>
        </p:blipFill>
        <p:spPr>
          <a:xfrm>
            <a:off x="1744915" y="2599144"/>
            <a:ext cx="2627471" cy="1754505"/>
          </a:xfrm>
          <a:prstGeom prst="roundRect">
            <a:avLst/>
          </a:prstGeom>
          <a:effectLst>
            <a:outerShdw blurRad="50800" dist="38100" dir="2700000" algn="tl" rotWithShape="0">
              <a:prstClr val="black">
                <a:alpha val="40000"/>
              </a:prstClr>
            </a:outerShdw>
          </a:effectLst>
        </p:spPr>
      </p:pic>
      <p:pic>
        <p:nvPicPr>
          <p:cNvPr id="7" name="图片 6" descr="\\10.1.1.22\视频事业部\幼儿园组\A 课件\14-热点+特色主题\2-节日纪念日课件\A0017 原创-社会美术-世界水日【燕烽】\01 课件资源包\课件资源\图片资源\实拍图\+logo\图片23.png图片23">
            <a:extLst>
              <a:ext uri="{FF2B5EF4-FFF2-40B4-BE49-F238E27FC236}">
                <a16:creationId xmlns:a16="http://schemas.microsoft.com/office/drawing/2014/main" id="{D78ED62A-5E74-6C07-FB4E-B3F80BB1700C}"/>
              </a:ext>
            </a:extLst>
          </p:cNvPr>
          <p:cNvPicPr>
            <a:picLocks noChangeAspect="1"/>
          </p:cNvPicPr>
          <p:nvPr>
            <p:custDataLst>
              <p:tags r:id="rId3"/>
            </p:custDataLst>
          </p:nvPr>
        </p:nvPicPr>
        <p:blipFill>
          <a:blip r:embed="rId20"/>
          <a:srcRect/>
          <a:stretch>
            <a:fillRect/>
          </a:stretch>
        </p:blipFill>
        <p:spPr>
          <a:xfrm>
            <a:off x="6191383" y="627945"/>
            <a:ext cx="2627471" cy="1754505"/>
          </a:xfrm>
          <a:prstGeom prst="roundRect">
            <a:avLst/>
          </a:prstGeom>
          <a:effectLst>
            <a:outerShdw blurRad="50800" dist="38100" dir="2700000" algn="tl" rotWithShape="0">
              <a:prstClr val="black">
                <a:alpha val="40000"/>
              </a:prstClr>
            </a:outerShdw>
          </a:effectLst>
        </p:spPr>
      </p:pic>
      <p:pic>
        <p:nvPicPr>
          <p:cNvPr id="8" name="图片 7" descr="\\10.1.1.22\视频事业部\幼儿园组\A 课件\14-热点+特色主题\2-节日纪念日课件\A0017 原创-社会美术-世界水日【燕烽】\01 课件资源包\课件资源\图片资源\实拍图\+logo\图片24.png图片24">
            <a:extLst>
              <a:ext uri="{FF2B5EF4-FFF2-40B4-BE49-F238E27FC236}">
                <a16:creationId xmlns:a16="http://schemas.microsoft.com/office/drawing/2014/main" id="{A81C352F-7132-9E3F-B476-8931E19DD8AB}"/>
              </a:ext>
            </a:extLst>
          </p:cNvPr>
          <p:cNvPicPr>
            <a:picLocks noChangeAspect="1"/>
          </p:cNvPicPr>
          <p:nvPr>
            <p:custDataLst>
              <p:tags r:id="rId4"/>
            </p:custDataLst>
          </p:nvPr>
        </p:nvPicPr>
        <p:blipFill>
          <a:blip r:embed="rId21"/>
          <a:srcRect/>
          <a:stretch>
            <a:fillRect/>
          </a:stretch>
        </p:blipFill>
        <p:spPr>
          <a:xfrm>
            <a:off x="3275305" y="627945"/>
            <a:ext cx="2627471" cy="1754505"/>
          </a:xfrm>
          <a:prstGeom prst="roundRect">
            <a:avLst/>
          </a:prstGeom>
          <a:effectLst>
            <a:outerShdw blurRad="50800" dist="38100" dir="2700000" algn="tl" rotWithShape="0">
              <a:prstClr val="black">
                <a:alpha val="40000"/>
              </a:prstClr>
            </a:outerShdw>
          </a:effectLst>
        </p:spPr>
      </p:pic>
      <p:pic>
        <p:nvPicPr>
          <p:cNvPr id="9" name="图片 8" descr="\\10.1.1.22\视频事业部\幼儿园组\A 课件\14-热点+特色主题\2-节日纪念日课件\A0017 原创-社会美术-世界水日【燕烽】\01 课件资源包\课件资源\图片资源\实拍图\+logo\图片12.png图片12">
            <a:extLst>
              <a:ext uri="{FF2B5EF4-FFF2-40B4-BE49-F238E27FC236}">
                <a16:creationId xmlns:a16="http://schemas.microsoft.com/office/drawing/2014/main" id="{5C977CE0-BDA5-F52D-A52F-FFC57C6B915A}"/>
              </a:ext>
            </a:extLst>
          </p:cNvPr>
          <p:cNvPicPr>
            <a:picLocks noChangeAspect="1"/>
          </p:cNvPicPr>
          <p:nvPr>
            <p:custDataLst>
              <p:tags r:id="rId5"/>
            </p:custDataLst>
          </p:nvPr>
        </p:nvPicPr>
        <p:blipFill>
          <a:blip r:embed="rId22"/>
          <a:srcRect/>
          <a:stretch>
            <a:fillRect/>
          </a:stretch>
        </p:blipFill>
        <p:spPr>
          <a:xfrm>
            <a:off x="4769882" y="2598896"/>
            <a:ext cx="2626995" cy="1754505"/>
          </a:xfrm>
          <a:prstGeom prst="roundRect">
            <a:avLst/>
          </a:prstGeom>
          <a:effectLst>
            <a:outerShdw blurRad="50800" dist="38100" dir="2700000" algn="tl" rotWithShape="0">
              <a:prstClr val="black">
                <a:alpha val="40000"/>
              </a:prstClr>
            </a:outerShdw>
          </a:effectLst>
        </p:spPr>
      </p:pic>
      <p:sp>
        <p:nvSpPr>
          <p:cNvPr id="11" name="文本框 10">
            <a:extLst>
              <a:ext uri="{FF2B5EF4-FFF2-40B4-BE49-F238E27FC236}">
                <a16:creationId xmlns:a16="http://schemas.microsoft.com/office/drawing/2014/main" id="{E18CD34C-50D9-03CB-F051-58DFC2161D39}"/>
              </a:ext>
            </a:extLst>
          </p:cNvPr>
          <p:cNvSpPr txBox="1"/>
          <p:nvPr>
            <p:custDataLst>
              <p:tags r:id="rId6"/>
            </p:custDataLst>
          </p:nvPr>
        </p:nvSpPr>
        <p:spPr>
          <a:xfrm>
            <a:off x="681990" y="2356009"/>
            <a:ext cx="1946434" cy="246862"/>
          </a:xfrm>
          <a:prstGeom prst="rect">
            <a:avLst/>
          </a:prstGeom>
          <a:noFill/>
        </p:spPr>
        <p:txBody>
          <a:bodyPr wrap="square" rtlCol="0" anchor="t">
            <a:spAutoFit/>
          </a:bodyPr>
          <a:lstStyle/>
          <a:p>
            <a:pPr marL="0" marR="0" lvl="0" indent="0" algn="ctr" defTabSz="685800" rtl="0" eaLnBrk="1" fontAlgn="base" latinLnBrk="0" hangingPunct="1">
              <a:lnSpc>
                <a:spcPct val="130000"/>
              </a:lnSpc>
              <a:spcBef>
                <a:spcPct val="0"/>
              </a:spcBef>
              <a:spcAft>
                <a:spcPct val="0"/>
              </a:spcAft>
              <a:buClrTx/>
              <a:buSzTx/>
              <a:buFontTx/>
              <a:buNone/>
              <a:tabLst/>
              <a:defRPr/>
            </a:pPr>
            <a:r>
              <a:rPr kumimoji="0" lang="en-US" altLang="zh-CN" sz="9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宋体" panose="02010600030101010101" pitchFamily="2" charset="-122"/>
                <a:sym typeface="+mn-ea"/>
              </a:rPr>
              <a:t>1.</a:t>
            </a:r>
            <a:r>
              <a:rPr kumimoji="0" lang="zh-CN" altLang="en-US" sz="9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宋体" panose="02010600030101010101" pitchFamily="2" charset="-122"/>
                <a:sym typeface="+mn-ea"/>
              </a:rPr>
              <a:t>给</a:t>
            </a:r>
            <a:r>
              <a:rPr kumimoji="0" sz="9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宋体" panose="02010600030101010101" pitchFamily="2" charset="-122"/>
                <a:sym typeface="+mn-ea"/>
              </a:rPr>
              <a:t>水滴和小手涂色</a:t>
            </a:r>
            <a:endParaRPr kumimoji="0" lang="zh-CN" altLang="zh-CN" sz="9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宋体" panose="02010600030101010101" pitchFamily="2" charset="-122"/>
              <a:sym typeface="+mn-ea"/>
            </a:endParaRPr>
          </a:p>
        </p:txBody>
      </p:sp>
      <p:sp>
        <p:nvSpPr>
          <p:cNvPr id="12" name="文本框 11">
            <a:extLst>
              <a:ext uri="{FF2B5EF4-FFF2-40B4-BE49-F238E27FC236}">
                <a16:creationId xmlns:a16="http://schemas.microsoft.com/office/drawing/2014/main" id="{DE748C42-D219-5F61-CCD8-1598D06120F9}"/>
              </a:ext>
            </a:extLst>
          </p:cNvPr>
          <p:cNvSpPr txBox="1"/>
          <p:nvPr>
            <p:custDataLst>
              <p:tags r:id="rId7"/>
            </p:custDataLst>
          </p:nvPr>
        </p:nvSpPr>
        <p:spPr>
          <a:xfrm>
            <a:off x="3599974" y="2350770"/>
            <a:ext cx="1946434" cy="246862"/>
          </a:xfrm>
          <a:prstGeom prst="rect">
            <a:avLst/>
          </a:prstGeom>
          <a:noFill/>
        </p:spPr>
        <p:txBody>
          <a:bodyPr wrap="square" rtlCol="0" anchor="t">
            <a:spAutoFit/>
          </a:bodyPr>
          <a:lstStyle/>
          <a:p>
            <a:pPr marL="0" marR="0" lvl="0" indent="0" algn="ctr" defTabSz="685800" rtl="0" eaLnBrk="1" fontAlgn="base" latinLnBrk="0" hangingPunct="1">
              <a:lnSpc>
                <a:spcPct val="130000"/>
              </a:lnSpc>
              <a:spcBef>
                <a:spcPct val="0"/>
              </a:spcBef>
              <a:spcAft>
                <a:spcPct val="0"/>
              </a:spcAft>
              <a:buClrTx/>
              <a:buSzTx/>
              <a:buFontTx/>
              <a:buNone/>
              <a:tabLst/>
              <a:defRPr/>
            </a:pPr>
            <a:r>
              <a:rPr kumimoji="0" lang="en-US" altLang="zh-CN" sz="9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宋体" panose="02010600030101010101" pitchFamily="2" charset="-122"/>
                <a:sym typeface="+mn-ea"/>
              </a:rPr>
              <a:t>2.</a:t>
            </a:r>
            <a:r>
              <a:rPr kumimoji="0" lang="zh-CN" altLang="en-US" sz="9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宋体" panose="02010600030101010101" pitchFamily="2" charset="-122"/>
                <a:sym typeface="+mn-ea"/>
              </a:rPr>
              <a:t>给小水滴添画表情</a:t>
            </a:r>
          </a:p>
        </p:txBody>
      </p:sp>
      <p:sp>
        <p:nvSpPr>
          <p:cNvPr id="14" name="文本框 13">
            <a:extLst>
              <a:ext uri="{FF2B5EF4-FFF2-40B4-BE49-F238E27FC236}">
                <a16:creationId xmlns:a16="http://schemas.microsoft.com/office/drawing/2014/main" id="{3ABD59F0-CB9B-117A-D283-9E18DC6E40A5}"/>
              </a:ext>
            </a:extLst>
          </p:cNvPr>
          <p:cNvSpPr txBox="1"/>
          <p:nvPr>
            <p:custDataLst>
              <p:tags r:id="rId8"/>
            </p:custDataLst>
          </p:nvPr>
        </p:nvSpPr>
        <p:spPr>
          <a:xfrm>
            <a:off x="6159342" y="2356009"/>
            <a:ext cx="2699861" cy="426912"/>
          </a:xfrm>
          <a:prstGeom prst="rect">
            <a:avLst/>
          </a:prstGeom>
          <a:noFill/>
        </p:spPr>
        <p:txBody>
          <a:bodyPr wrap="square" rtlCol="0" anchor="t">
            <a:spAutoFit/>
          </a:bodyPr>
          <a:lstStyle/>
          <a:p>
            <a:pPr marL="0" marR="0" lvl="0" indent="0" algn="ctr" defTabSz="685800" rtl="0" eaLnBrk="1" fontAlgn="base" latinLnBrk="0" hangingPunct="1">
              <a:lnSpc>
                <a:spcPct val="130000"/>
              </a:lnSpc>
              <a:spcBef>
                <a:spcPct val="0"/>
              </a:spcBef>
              <a:spcAft>
                <a:spcPct val="0"/>
              </a:spcAft>
              <a:buClrTx/>
              <a:buSzTx/>
              <a:buFontTx/>
              <a:buNone/>
              <a:tabLst/>
              <a:defRPr/>
            </a:pPr>
            <a:r>
              <a:rPr kumimoji="0" lang="en-US" altLang="zh-CN" sz="9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宋体" panose="02010600030101010101" pitchFamily="2" charset="-122"/>
                <a:sym typeface="+mn-ea"/>
              </a:rPr>
              <a:t>3.</a:t>
            </a:r>
            <a:r>
              <a:rPr kumimoji="0" lang="zh-CN" altLang="en-US" sz="9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宋体" panose="02010600030101010101" pitchFamily="2" charset="-122"/>
                <a:sym typeface="+mn-ea"/>
              </a:rPr>
              <a:t>将捧着水滴的双手剪下（此步骤建议由教师完成）</a:t>
            </a:r>
          </a:p>
        </p:txBody>
      </p:sp>
      <p:sp>
        <p:nvSpPr>
          <p:cNvPr id="15" name="文本框 14">
            <a:extLst>
              <a:ext uri="{FF2B5EF4-FFF2-40B4-BE49-F238E27FC236}">
                <a16:creationId xmlns:a16="http://schemas.microsoft.com/office/drawing/2014/main" id="{A69980B8-D91D-6B0B-EDD5-C899D82976C1}"/>
              </a:ext>
            </a:extLst>
          </p:cNvPr>
          <p:cNvSpPr txBox="1"/>
          <p:nvPr>
            <p:custDataLst>
              <p:tags r:id="rId9"/>
            </p:custDataLst>
          </p:nvPr>
        </p:nvSpPr>
        <p:spPr>
          <a:xfrm>
            <a:off x="2088357" y="4321492"/>
            <a:ext cx="1946434" cy="246862"/>
          </a:xfrm>
          <a:prstGeom prst="rect">
            <a:avLst/>
          </a:prstGeom>
          <a:noFill/>
        </p:spPr>
        <p:txBody>
          <a:bodyPr wrap="square" rtlCol="0" anchor="t">
            <a:spAutoFit/>
          </a:bodyPr>
          <a:lstStyle/>
          <a:p>
            <a:pPr marL="0" marR="0" lvl="0" indent="0" algn="ctr" defTabSz="685800" rtl="0" eaLnBrk="1" fontAlgn="base" latinLnBrk="0" hangingPunct="1">
              <a:lnSpc>
                <a:spcPct val="130000"/>
              </a:lnSpc>
              <a:spcBef>
                <a:spcPct val="0"/>
              </a:spcBef>
              <a:spcAft>
                <a:spcPct val="0"/>
              </a:spcAft>
              <a:buClrTx/>
              <a:buSzTx/>
              <a:buFontTx/>
              <a:buNone/>
              <a:tabLst/>
              <a:defRPr/>
            </a:pPr>
            <a:r>
              <a:rPr kumimoji="0" lang="en-US" sz="9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宋体" panose="02010600030101010101" pitchFamily="2" charset="-122"/>
                <a:sym typeface="+mn-ea"/>
              </a:rPr>
              <a:t>4.</a:t>
            </a:r>
            <a:r>
              <a:rPr kumimoji="0" lang="zh-CN" altLang="en-US" sz="9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宋体" panose="02010600030101010101" pitchFamily="2" charset="-122"/>
                <a:sym typeface="+mn-ea"/>
              </a:rPr>
              <a:t>将手贴在底板中</a:t>
            </a:r>
          </a:p>
        </p:txBody>
      </p:sp>
      <p:sp>
        <p:nvSpPr>
          <p:cNvPr id="16" name="文本框 15">
            <a:extLst>
              <a:ext uri="{FF2B5EF4-FFF2-40B4-BE49-F238E27FC236}">
                <a16:creationId xmlns:a16="http://schemas.microsoft.com/office/drawing/2014/main" id="{7C9CC39E-3332-ABCA-198D-A966AAF65B33}"/>
              </a:ext>
            </a:extLst>
          </p:cNvPr>
          <p:cNvSpPr txBox="1"/>
          <p:nvPr>
            <p:custDataLst>
              <p:tags r:id="rId10"/>
            </p:custDataLst>
          </p:nvPr>
        </p:nvSpPr>
        <p:spPr>
          <a:xfrm>
            <a:off x="5110163" y="4321492"/>
            <a:ext cx="1946434" cy="246862"/>
          </a:xfrm>
          <a:prstGeom prst="rect">
            <a:avLst/>
          </a:prstGeom>
          <a:noFill/>
        </p:spPr>
        <p:txBody>
          <a:bodyPr wrap="square" rtlCol="0" anchor="t">
            <a:spAutoFit/>
          </a:bodyPr>
          <a:lstStyle/>
          <a:p>
            <a:pPr marL="0" marR="0" lvl="0" indent="0" algn="ctr" defTabSz="685800" rtl="0" eaLnBrk="1" fontAlgn="base" latinLnBrk="0" hangingPunct="1">
              <a:lnSpc>
                <a:spcPct val="130000"/>
              </a:lnSpc>
              <a:spcBef>
                <a:spcPct val="0"/>
              </a:spcBef>
              <a:spcAft>
                <a:spcPct val="0"/>
              </a:spcAft>
              <a:buClrTx/>
              <a:buSzTx/>
              <a:buFontTx/>
              <a:buNone/>
              <a:tabLst/>
              <a:defRPr/>
            </a:pPr>
            <a:r>
              <a:rPr kumimoji="0" lang="en-US" sz="9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宋体" panose="02010600030101010101" pitchFamily="2" charset="-122"/>
                <a:sym typeface="+mn-ea"/>
              </a:rPr>
              <a:t>5.</a:t>
            </a:r>
            <a:r>
              <a:rPr kumimoji="0" lang="zh-CN" altLang="en-US" sz="9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宋体" panose="02010600030101010101" pitchFamily="2" charset="-122"/>
                <a:sym typeface="+mn-ea"/>
              </a:rPr>
              <a:t>漂亮的水资源贴画完成啦</a:t>
            </a:r>
          </a:p>
        </p:txBody>
      </p:sp>
      <p:sp>
        <p:nvSpPr>
          <p:cNvPr id="13" name="文本框 12">
            <a:extLst>
              <a:ext uri="{FF2B5EF4-FFF2-40B4-BE49-F238E27FC236}">
                <a16:creationId xmlns:a16="http://schemas.microsoft.com/office/drawing/2014/main" id="{A33B9FA2-D34B-ED27-063B-B3E0E2DB53D7}"/>
              </a:ext>
            </a:extLst>
          </p:cNvPr>
          <p:cNvSpPr txBox="1"/>
          <p:nvPr>
            <p:custDataLst>
              <p:tags r:id="rId11"/>
            </p:custDataLst>
          </p:nvPr>
        </p:nvSpPr>
        <p:spPr>
          <a:xfrm>
            <a:off x="413861" y="519589"/>
            <a:ext cx="494348" cy="643890"/>
          </a:xfrm>
          <a:prstGeom prst="rect">
            <a:avLst/>
          </a:prstGeom>
          <a:noFill/>
        </p:spPr>
        <p:txBody>
          <a:bodyPr wrap="none" rtlCol="0" anchor="t">
            <a:noAutofit/>
          </a:bodyPr>
          <a:lstStyle/>
          <a:p>
            <a:pPr marL="0" marR="0" lvl="0" indent="0" algn="l" defTabSz="685800" rtl="0" eaLnBrk="1" fontAlgn="base" latinLnBrk="0" hangingPunct="1">
              <a:lnSpc>
                <a:spcPct val="150000"/>
              </a:lnSpc>
              <a:spcBef>
                <a:spcPct val="0"/>
              </a:spcBef>
              <a:spcAft>
                <a:spcPct val="0"/>
              </a:spcAft>
              <a:buClrTx/>
              <a:buSzTx/>
              <a:buFontTx/>
              <a:buNone/>
              <a:tabLst/>
              <a:defRPr/>
            </a:pPr>
            <a:r>
              <a:rPr kumimoji="0" lang="zh-CN" altLang="zh-CN" sz="2100" b="1" i="0" u="none" strike="noStrike" kern="1200" cap="none" spc="0" normalizeH="0" baseline="0" noProof="0">
                <a:ln>
                  <a:noFill/>
                </a:ln>
                <a:solidFill>
                  <a:srgbClr val="FFFFFF"/>
                </a:solidFill>
                <a:effectLst/>
                <a:uLnTx/>
                <a:uFillTx/>
                <a:latin typeface="Calibri" panose="020F0502020204030204" charset="0"/>
                <a:ea typeface="黑体" panose="02010609060101010101" charset="-122"/>
                <a:cs typeface="黑体" panose="02010609060101010101" charset="-122"/>
                <a:sym typeface="+mn-ea"/>
              </a:rPr>
              <a:t>①</a:t>
            </a:r>
          </a:p>
        </p:txBody>
      </p:sp>
      <p:sp>
        <p:nvSpPr>
          <p:cNvPr id="17" name="文本框 16">
            <a:extLst>
              <a:ext uri="{FF2B5EF4-FFF2-40B4-BE49-F238E27FC236}">
                <a16:creationId xmlns:a16="http://schemas.microsoft.com/office/drawing/2014/main" id="{4A5C5D9F-3010-D173-08C5-66FFC0AC2CDA}"/>
              </a:ext>
            </a:extLst>
          </p:cNvPr>
          <p:cNvSpPr txBox="1"/>
          <p:nvPr>
            <p:custDataLst>
              <p:tags r:id="rId12"/>
            </p:custDataLst>
          </p:nvPr>
        </p:nvSpPr>
        <p:spPr>
          <a:xfrm>
            <a:off x="3330416" y="519589"/>
            <a:ext cx="494348" cy="643890"/>
          </a:xfrm>
          <a:prstGeom prst="rect">
            <a:avLst/>
          </a:prstGeom>
          <a:noFill/>
        </p:spPr>
        <p:txBody>
          <a:bodyPr wrap="none" rtlCol="0" anchor="t">
            <a:noAutofit/>
          </a:bodyPr>
          <a:lstStyle/>
          <a:p>
            <a:pPr marL="0" marR="0" lvl="0" indent="0" algn="l" defTabSz="685800" rtl="0" eaLnBrk="1" fontAlgn="base" latinLnBrk="0" hangingPunct="1">
              <a:lnSpc>
                <a:spcPct val="150000"/>
              </a:lnSpc>
              <a:spcBef>
                <a:spcPct val="0"/>
              </a:spcBef>
              <a:spcAft>
                <a:spcPct val="0"/>
              </a:spcAft>
              <a:buClrTx/>
              <a:buSzTx/>
              <a:buFontTx/>
              <a:buNone/>
              <a:tabLst/>
              <a:defRPr/>
            </a:pPr>
            <a:r>
              <a:rPr kumimoji="0" lang="zh-CN" altLang="zh-CN" sz="2100" b="1" i="0" u="none" strike="noStrike" kern="1200" cap="none" spc="0" normalizeH="0" baseline="0" noProof="0">
                <a:ln>
                  <a:noFill/>
                </a:ln>
                <a:solidFill>
                  <a:srgbClr val="FFFFFF"/>
                </a:solidFill>
                <a:effectLst/>
                <a:uLnTx/>
                <a:uFillTx/>
                <a:latin typeface="Calibri" panose="020F0502020204030204" charset="0"/>
                <a:ea typeface="黑体" panose="02010609060101010101" charset="-122"/>
                <a:cs typeface="黑体" panose="02010609060101010101" charset="-122"/>
                <a:sym typeface="+mn-ea"/>
              </a:rPr>
              <a:t>②</a:t>
            </a:r>
          </a:p>
        </p:txBody>
      </p:sp>
      <p:sp>
        <p:nvSpPr>
          <p:cNvPr id="18" name="文本框 17">
            <a:extLst>
              <a:ext uri="{FF2B5EF4-FFF2-40B4-BE49-F238E27FC236}">
                <a16:creationId xmlns:a16="http://schemas.microsoft.com/office/drawing/2014/main" id="{366EAE3B-934C-2083-622A-FF8D98F000E2}"/>
              </a:ext>
            </a:extLst>
          </p:cNvPr>
          <p:cNvSpPr txBox="1"/>
          <p:nvPr>
            <p:custDataLst>
              <p:tags r:id="rId13"/>
            </p:custDataLst>
          </p:nvPr>
        </p:nvSpPr>
        <p:spPr>
          <a:xfrm>
            <a:off x="6246495" y="519589"/>
            <a:ext cx="494348" cy="643890"/>
          </a:xfrm>
          <a:prstGeom prst="rect">
            <a:avLst/>
          </a:prstGeom>
          <a:noFill/>
        </p:spPr>
        <p:txBody>
          <a:bodyPr wrap="none" rtlCol="0" anchor="t">
            <a:noAutofit/>
          </a:bodyPr>
          <a:lstStyle/>
          <a:p>
            <a:pPr marL="0" marR="0" lvl="0" indent="0" algn="l" defTabSz="685800" rtl="0" eaLnBrk="1" fontAlgn="base" latinLnBrk="0" hangingPunct="1">
              <a:lnSpc>
                <a:spcPct val="150000"/>
              </a:lnSpc>
              <a:spcBef>
                <a:spcPct val="0"/>
              </a:spcBef>
              <a:spcAft>
                <a:spcPct val="0"/>
              </a:spcAft>
              <a:buClrTx/>
              <a:buSzTx/>
              <a:buFontTx/>
              <a:buNone/>
              <a:tabLst/>
              <a:defRPr/>
            </a:pPr>
            <a:r>
              <a:rPr kumimoji="0" lang="zh-CN" altLang="zh-CN" sz="2100" b="1" i="0" u="none" strike="noStrike" kern="1200" cap="none" spc="0" normalizeH="0" baseline="0" noProof="0">
                <a:ln>
                  <a:noFill/>
                </a:ln>
                <a:solidFill>
                  <a:srgbClr val="FFFFFF"/>
                </a:solidFill>
                <a:effectLst/>
                <a:uLnTx/>
                <a:uFillTx/>
                <a:latin typeface="Calibri" panose="020F0502020204030204" charset="0"/>
                <a:ea typeface="黑体" panose="02010609060101010101" charset="-122"/>
                <a:cs typeface="黑体" panose="02010609060101010101" charset="-122"/>
                <a:sym typeface="+mn-ea"/>
              </a:rPr>
              <a:t>③</a:t>
            </a:r>
          </a:p>
        </p:txBody>
      </p:sp>
      <p:sp>
        <p:nvSpPr>
          <p:cNvPr id="19" name="文本框 18">
            <a:extLst>
              <a:ext uri="{FF2B5EF4-FFF2-40B4-BE49-F238E27FC236}">
                <a16:creationId xmlns:a16="http://schemas.microsoft.com/office/drawing/2014/main" id="{623C356A-6772-E1C7-6EAC-1E38B55D8091}"/>
              </a:ext>
            </a:extLst>
          </p:cNvPr>
          <p:cNvSpPr txBox="1"/>
          <p:nvPr>
            <p:custDataLst>
              <p:tags r:id="rId14"/>
            </p:custDataLst>
          </p:nvPr>
        </p:nvSpPr>
        <p:spPr>
          <a:xfrm>
            <a:off x="1817846" y="2517934"/>
            <a:ext cx="494348" cy="643890"/>
          </a:xfrm>
          <a:prstGeom prst="rect">
            <a:avLst/>
          </a:prstGeom>
          <a:noFill/>
        </p:spPr>
        <p:txBody>
          <a:bodyPr wrap="none" rtlCol="0" anchor="t">
            <a:noAutofit/>
          </a:bodyPr>
          <a:lstStyle/>
          <a:p>
            <a:pPr marL="0" marR="0" lvl="0" indent="0" algn="l" defTabSz="685800" rtl="0" eaLnBrk="1" fontAlgn="base" latinLnBrk="0" hangingPunct="1">
              <a:lnSpc>
                <a:spcPct val="150000"/>
              </a:lnSpc>
              <a:spcBef>
                <a:spcPct val="0"/>
              </a:spcBef>
              <a:spcAft>
                <a:spcPct val="0"/>
              </a:spcAft>
              <a:buClrTx/>
              <a:buSzTx/>
              <a:buFontTx/>
              <a:buNone/>
              <a:tabLst/>
              <a:defRPr/>
            </a:pPr>
            <a:r>
              <a:rPr kumimoji="0" lang="zh-CN" altLang="zh-CN" sz="2100" b="1" i="0" u="none" strike="noStrike" kern="1200" cap="none" spc="0" normalizeH="0" baseline="0" noProof="0">
                <a:ln>
                  <a:noFill/>
                </a:ln>
                <a:solidFill>
                  <a:srgbClr val="FFFFFF"/>
                </a:solidFill>
                <a:effectLst/>
                <a:uLnTx/>
                <a:uFillTx/>
                <a:latin typeface="Calibri" panose="020F0502020204030204" charset="0"/>
                <a:ea typeface="黑体" panose="02010609060101010101" charset="-122"/>
                <a:cs typeface="黑体" panose="02010609060101010101" charset="-122"/>
                <a:sym typeface="+mn-ea"/>
              </a:rPr>
              <a:t>④</a:t>
            </a:r>
          </a:p>
        </p:txBody>
      </p:sp>
      <p:sp>
        <p:nvSpPr>
          <p:cNvPr id="20" name="文本框 19">
            <a:extLst>
              <a:ext uri="{FF2B5EF4-FFF2-40B4-BE49-F238E27FC236}">
                <a16:creationId xmlns:a16="http://schemas.microsoft.com/office/drawing/2014/main" id="{A435C274-C66B-4701-09EC-7D540DCDBD87}"/>
              </a:ext>
            </a:extLst>
          </p:cNvPr>
          <p:cNvSpPr txBox="1"/>
          <p:nvPr>
            <p:custDataLst>
              <p:tags r:id="rId15"/>
            </p:custDataLst>
          </p:nvPr>
        </p:nvSpPr>
        <p:spPr>
          <a:xfrm>
            <a:off x="4842034" y="2517934"/>
            <a:ext cx="494348" cy="643890"/>
          </a:xfrm>
          <a:prstGeom prst="rect">
            <a:avLst/>
          </a:prstGeom>
          <a:noFill/>
        </p:spPr>
        <p:txBody>
          <a:bodyPr wrap="none" rtlCol="0" anchor="t">
            <a:noAutofit/>
          </a:bodyPr>
          <a:lstStyle/>
          <a:p>
            <a:pPr marL="0" marR="0" lvl="0" indent="0" algn="l" defTabSz="685800" rtl="0" eaLnBrk="1" fontAlgn="base" latinLnBrk="0" hangingPunct="1">
              <a:lnSpc>
                <a:spcPct val="150000"/>
              </a:lnSpc>
              <a:spcBef>
                <a:spcPct val="0"/>
              </a:spcBef>
              <a:spcAft>
                <a:spcPct val="0"/>
              </a:spcAft>
              <a:buClrTx/>
              <a:buSzTx/>
              <a:buFontTx/>
              <a:buNone/>
              <a:tabLst/>
              <a:defRPr/>
            </a:pPr>
            <a:r>
              <a:rPr kumimoji="0" lang="zh-CN" altLang="zh-CN" sz="2100" b="1" i="0" u="none" strike="noStrike" kern="1200" cap="none" spc="0" normalizeH="0" baseline="0" noProof="0">
                <a:ln>
                  <a:noFill/>
                </a:ln>
                <a:solidFill>
                  <a:srgbClr val="FFFFFF"/>
                </a:solidFill>
                <a:effectLst/>
                <a:uLnTx/>
                <a:uFillTx/>
                <a:latin typeface="Calibri" panose="020F0502020204030204" charset="0"/>
                <a:ea typeface="黑体" panose="02010609060101010101" charset="-122"/>
                <a:cs typeface="黑体" panose="02010609060101010101" charset="-122"/>
                <a:sym typeface="+mn-ea"/>
              </a:rPr>
              <a:t>⑤</a:t>
            </a:r>
          </a:p>
        </p:txBody>
      </p:sp>
    </p:spTree>
    <p:extLst>
      <p:ext uri="{BB962C8B-B14F-4D97-AF65-F5344CB8AC3E}">
        <p14:creationId xmlns:p14="http://schemas.microsoft.com/office/powerpoint/2010/main" val="373549948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135F05-113E-3D96-92B3-36F9CFB874E6}"/>
            </a:ext>
          </a:extLst>
        </p:cNvPr>
        <p:cNvGrpSpPr/>
        <p:nvPr/>
      </p:nvGrpSpPr>
      <p:grpSpPr>
        <a:xfrm>
          <a:off x="0" y="0"/>
          <a:ext cx="0" cy="0"/>
          <a:chOff x="0" y="0"/>
          <a:chExt cx="0" cy="0"/>
        </a:xfrm>
      </p:grpSpPr>
      <p:sp>
        <p:nvSpPr>
          <p:cNvPr id="6" name="圆角矩形 5">
            <a:extLst>
              <a:ext uri="{FF2B5EF4-FFF2-40B4-BE49-F238E27FC236}">
                <a16:creationId xmlns:a16="http://schemas.microsoft.com/office/drawing/2014/main" id="{B6029A84-1E8C-0516-6D92-34D4CC2E9CD5}"/>
              </a:ext>
            </a:extLst>
          </p:cNvPr>
          <p:cNvSpPr/>
          <p:nvPr/>
        </p:nvSpPr>
        <p:spPr>
          <a:xfrm>
            <a:off x="271463" y="194787"/>
            <a:ext cx="1312545" cy="486251"/>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zh-CN" altLang="en-US" sz="2400" b="0" i="0" u="none" strike="noStrike" kern="1200" cap="none" spc="0" normalizeH="0" baseline="0" noProof="0">
                <a:ln>
                  <a:noFill/>
                </a:ln>
                <a:solidFill>
                  <a:srgbClr val="2D6B6F"/>
                </a:solidFill>
                <a:effectLst/>
                <a:uLnTx/>
                <a:uFillTx/>
                <a:latin typeface="黑体" panose="02010609060101010101" charset="-122"/>
                <a:ea typeface="黑体" panose="02010609060101010101" charset="-122"/>
                <a:cs typeface="+mn-cs"/>
              </a:rPr>
              <a:t>备课页</a:t>
            </a:r>
          </a:p>
        </p:txBody>
      </p:sp>
      <p:sp>
        <p:nvSpPr>
          <p:cNvPr id="5" name="圆角矩形 4">
            <a:extLst>
              <a:ext uri="{FF2B5EF4-FFF2-40B4-BE49-F238E27FC236}">
                <a16:creationId xmlns:a16="http://schemas.microsoft.com/office/drawing/2014/main" id="{3F74B4B9-3A79-CB64-9684-836DF9A75DC2}"/>
              </a:ext>
            </a:extLst>
          </p:cNvPr>
          <p:cNvSpPr/>
          <p:nvPr/>
        </p:nvSpPr>
        <p:spPr>
          <a:xfrm>
            <a:off x="773430" y="1267778"/>
            <a:ext cx="5454000" cy="3348000"/>
          </a:xfrm>
          <a:prstGeom prst="roundRect">
            <a:avLst/>
          </a:prstGeom>
          <a:solidFill>
            <a:srgbClr val="DAF9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685800" rtl="0" eaLnBrk="1" fontAlgn="base" latinLnBrk="0" hangingPunct="1">
              <a:lnSpc>
                <a:spcPct val="150000"/>
              </a:lnSpc>
              <a:spcBef>
                <a:spcPct val="0"/>
              </a:spcBef>
              <a:spcAft>
                <a:spcPct val="0"/>
              </a:spcAft>
              <a:buClrTx/>
              <a:buSzTx/>
              <a:buFontTx/>
              <a:buNone/>
              <a:tabLst/>
              <a:defRPr/>
            </a:pPr>
            <a:r>
              <a:rPr kumimoji="0" sz="1500" b="0" i="0" u="none" strike="noStrike" kern="1200" cap="none" spc="0" normalizeH="0" baseline="0" noProof="0">
                <a:ln>
                  <a:noFill/>
                </a:ln>
                <a:solidFill>
                  <a:srgbClr val="2E867C"/>
                </a:solidFill>
                <a:effectLst/>
                <a:uLnTx/>
                <a:uFillTx/>
                <a:latin typeface="黑体" panose="02010609060101010101" charset="-122"/>
                <a:ea typeface="黑体" panose="02010609060101010101" charset="-122"/>
                <a:cs typeface="宋体" panose="02010600030101010101" pitchFamily="2" charset="-122"/>
                <a:sym typeface="+mn-ea"/>
              </a:rPr>
              <a:t>4）幼儿分享作品，师幼共同欣赏、评价。</a:t>
            </a:r>
          </a:p>
          <a:p>
            <a:pPr marL="0" marR="0" lvl="0" indent="0" algn="l" defTabSz="685800" rtl="0" eaLnBrk="1" fontAlgn="base" latinLnBrk="0" hangingPunct="1">
              <a:lnSpc>
                <a:spcPct val="150000"/>
              </a:lnSpc>
              <a:spcBef>
                <a:spcPct val="0"/>
              </a:spcBef>
              <a:spcAft>
                <a:spcPct val="0"/>
              </a:spcAft>
              <a:buClrTx/>
              <a:buSzTx/>
              <a:buFontTx/>
              <a:buNone/>
              <a:tabLst/>
              <a:defRPr/>
            </a:pPr>
            <a:r>
              <a:rPr kumimoji="0" sz="1500" b="0" i="0" u="none" strike="noStrike" kern="1200" cap="none" spc="0" normalizeH="0" baseline="0" noProof="0">
                <a:ln>
                  <a:noFill/>
                </a:ln>
                <a:solidFill>
                  <a:srgbClr val="2E867C"/>
                </a:solidFill>
                <a:effectLst/>
                <a:uLnTx/>
                <a:uFillTx/>
                <a:latin typeface="黑体" panose="02010609060101010101" charset="-122"/>
                <a:ea typeface="黑体" panose="02010609060101010101" charset="-122"/>
                <a:cs typeface="宋体" panose="02010600030101010101" pitchFamily="2" charset="-122"/>
                <a:sym typeface="+mn-ea"/>
              </a:rPr>
              <a:t>——你想把你的水资源贴画贴在什么地方呢？为什么？</a:t>
            </a:r>
          </a:p>
          <a:p>
            <a:pPr marL="0" marR="0" lvl="0" indent="0" algn="l" defTabSz="685800" rtl="0" eaLnBrk="1" fontAlgn="base" latinLnBrk="0" hangingPunct="1">
              <a:lnSpc>
                <a:spcPct val="150000"/>
              </a:lnSpc>
              <a:spcBef>
                <a:spcPct val="0"/>
              </a:spcBef>
              <a:spcAft>
                <a:spcPct val="0"/>
              </a:spcAft>
              <a:buClrTx/>
              <a:buSzTx/>
              <a:buFontTx/>
              <a:buNone/>
              <a:tabLst/>
              <a:defRPr/>
            </a:pPr>
            <a:r>
              <a:rPr kumimoji="0" sz="1500" b="0" i="0" u="none" strike="noStrike" kern="1200" cap="none" spc="0" normalizeH="0" baseline="0" noProof="0">
                <a:ln>
                  <a:noFill/>
                </a:ln>
                <a:solidFill>
                  <a:srgbClr val="2E867C"/>
                </a:solidFill>
                <a:effectLst/>
                <a:uLnTx/>
                <a:uFillTx/>
                <a:latin typeface="黑体" panose="02010609060101010101" charset="-122"/>
                <a:ea typeface="黑体" panose="02010609060101010101" charset="-122"/>
                <a:cs typeface="宋体" panose="02010600030101010101" pitchFamily="2" charset="-122"/>
                <a:sym typeface="+mn-ea"/>
              </a:rPr>
              <a:t>小结：小朋友们都制作出了漂亮的水资源贴画，我们可以把这些贴画贴在活动室、家中等需要提示大家珍惜水资源的地方，让更多的人加入到我们珍惜水资源的行动中来吧！</a:t>
            </a:r>
          </a:p>
        </p:txBody>
      </p:sp>
      <p:pic>
        <p:nvPicPr>
          <p:cNvPr id="2" name="图片 1" descr="美美老师-人设（边线版）0004">
            <a:extLst>
              <a:ext uri="{FF2B5EF4-FFF2-40B4-BE49-F238E27FC236}">
                <a16:creationId xmlns:a16="http://schemas.microsoft.com/office/drawing/2014/main" id="{C0FAADCF-DD87-5959-4A96-99290F5B6742}"/>
              </a:ext>
            </a:extLst>
          </p:cNvPr>
          <p:cNvPicPr>
            <a:picLocks noChangeAspect="1"/>
          </p:cNvPicPr>
          <p:nvPr/>
        </p:nvPicPr>
        <p:blipFill>
          <a:blip r:embed="rId2"/>
          <a:stretch>
            <a:fillRect/>
          </a:stretch>
        </p:blipFill>
        <p:spPr>
          <a:xfrm>
            <a:off x="6246495" y="1321594"/>
            <a:ext cx="2238375" cy="3358039"/>
          </a:xfrm>
          <a:prstGeom prst="rect">
            <a:avLst/>
          </a:prstGeom>
        </p:spPr>
      </p:pic>
      <p:sp>
        <p:nvSpPr>
          <p:cNvPr id="3" name="文本框 2">
            <a:extLst>
              <a:ext uri="{FF2B5EF4-FFF2-40B4-BE49-F238E27FC236}">
                <a16:creationId xmlns:a16="http://schemas.microsoft.com/office/drawing/2014/main" id="{FA9328CE-3E23-FB2A-2EFD-DC0E48EA3722}"/>
              </a:ext>
            </a:extLst>
          </p:cNvPr>
          <p:cNvSpPr txBox="1"/>
          <p:nvPr/>
        </p:nvSpPr>
        <p:spPr>
          <a:xfrm>
            <a:off x="1652588" y="256699"/>
            <a:ext cx="3423761" cy="603050"/>
          </a:xfrm>
          <a:prstGeom prst="rect">
            <a:avLst/>
          </a:prstGeom>
          <a:noFill/>
        </p:spPr>
        <p:txBody>
          <a:bodyPr wrap="square" rtlCol="0">
            <a:spAutoFit/>
          </a:bodyPr>
          <a:lstStyle/>
          <a:p>
            <a:pPr marL="0" marR="0" lvl="0" indent="0" algn="ctr" defTabSz="685800" rtl="0" eaLnBrk="1" fontAlgn="base" latinLnBrk="0" hangingPunct="1">
              <a:lnSpc>
                <a:spcPct val="150000"/>
              </a:lnSpc>
              <a:spcBef>
                <a:spcPct val="0"/>
              </a:spcBef>
              <a:spcAft>
                <a:spcPct val="0"/>
              </a:spcAft>
              <a:buClrTx/>
              <a:buSzTx/>
              <a:buFontTx/>
              <a:buNone/>
              <a:tabLst/>
              <a:defRPr/>
            </a:pPr>
            <a:r>
              <a:rPr kumimoji="0" lang="zh-CN" altLang="zh-CN" sz="1200" b="0" i="0" u="none" strike="noStrike" kern="1200" cap="none" spc="0" normalizeH="0" baseline="0" noProof="0">
                <a:ln>
                  <a:noFill/>
                </a:ln>
                <a:solidFill>
                  <a:srgbClr val="FFFFFF">
                    <a:lumMod val="65000"/>
                  </a:srgbClr>
                </a:solidFill>
                <a:effectLst/>
                <a:uLnTx/>
                <a:uFillTx/>
                <a:latin typeface="黑体" panose="02010609060101010101" charset="-122"/>
                <a:ea typeface="黑体" panose="02010609060101010101" charset="-122"/>
                <a:cs typeface="黑体" panose="02010609060101010101" charset="-122"/>
                <a:sym typeface="+mn-ea"/>
              </a:rPr>
              <a:t>（本备课页仅供备课使用，授课前请删除或隐藏）</a:t>
            </a:r>
          </a:p>
        </p:txBody>
      </p:sp>
    </p:spTree>
    <p:extLst>
      <p:ext uri="{BB962C8B-B14F-4D97-AF65-F5344CB8AC3E}">
        <p14:creationId xmlns:p14="http://schemas.microsoft.com/office/powerpoint/2010/main" val="39050622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9661E7-8FE2-E044-1BFF-3A8A75D5ADFA}"/>
            </a:ext>
          </a:extLst>
        </p:cNvPr>
        <p:cNvGrpSpPr/>
        <p:nvPr/>
      </p:nvGrpSpPr>
      <p:grpSpPr>
        <a:xfrm>
          <a:off x="0" y="0"/>
          <a:ext cx="0" cy="0"/>
          <a:chOff x="0" y="0"/>
          <a:chExt cx="0" cy="0"/>
        </a:xfrm>
      </p:grpSpPr>
      <p:pic>
        <p:nvPicPr>
          <p:cNvPr id="2" name="图片 1" descr="通用页背景">
            <a:extLst>
              <a:ext uri="{FF2B5EF4-FFF2-40B4-BE49-F238E27FC236}">
                <a16:creationId xmlns:a16="http://schemas.microsoft.com/office/drawing/2014/main" id="{379F4E9B-EAE9-6E78-C632-DB2A7E3B0005}"/>
              </a:ext>
            </a:extLst>
          </p:cNvPr>
          <p:cNvPicPr>
            <a:picLocks noChangeAspect="1"/>
          </p:cNvPicPr>
          <p:nvPr/>
        </p:nvPicPr>
        <p:blipFill>
          <a:blip r:embed="rId11"/>
          <a:stretch>
            <a:fillRect/>
          </a:stretch>
        </p:blipFill>
        <p:spPr>
          <a:xfrm>
            <a:off x="0" y="0"/>
            <a:ext cx="9144000" cy="5143500"/>
          </a:xfrm>
          <a:prstGeom prst="rect">
            <a:avLst/>
          </a:prstGeom>
        </p:spPr>
      </p:pic>
      <p:sp>
        <p:nvSpPr>
          <p:cNvPr id="5" name="圆角矩形 4">
            <a:extLst>
              <a:ext uri="{FF2B5EF4-FFF2-40B4-BE49-F238E27FC236}">
                <a16:creationId xmlns:a16="http://schemas.microsoft.com/office/drawing/2014/main" id="{D956CC5D-2FB9-2969-835D-C295562F6BAF}"/>
              </a:ext>
            </a:extLst>
          </p:cNvPr>
          <p:cNvSpPr/>
          <p:nvPr/>
        </p:nvSpPr>
        <p:spPr>
          <a:xfrm>
            <a:off x="487204" y="218122"/>
            <a:ext cx="2778919" cy="294323"/>
          </a:xfrm>
          <a:prstGeom prst="roundRect">
            <a:avLst/>
          </a:prstGeom>
          <a:solidFill>
            <a:srgbClr val="A4E3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685800" rtl="0" eaLnBrk="1" fontAlgn="base" latinLnBrk="0" hangingPunct="1">
              <a:lnSpc>
                <a:spcPct val="100000"/>
              </a:lnSpc>
              <a:spcBef>
                <a:spcPct val="0"/>
              </a:spcBef>
              <a:spcAft>
                <a:spcPct val="0"/>
              </a:spcAft>
              <a:buClrTx/>
              <a:buSzTx/>
              <a:buFontTx/>
              <a:buNone/>
              <a:tabLst/>
              <a:defRPr/>
            </a:pPr>
            <a:r>
              <a:rPr kumimoji="0" lang="zh-CN" altLang="en-US" sz="1050" b="0" i="0" u="none" strike="noStrike" kern="1200" cap="none" spc="0" normalizeH="0" baseline="0" noProof="0">
                <a:ln>
                  <a:noFill/>
                </a:ln>
                <a:solidFill>
                  <a:srgbClr val="2C8F79"/>
                </a:solidFill>
                <a:effectLst/>
                <a:uLnTx/>
                <a:uFillTx/>
                <a:latin typeface="黑体" panose="02010609060101010101" charset="-122"/>
                <a:ea typeface="黑体" panose="02010609060101010101" charset="-122"/>
                <a:cs typeface="+mn-cs"/>
                <a:sym typeface="+mn-ea"/>
              </a:rPr>
              <a:t>点击屏幕</a:t>
            </a:r>
            <a:r>
              <a:rPr kumimoji="0" lang="en-US" altLang="zh-CN" sz="1050" b="0" i="0" u="none" strike="noStrike" kern="1200" cap="none" spc="0" normalizeH="0" baseline="0" noProof="0">
                <a:ln>
                  <a:noFill/>
                </a:ln>
                <a:solidFill>
                  <a:srgbClr val="2C8F79"/>
                </a:solidFill>
                <a:effectLst/>
                <a:uLnTx/>
                <a:uFillTx/>
                <a:latin typeface="黑体" panose="02010609060101010101" charset="-122"/>
                <a:ea typeface="黑体" panose="02010609060101010101" charset="-122"/>
                <a:cs typeface="+mn-cs"/>
                <a:sym typeface="+mn-ea"/>
              </a:rPr>
              <a:t>3</a:t>
            </a:r>
            <a:r>
              <a:rPr kumimoji="0" lang="zh-CN" altLang="en-US" sz="1050" b="0" i="0" u="none" strike="noStrike" kern="1200" cap="none" spc="0" normalizeH="0" baseline="0" noProof="0">
                <a:ln>
                  <a:noFill/>
                </a:ln>
                <a:solidFill>
                  <a:srgbClr val="2C8F79"/>
                </a:solidFill>
                <a:effectLst/>
                <a:uLnTx/>
                <a:uFillTx/>
                <a:latin typeface="黑体" panose="02010609060101010101" charset="-122"/>
                <a:ea typeface="黑体" panose="02010609060101010101" charset="-122"/>
                <a:cs typeface="+mn-cs"/>
                <a:sym typeface="+mn-ea"/>
              </a:rPr>
              <a:t>次，依次出现需提示节水的地点</a:t>
            </a:r>
          </a:p>
        </p:txBody>
      </p:sp>
      <p:pic>
        <p:nvPicPr>
          <p:cNvPr id="6" name="图片 5" descr="C:\Users\Administrator\Desktop\奇奇头\9.png9">
            <a:extLst>
              <a:ext uri="{FF2B5EF4-FFF2-40B4-BE49-F238E27FC236}">
                <a16:creationId xmlns:a16="http://schemas.microsoft.com/office/drawing/2014/main" id="{64F48907-139E-2074-8552-B1BDA0375192}"/>
              </a:ext>
            </a:extLst>
          </p:cNvPr>
          <p:cNvPicPr>
            <a:picLocks noChangeAspect="1"/>
          </p:cNvPicPr>
          <p:nvPr/>
        </p:nvPicPr>
        <p:blipFill>
          <a:blip r:embed="rId12"/>
          <a:srcRect/>
          <a:stretch>
            <a:fillRect/>
          </a:stretch>
        </p:blipFill>
        <p:spPr>
          <a:xfrm>
            <a:off x="143827" y="95251"/>
            <a:ext cx="511493" cy="488156"/>
          </a:xfrm>
          <a:prstGeom prst="rect">
            <a:avLst/>
          </a:prstGeom>
        </p:spPr>
      </p:pic>
      <p:pic>
        <p:nvPicPr>
          <p:cNvPr id="3" name="图片 2" descr="\\10.1.1.22\视频事业部\幼儿园组\A 课件\14-热点+特色主题\2-节日纪念日课件\A0017 原创-社会美术-世界水日【燕烽】\01 课件资源包\课件资源\图片资源\实拍图\+logo\图片13.png图片13">
            <a:extLst>
              <a:ext uri="{FF2B5EF4-FFF2-40B4-BE49-F238E27FC236}">
                <a16:creationId xmlns:a16="http://schemas.microsoft.com/office/drawing/2014/main" id="{DC0850D2-4412-516F-D049-5D8C348E2233}"/>
              </a:ext>
            </a:extLst>
          </p:cNvPr>
          <p:cNvPicPr>
            <a:picLocks noChangeAspect="1"/>
          </p:cNvPicPr>
          <p:nvPr>
            <p:custDataLst>
              <p:tags r:id="rId1"/>
            </p:custDataLst>
          </p:nvPr>
        </p:nvPicPr>
        <p:blipFill>
          <a:blip r:embed="rId13"/>
          <a:srcRect/>
          <a:stretch>
            <a:fillRect/>
          </a:stretch>
        </p:blipFill>
        <p:spPr>
          <a:xfrm>
            <a:off x="222424" y="1974691"/>
            <a:ext cx="2786063" cy="2050256"/>
          </a:xfrm>
          <a:prstGeom prst="roundRect">
            <a:avLst/>
          </a:prstGeom>
          <a:effectLst>
            <a:outerShdw blurRad="50800" dist="38100" dir="2700000" algn="tl" rotWithShape="0">
              <a:prstClr val="black">
                <a:alpha val="40000"/>
              </a:prstClr>
            </a:outerShdw>
          </a:effectLst>
        </p:spPr>
      </p:pic>
      <p:pic>
        <p:nvPicPr>
          <p:cNvPr id="7" name="图片 6" descr="\\10.1.1.22\视频事业部\幼儿园组\A 课件\14-热点+特色主题\2-节日纪念日课件\A0017 原创-社会美术-世界水日【燕烽】\01 课件资源包\课件资源\图片资源\实拍图\+logo\图片14 (1).png图片14 (1)">
            <a:extLst>
              <a:ext uri="{FF2B5EF4-FFF2-40B4-BE49-F238E27FC236}">
                <a16:creationId xmlns:a16="http://schemas.microsoft.com/office/drawing/2014/main" id="{5745FA9F-E33F-CCB3-1C01-2E61C8F13F80}"/>
              </a:ext>
            </a:extLst>
          </p:cNvPr>
          <p:cNvPicPr>
            <a:picLocks noChangeAspect="1"/>
          </p:cNvPicPr>
          <p:nvPr>
            <p:custDataLst>
              <p:tags r:id="rId2"/>
            </p:custDataLst>
          </p:nvPr>
        </p:nvPicPr>
        <p:blipFill>
          <a:blip r:embed="rId14"/>
          <a:srcRect/>
          <a:stretch>
            <a:fillRect/>
          </a:stretch>
        </p:blipFill>
        <p:spPr>
          <a:xfrm>
            <a:off x="3176873" y="898366"/>
            <a:ext cx="2790349" cy="2050256"/>
          </a:xfrm>
          <a:prstGeom prst="roundRect">
            <a:avLst/>
          </a:prstGeom>
          <a:effectLst>
            <a:outerShdw blurRad="50800" dist="38100" dir="2700000" algn="tl" rotWithShape="0">
              <a:prstClr val="black">
                <a:alpha val="40000"/>
              </a:prstClr>
            </a:outerShdw>
          </a:effectLst>
        </p:spPr>
      </p:pic>
      <p:sp>
        <p:nvSpPr>
          <p:cNvPr id="4" name="文本框 3">
            <a:extLst>
              <a:ext uri="{FF2B5EF4-FFF2-40B4-BE49-F238E27FC236}">
                <a16:creationId xmlns:a16="http://schemas.microsoft.com/office/drawing/2014/main" id="{A53D8260-AF6F-423E-CE34-06B3BB53B2C2}"/>
              </a:ext>
            </a:extLst>
          </p:cNvPr>
          <p:cNvSpPr txBox="1"/>
          <p:nvPr/>
        </p:nvSpPr>
        <p:spPr>
          <a:xfrm>
            <a:off x="2357914" y="4535805"/>
            <a:ext cx="4573905" cy="606961"/>
          </a:xfrm>
          <a:prstGeom prst="rect">
            <a:avLst/>
          </a:prstGeom>
          <a:noFill/>
        </p:spPr>
        <p:txBody>
          <a:bodyPr wrap="square" rtlCol="0" anchor="t">
            <a:spAutoFit/>
          </a:bodyPr>
          <a:lstStyle/>
          <a:p>
            <a:pPr marL="0" marR="0" lvl="0" indent="0" algn="ctr" defTabSz="685800" rtl="0" eaLnBrk="1" fontAlgn="base" latinLnBrk="0" hangingPunct="1">
              <a:lnSpc>
                <a:spcPct val="130000"/>
              </a:lnSpc>
              <a:spcBef>
                <a:spcPct val="0"/>
              </a:spcBef>
              <a:spcAft>
                <a:spcPct val="0"/>
              </a:spcAft>
              <a:buClrTx/>
              <a:buSzTx/>
              <a:buFontTx/>
              <a:buNone/>
              <a:tabLst/>
              <a:defRPr/>
            </a:pPr>
            <a:r>
              <a:rPr kumimoji="0" sz="900" b="0" i="0" u="none" strike="noStrike" kern="1200" cap="none" spc="0" normalizeH="0" baseline="0" noProof="0">
                <a:ln>
                  <a:noFill/>
                </a:ln>
                <a:solidFill>
                  <a:srgbClr val="3FA74E"/>
                </a:solidFill>
                <a:effectLst/>
                <a:uLnTx/>
                <a:uFillTx/>
                <a:latin typeface="黑体" panose="02010609060101010101" charset="-122"/>
                <a:ea typeface="黑体" panose="02010609060101010101" charset="-122"/>
                <a:cs typeface="宋体" panose="02010600030101010101" pitchFamily="2" charset="-122"/>
                <a:sym typeface="+mn-ea"/>
              </a:rPr>
              <a:t>你想把你的水资源贴画贴在什么地方呢？为什么？</a:t>
            </a:r>
          </a:p>
          <a:p>
            <a:pPr marL="0" marR="0" lvl="0" indent="0" algn="ctr" defTabSz="685800" rtl="0" eaLnBrk="1" fontAlgn="base" latinLnBrk="0" hangingPunct="1">
              <a:lnSpc>
                <a:spcPct val="130000"/>
              </a:lnSpc>
              <a:spcBef>
                <a:spcPct val="0"/>
              </a:spcBef>
              <a:spcAft>
                <a:spcPct val="0"/>
              </a:spcAft>
              <a:buClrTx/>
              <a:buSzTx/>
              <a:buFontTx/>
              <a:buNone/>
              <a:tabLst/>
              <a:defRPr/>
            </a:pPr>
            <a:r>
              <a:rPr kumimoji="0" lang="zh-CN" altLang="en-US" sz="900" b="0" i="0" u="none" strike="noStrike" kern="1200" cap="none" spc="0" normalizeH="0" baseline="0" noProof="0">
                <a:ln>
                  <a:noFill/>
                </a:ln>
                <a:solidFill>
                  <a:srgbClr val="3FA74E"/>
                </a:solidFill>
                <a:effectLst/>
                <a:uLnTx/>
                <a:uFillTx/>
                <a:latin typeface="黑体" panose="02010609060101010101" charset="-122"/>
                <a:ea typeface="黑体" panose="02010609060101010101" charset="-122"/>
                <a:cs typeface="宋体" panose="02010600030101010101" pitchFamily="2" charset="-122"/>
                <a:sym typeface="+mn-ea"/>
              </a:rPr>
              <a:t>（</a:t>
            </a:r>
            <a:r>
              <a:rPr kumimoji="0" sz="900" b="0" i="0" u="none" strike="noStrike" kern="1200" cap="none" spc="0" normalizeH="0" baseline="0" noProof="0">
                <a:ln>
                  <a:noFill/>
                </a:ln>
                <a:solidFill>
                  <a:srgbClr val="3FA74E"/>
                </a:solidFill>
                <a:effectLst/>
                <a:uLnTx/>
                <a:uFillTx/>
                <a:latin typeface="黑体" panose="02010609060101010101" charset="-122"/>
                <a:ea typeface="黑体" panose="02010609060101010101" charset="-122"/>
                <a:cs typeface="宋体" panose="02010600030101010101" pitchFamily="2" charset="-122"/>
                <a:sym typeface="+mn-ea"/>
              </a:rPr>
              <a:t>小朋友们都制作出了漂亮的水资源贴画，一会儿我们一起把这些贴画贴在活动室里需要提示大家珍惜水资源的地方，让更多的人都加入到我们珍惜水资源的行动中来吧！</a:t>
            </a:r>
            <a:r>
              <a:rPr kumimoji="0" lang="zh-CN" altLang="en-US" sz="900" b="0" i="0" u="none" strike="noStrike" kern="1200" cap="none" spc="0" normalizeH="0" baseline="0" noProof="0">
                <a:ln>
                  <a:noFill/>
                </a:ln>
                <a:solidFill>
                  <a:srgbClr val="3FA74E"/>
                </a:solidFill>
                <a:effectLst/>
                <a:uLnTx/>
                <a:uFillTx/>
                <a:latin typeface="黑体" panose="02010609060101010101" charset="-122"/>
                <a:ea typeface="黑体" panose="02010609060101010101" charset="-122"/>
                <a:cs typeface="宋体" panose="02010600030101010101" pitchFamily="2" charset="-122"/>
                <a:sym typeface="+mn-ea"/>
              </a:rPr>
              <a:t>）</a:t>
            </a:r>
            <a:endParaRPr kumimoji="0" sz="900" b="0" i="0" u="none" strike="noStrike" kern="1200" cap="none" spc="0" normalizeH="0" baseline="0" noProof="0">
              <a:ln>
                <a:noFill/>
              </a:ln>
              <a:solidFill>
                <a:srgbClr val="3FA74E"/>
              </a:solidFill>
              <a:effectLst/>
              <a:uLnTx/>
              <a:uFillTx/>
              <a:latin typeface="黑体" panose="02010609060101010101" charset="-122"/>
              <a:ea typeface="黑体" panose="02010609060101010101" charset="-122"/>
              <a:cs typeface="宋体" panose="02010600030101010101" pitchFamily="2" charset="-122"/>
              <a:sym typeface="+mn-ea"/>
            </a:endParaRPr>
          </a:p>
        </p:txBody>
      </p:sp>
      <p:sp>
        <p:nvSpPr>
          <p:cNvPr id="15" name="文本框 14">
            <a:extLst>
              <a:ext uri="{FF2B5EF4-FFF2-40B4-BE49-F238E27FC236}">
                <a16:creationId xmlns:a16="http://schemas.microsoft.com/office/drawing/2014/main" id="{A495344F-79FC-E2E8-FAC5-0DE65D83B932}"/>
              </a:ext>
            </a:extLst>
          </p:cNvPr>
          <p:cNvSpPr txBox="1"/>
          <p:nvPr>
            <p:custDataLst>
              <p:tags r:id="rId3"/>
            </p:custDataLst>
          </p:nvPr>
        </p:nvSpPr>
        <p:spPr>
          <a:xfrm>
            <a:off x="792004" y="4030027"/>
            <a:ext cx="1946434" cy="246862"/>
          </a:xfrm>
          <a:prstGeom prst="rect">
            <a:avLst/>
          </a:prstGeom>
          <a:noFill/>
        </p:spPr>
        <p:txBody>
          <a:bodyPr wrap="square" rtlCol="0" anchor="t">
            <a:spAutoFit/>
          </a:bodyPr>
          <a:lstStyle/>
          <a:p>
            <a:pPr marL="0" marR="0" lvl="0" indent="0" algn="ctr" defTabSz="685800" rtl="0" eaLnBrk="1" fontAlgn="base" latinLnBrk="0" hangingPunct="1">
              <a:lnSpc>
                <a:spcPct val="130000"/>
              </a:lnSpc>
              <a:spcBef>
                <a:spcPct val="0"/>
              </a:spcBef>
              <a:spcAft>
                <a:spcPct val="0"/>
              </a:spcAft>
              <a:buClrTx/>
              <a:buSzTx/>
              <a:buFontTx/>
              <a:buNone/>
              <a:tabLst/>
              <a:defRPr/>
            </a:pPr>
            <a:r>
              <a:rPr kumimoji="0" lang="zh-CN" altLang="en-US" sz="9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宋体" panose="02010600030101010101" pitchFamily="2" charset="-122"/>
                <a:sym typeface="+mn-ea"/>
              </a:rPr>
              <a:t>厨房洗碗池</a:t>
            </a:r>
          </a:p>
        </p:txBody>
      </p:sp>
      <p:sp>
        <p:nvSpPr>
          <p:cNvPr id="8" name="文本框 7">
            <a:extLst>
              <a:ext uri="{FF2B5EF4-FFF2-40B4-BE49-F238E27FC236}">
                <a16:creationId xmlns:a16="http://schemas.microsoft.com/office/drawing/2014/main" id="{B54D245E-4D24-C50E-E15B-EB1D8A237D89}"/>
              </a:ext>
            </a:extLst>
          </p:cNvPr>
          <p:cNvSpPr txBox="1"/>
          <p:nvPr>
            <p:custDataLst>
              <p:tags r:id="rId4"/>
            </p:custDataLst>
          </p:nvPr>
        </p:nvSpPr>
        <p:spPr>
          <a:xfrm>
            <a:off x="3654267" y="2952274"/>
            <a:ext cx="1946434" cy="246862"/>
          </a:xfrm>
          <a:prstGeom prst="rect">
            <a:avLst/>
          </a:prstGeom>
          <a:noFill/>
        </p:spPr>
        <p:txBody>
          <a:bodyPr wrap="square" rtlCol="0" anchor="t">
            <a:spAutoFit/>
          </a:bodyPr>
          <a:lstStyle/>
          <a:p>
            <a:pPr marL="0" marR="0" lvl="0" indent="0" algn="ctr" defTabSz="685800" rtl="0" eaLnBrk="1" fontAlgn="base" latinLnBrk="0" hangingPunct="1">
              <a:lnSpc>
                <a:spcPct val="130000"/>
              </a:lnSpc>
              <a:spcBef>
                <a:spcPct val="0"/>
              </a:spcBef>
              <a:spcAft>
                <a:spcPct val="0"/>
              </a:spcAft>
              <a:buClrTx/>
              <a:buSzTx/>
              <a:buFontTx/>
              <a:buNone/>
              <a:tabLst/>
              <a:defRPr/>
            </a:pPr>
            <a:r>
              <a:rPr kumimoji="0" lang="zh-CN" altLang="en-US" sz="9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宋体" panose="02010600030101010101" pitchFamily="2" charset="-122"/>
                <a:sym typeface="+mn-ea"/>
              </a:rPr>
              <a:t>卫生间洗手池</a:t>
            </a:r>
          </a:p>
        </p:txBody>
      </p:sp>
      <p:pic>
        <p:nvPicPr>
          <p:cNvPr id="12" name="图片 11" descr="\\10.1.1.22\视频事业部\幼儿园组\A 课件\14-热点+特色主题\2-节日纪念日课件\A0017 原创-社会美术-世界水日【燕烽】\01 课件资源包\课件资源\图片资源\实拍图\+logo\图片20.png图片20">
            <a:extLst>
              <a:ext uri="{FF2B5EF4-FFF2-40B4-BE49-F238E27FC236}">
                <a16:creationId xmlns:a16="http://schemas.microsoft.com/office/drawing/2014/main" id="{549E6A41-998A-8C4E-3D87-2BE9A2EFAFBA}"/>
              </a:ext>
            </a:extLst>
          </p:cNvPr>
          <p:cNvPicPr>
            <a:picLocks noChangeAspect="1"/>
          </p:cNvPicPr>
          <p:nvPr>
            <p:custDataLst>
              <p:tags r:id="rId5"/>
            </p:custDataLst>
          </p:nvPr>
        </p:nvPicPr>
        <p:blipFill>
          <a:blip r:embed="rId15"/>
          <a:srcRect/>
          <a:stretch>
            <a:fillRect/>
          </a:stretch>
        </p:blipFill>
        <p:spPr>
          <a:xfrm>
            <a:off x="6134100" y="1973261"/>
            <a:ext cx="2801303" cy="2051685"/>
          </a:xfrm>
          <a:prstGeom prst="roundRect">
            <a:avLst/>
          </a:prstGeom>
        </p:spPr>
      </p:pic>
      <p:sp>
        <p:nvSpPr>
          <p:cNvPr id="9" name="圆角矩形 8">
            <a:extLst>
              <a:ext uri="{FF2B5EF4-FFF2-40B4-BE49-F238E27FC236}">
                <a16:creationId xmlns:a16="http://schemas.microsoft.com/office/drawing/2014/main" id="{41487CDE-E301-7147-F808-1FFEF3B3C40B}"/>
              </a:ext>
            </a:extLst>
          </p:cNvPr>
          <p:cNvSpPr/>
          <p:nvPr>
            <p:custDataLst>
              <p:tags r:id="rId6"/>
            </p:custDataLst>
          </p:nvPr>
        </p:nvSpPr>
        <p:spPr>
          <a:xfrm>
            <a:off x="220504" y="1969294"/>
            <a:ext cx="2808000" cy="2052161"/>
          </a:xfrm>
          <a:prstGeom prst="roundRect">
            <a:avLst/>
          </a:prstGeom>
          <a:solidFill>
            <a:schemeClr val="bg1"/>
          </a:solidFill>
          <a:ln>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57175" marR="0" lvl="0" indent="-257175" algn="l" defTabSz="685800" rtl="0" eaLnBrk="1" fontAlgn="base" latinLnBrk="0" hangingPunct="1">
              <a:lnSpc>
                <a:spcPct val="150000"/>
              </a:lnSpc>
              <a:spcBef>
                <a:spcPct val="0"/>
              </a:spcBef>
              <a:spcAft>
                <a:spcPct val="0"/>
              </a:spcAft>
              <a:buClrTx/>
              <a:buSzTx/>
              <a:buFont typeface="Wingdings" panose="05000000000000000000" charset="0"/>
              <a:buChar char="l"/>
              <a:tabLst/>
              <a:defRPr/>
            </a:pPr>
            <a:endParaRPr kumimoji="0" lang="zh-CN" altLang="en-US" sz="1800" b="0" i="0" u="none" strike="noStrike" kern="1200" cap="none" spc="0" normalizeH="0" baseline="0" noProof="0">
              <a:ln>
                <a:noFill/>
              </a:ln>
              <a:solidFill>
                <a:srgbClr val="000000"/>
              </a:solidFill>
              <a:effectLst/>
              <a:uLnTx/>
              <a:uFillTx/>
              <a:latin typeface="黑体" panose="02010609060101010101" charset="-122"/>
              <a:ea typeface="黑体" panose="02010609060101010101" charset="-122"/>
              <a:cs typeface="+mn-cs"/>
            </a:endParaRPr>
          </a:p>
        </p:txBody>
      </p:sp>
      <p:sp>
        <p:nvSpPr>
          <p:cNvPr id="10" name="圆角矩形 9">
            <a:extLst>
              <a:ext uri="{FF2B5EF4-FFF2-40B4-BE49-F238E27FC236}">
                <a16:creationId xmlns:a16="http://schemas.microsoft.com/office/drawing/2014/main" id="{729430C3-6024-1B77-7615-89683D8B3509}"/>
              </a:ext>
            </a:extLst>
          </p:cNvPr>
          <p:cNvSpPr/>
          <p:nvPr>
            <p:custDataLst>
              <p:tags r:id="rId7"/>
            </p:custDataLst>
          </p:nvPr>
        </p:nvSpPr>
        <p:spPr>
          <a:xfrm>
            <a:off x="3174206" y="896303"/>
            <a:ext cx="2808000" cy="2052161"/>
          </a:xfrm>
          <a:prstGeom prst="roundRect">
            <a:avLst/>
          </a:prstGeom>
          <a:solidFill>
            <a:schemeClr val="bg1"/>
          </a:solidFill>
          <a:ln>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57175" marR="0" lvl="0" indent="-257175" algn="l" defTabSz="685800" rtl="0" eaLnBrk="1" fontAlgn="base" latinLnBrk="0" hangingPunct="1">
              <a:lnSpc>
                <a:spcPct val="150000"/>
              </a:lnSpc>
              <a:spcBef>
                <a:spcPct val="0"/>
              </a:spcBef>
              <a:spcAft>
                <a:spcPct val="0"/>
              </a:spcAft>
              <a:buClrTx/>
              <a:buSzTx/>
              <a:buFont typeface="Wingdings" panose="05000000000000000000" charset="0"/>
              <a:buChar char="l"/>
              <a:tabLst/>
              <a:defRPr/>
            </a:pPr>
            <a:endParaRPr kumimoji="0" lang="zh-CN" altLang="en-US" sz="1800" b="0" i="0" u="none" strike="noStrike" kern="1200" cap="none" spc="0" normalizeH="0" baseline="0" noProof="0">
              <a:ln>
                <a:noFill/>
              </a:ln>
              <a:solidFill>
                <a:srgbClr val="000000"/>
              </a:solidFill>
              <a:effectLst/>
              <a:uLnTx/>
              <a:uFillTx/>
              <a:latin typeface="黑体" panose="02010609060101010101" charset="-122"/>
              <a:ea typeface="黑体" panose="02010609060101010101" charset="-122"/>
              <a:cs typeface="+mn-cs"/>
            </a:endParaRPr>
          </a:p>
        </p:txBody>
      </p:sp>
      <p:sp>
        <p:nvSpPr>
          <p:cNvPr id="11" name="圆角矩形 10">
            <a:extLst>
              <a:ext uri="{FF2B5EF4-FFF2-40B4-BE49-F238E27FC236}">
                <a16:creationId xmlns:a16="http://schemas.microsoft.com/office/drawing/2014/main" id="{5A11575B-C024-59AB-43FD-20D0AE605987}"/>
              </a:ext>
            </a:extLst>
          </p:cNvPr>
          <p:cNvSpPr/>
          <p:nvPr>
            <p:custDataLst>
              <p:tags r:id="rId8"/>
            </p:custDataLst>
          </p:nvPr>
        </p:nvSpPr>
        <p:spPr>
          <a:xfrm>
            <a:off x="6127909" y="1974057"/>
            <a:ext cx="2808000" cy="2052161"/>
          </a:xfrm>
          <a:prstGeom prst="roundRect">
            <a:avLst/>
          </a:prstGeom>
          <a:solidFill>
            <a:schemeClr val="bg1"/>
          </a:solidFill>
          <a:ln>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57175" marR="0" lvl="0" indent="-257175" algn="l" defTabSz="685800" rtl="0" eaLnBrk="1" fontAlgn="base" latinLnBrk="0" hangingPunct="1">
              <a:lnSpc>
                <a:spcPct val="150000"/>
              </a:lnSpc>
              <a:spcBef>
                <a:spcPct val="0"/>
              </a:spcBef>
              <a:spcAft>
                <a:spcPct val="0"/>
              </a:spcAft>
              <a:buClrTx/>
              <a:buSzTx/>
              <a:buFont typeface="Wingdings" panose="05000000000000000000" charset="0"/>
              <a:buChar char="l"/>
              <a:tabLst/>
              <a:defRPr/>
            </a:pPr>
            <a:endParaRPr kumimoji="0" lang="zh-CN" altLang="en-US" sz="1800" b="0" i="0" u="none" strike="noStrike" kern="1200" cap="none" spc="0" normalizeH="0" baseline="0" noProof="0">
              <a:ln>
                <a:noFill/>
              </a:ln>
              <a:solidFill>
                <a:srgbClr val="000000"/>
              </a:solidFill>
              <a:effectLst/>
              <a:uLnTx/>
              <a:uFillTx/>
              <a:latin typeface="黑体" panose="02010609060101010101" charset="-122"/>
              <a:ea typeface="黑体" panose="02010609060101010101" charset="-122"/>
              <a:cs typeface="+mn-cs"/>
            </a:endParaRPr>
          </a:p>
        </p:txBody>
      </p:sp>
      <p:sp>
        <p:nvSpPr>
          <p:cNvPr id="13" name="文本框 12">
            <a:extLst>
              <a:ext uri="{FF2B5EF4-FFF2-40B4-BE49-F238E27FC236}">
                <a16:creationId xmlns:a16="http://schemas.microsoft.com/office/drawing/2014/main" id="{AF6A8501-C4EA-83CD-E081-039CEBE19478}"/>
              </a:ext>
            </a:extLst>
          </p:cNvPr>
          <p:cNvSpPr txBox="1"/>
          <p:nvPr>
            <p:custDataLst>
              <p:tags r:id="rId9"/>
            </p:custDataLst>
          </p:nvPr>
        </p:nvSpPr>
        <p:spPr>
          <a:xfrm>
            <a:off x="6558439" y="4030027"/>
            <a:ext cx="1946434" cy="246862"/>
          </a:xfrm>
          <a:prstGeom prst="rect">
            <a:avLst/>
          </a:prstGeom>
          <a:noFill/>
        </p:spPr>
        <p:txBody>
          <a:bodyPr wrap="square" rtlCol="0" anchor="t">
            <a:spAutoFit/>
          </a:bodyPr>
          <a:lstStyle/>
          <a:p>
            <a:pPr marL="0" marR="0" lvl="0" indent="0" algn="ctr" defTabSz="685800" rtl="0" eaLnBrk="1" fontAlgn="base" latinLnBrk="0" hangingPunct="1">
              <a:lnSpc>
                <a:spcPct val="130000"/>
              </a:lnSpc>
              <a:spcBef>
                <a:spcPct val="0"/>
              </a:spcBef>
              <a:spcAft>
                <a:spcPct val="0"/>
              </a:spcAft>
              <a:buClrTx/>
              <a:buSzTx/>
              <a:buFontTx/>
              <a:buNone/>
              <a:tabLst/>
              <a:defRPr/>
            </a:pPr>
            <a:r>
              <a:rPr kumimoji="0" lang="zh-CN" altLang="en-US" sz="9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宋体" panose="02010600030101010101" pitchFamily="2" charset="-122"/>
                <a:sym typeface="+mn-ea"/>
              </a:rPr>
              <a:t>卫生间冲水处</a:t>
            </a:r>
            <a:endParaRPr kumimoji="0" lang="en-US" altLang="zh-CN" sz="9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宋体" panose="02010600030101010101" pitchFamily="2" charset="-122"/>
              <a:sym typeface="+mn-ea"/>
            </a:endParaRPr>
          </a:p>
        </p:txBody>
      </p:sp>
    </p:spTree>
    <p:extLst>
      <p:ext uri="{BB962C8B-B14F-4D97-AF65-F5344CB8AC3E}">
        <p14:creationId xmlns:p14="http://schemas.microsoft.com/office/powerpoint/2010/main" val="220094589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07E8C-842D-1196-F5CD-6506EF8D9189}"/>
            </a:ext>
          </a:extLst>
        </p:cNvPr>
        <p:cNvGrpSpPr/>
        <p:nvPr/>
      </p:nvGrpSpPr>
      <p:grpSpPr>
        <a:xfrm>
          <a:off x="0" y="0"/>
          <a:ext cx="0" cy="0"/>
          <a:chOff x="0" y="0"/>
          <a:chExt cx="0" cy="0"/>
        </a:xfrm>
      </p:grpSpPr>
      <p:sp>
        <p:nvSpPr>
          <p:cNvPr id="2" name="圆角矩形 1">
            <a:extLst>
              <a:ext uri="{FF2B5EF4-FFF2-40B4-BE49-F238E27FC236}">
                <a16:creationId xmlns:a16="http://schemas.microsoft.com/office/drawing/2014/main" id="{958BBFE7-F01F-631E-02BD-648B4FD488B1}"/>
              </a:ext>
            </a:extLst>
          </p:cNvPr>
          <p:cNvSpPr/>
          <p:nvPr/>
        </p:nvSpPr>
        <p:spPr>
          <a:xfrm>
            <a:off x="2889885" y="1221105"/>
            <a:ext cx="5238000" cy="3267000"/>
          </a:xfrm>
          <a:prstGeom prst="roundRect">
            <a:avLst/>
          </a:prstGeom>
          <a:solidFill>
            <a:srgbClr val="DAF9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685800" rtl="0" eaLnBrk="1" fontAlgn="base" latinLnBrk="0" hangingPunct="1">
              <a:lnSpc>
                <a:spcPct val="150000"/>
              </a:lnSpc>
              <a:spcBef>
                <a:spcPct val="0"/>
              </a:spcBef>
              <a:spcAft>
                <a:spcPct val="0"/>
              </a:spcAft>
              <a:buClrTx/>
              <a:buSzTx/>
              <a:buFontTx/>
              <a:buNone/>
              <a:tabLst/>
              <a:defRPr/>
            </a:pPr>
            <a:r>
              <a:rPr kumimoji="0" sz="1500" b="0" i="0" u="none" strike="noStrike" kern="1200" cap="none" spc="0" normalizeH="0" baseline="0" noProof="0">
                <a:ln>
                  <a:noFill/>
                </a:ln>
                <a:solidFill>
                  <a:srgbClr val="2E867C"/>
                </a:solidFill>
                <a:effectLst/>
                <a:uLnTx/>
                <a:uFillTx/>
                <a:latin typeface="黑体" panose="02010609060101010101" charset="-122"/>
                <a:ea typeface="黑体" panose="02010609060101010101" charset="-122"/>
                <a:cs typeface="宋体" panose="02010600030101010101" pitchFamily="2" charset="-122"/>
                <a:sym typeface="+mn-ea"/>
              </a:rPr>
              <a:t>2.水资源宣传画。</a:t>
            </a:r>
          </a:p>
          <a:p>
            <a:pPr marL="0" marR="0" lvl="0" indent="0" algn="l" defTabSz="685800" rtl="0" eaLnBrk="1" fontAlgn="base" latinLnBrk="0" hangingPunct="1">
              <a:lnSpc>
                <a:spcPct val="150000"/>
              </a:lnSpc>
              <a:spcBef>
                <a:spcPct val="0"/>
              </a:spcBef>
              <a:spcAft>
                <a:spcPct val="0"/>
              </a:spcAft>
              <a:buClrTx/>
              <a:buSzTx/>
              <a:buFontTx/>
              <a:buNone/>
              <a:tabLst/>
              <a:defRPr/>
            </a:pPr>
            <a:r>
              <a:rPr kumimoji="0" sz="1500" b="0" i="0" u="none" strike="noStrike" kern="1200" cap="none" spc="0" normalizeH="0" baseline="0" noProof="0">
                <a:ln>
                  <a:noFill/>
                </a:ln>
                <a:solidFill>
                  <a:srgbClr val="2E867C"/>
                </a:solidFill>
                <a:effectLst/>
                <a:uLnTx/>
                <a:uFillTx/>
                <a:latin typeface="黑体" panose="02010609060101010101" charset="-122"/>
                <a:ea typeface="黑体" panose="02010609060101010101" charset="-122"/>
                <a:cs typeface="宋体" panose="02010600030101010101" pitchFamily="2" charset="-122"/>
                <a:sym typeface="+mn-ea"/>
              </a:rPr>
              <a:t>1）出示图片“水资源宣传画”，激发幼儿创作兴趣。</a:t>
            </a:r>
          </a:p>
          <a:p>
            <a:pPr marL="0" marR="0" lvl="0" indent="0" algn="l" defTabSz="685800" rtl="0" eaLnBrk="1" fontAlgn="base" latinLnBrk="0" hangingPunct="1">
              <a:lnSpc>
                <a:spcPct val="150000"/>
              </a:lnSpc>
              <a:spcBef>
                <a:spcPct val="0"/>
              </a:spcBef>
              <a:spcAft>
                <a:spcPct val="0"/>
              </a:spcAft>
              <a:buClrTx/>
              <a:buSzTx/>
              <a:buFontTx/>
              <a:buNone/>
              <a:tabLst/>
              <a:defRPr/>
            </a:pPr>
            <a:r>
              <a:rPr kumimoji="0" sz="1500" b="0" i="0" u="none" strike="noStrike" kern="1200" cap="none" spc="0" normalizeH="0" baseline="0" noProof="0">
                <a:ln>
                  <a:noFill/>
                </a:ln>
                <a:solidFill>
                  <a:srgbClr val="2E867C"/>
                </a:solidFill>
                <a:effectLst/>
                <a:uLnTx/>
                <a:uFillTx/>
                <a:latin typeface="黑体" panose="02010609060101010101" charset="-122"/>
                <a:ea typeface="黑体" panose="02010609060101010101" charset="-122"/>
                <a:cs typeface="宋体" panose="02010600030101010101" pitchFamily="2" charset="-122"/>
                <a:sym typeface="+mn-ea"/>
              </a:rPr>
              <a:t>——水资源这么宝贵，要怎么让更多人加入到我们的珍惜水资源的行动中来呢？</a:t>
            </a:r>
          </a:p>
          <a:p>
            <a:pPr marL="0" marR="0" lvl="0" indent="0" algn="l" defTabSz="685800" rtl="0" eaLnBrk="1" fontAlgn="base" latinLnBrk="0" hangingPunct="1">
              <a:lnSpc>
                <a:spcPct val="150000"/>
              </a:lnSpc>
              <a:spcBef>
                <a:spcPct val="0"/>
              </a:spcBef>
              <a:spcAft>
                <a:spcPct val="0"/>
              </a:spcAft>
              <a:buClrTx/>
              <a:buSzTx/>
              <a:buFontTx/>
              <a:buNone/>
              <a:tabLst/>
              <a:defRPr/>
            </a:pPr>
            <a:r>
              <a:rPr kumimoji="0" sz="1500" b="0" i="0" u="none" strike="noStrike" kern="1200" cap="none" spc="0" normalizeH="0" baseline="0" noProof="0">
                <a:ln>
                  <a:noFill/>
                </a:ln>
                <a:solidFill>
                  <a:srgbClr val="2E867C"/>
                </a:solidFill>
                <a:effectLst/>
                <a:uLnTx/>
                <a:uFillTx/>
                <a:latin typeface="黑体" panose="02010609060101010101" charset="-122"/>
                <a:ea typeface="黑体" panose="02010609060101010101" charset="-122"/>
                <a:cs typeface="宋体" panose="02010600030101010101" pitchFamily="2" charset="-122"/>
                <a:sym typeface="+mn-ea"/>
              </a:rPr>
              <a:t>——制作宣传画是一个好办法，今天我们也来小组合作画一幅水资源宣传画吧。</a:t>
            </a:r>
          </a:p>
        </p:txBody>
      </p:sp>
      <p:sp>
        <p:nvSpPr>
          <p:cNvPr id="6" name="圆角矩形 5">
            <a:extLst>
              <a:ext uri="{FF2B5EF4-FFF2-40B4-BE49-F238E27FC236}">
                <a16:creationId xmlns:a16="http://schemas.microsoft.com/office/drawing/2014/main" id="{7BE5C64E-D442-1424-6590-7EE38972450E}"/>
              </a:ext>
            </a:extLst>
          </p:cNvPr>
          <p:cNvSpPr/>
          <p:nvPr/>
        </p:nvSpPr>
        <p:spPr>
          <a:xfrm>
            <a:off x="271463" y="194787"/>
            <a:ext cx="1312545" cy="486251"/>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zh-CN" altLang="en-US" sz="2400" b="0" i="0" u="none" strike="noStrike" kern="1200" cap="none" spc="0" normalizeH="0" baseline="0" noProof="0">
                <a:ln>
                  <a:noFill/>
                </a:ln>
                <a:solidFill>
                  <a:srgbClr val="2D6B6F"/>
                </a:solidFill>
                <a:effectLst/>
                <a:uLnTx/>
                <a:uFillTx/>
                <a:latin typeface="黑体" panose="02010609060101010101" charset="-122"/>
                <a:ea typeface="黑体" panose="02010609060101010101" charset="-122"/>
                <a:cs typeface="+mn-cs"/>
              </a:rPr>
              <a:t>备课页</a:t>
            </a:r>
          </a:p>
        </p:txBody>
      </p:sp>
      <p:pic>
        <p:nvPicPr>
          <p:cNvPr id="5" name="图片 4" descr="美美老师-人设（边线版）0002">
            <a:extLst>
              <a:ext uri="{FF2B5EF4-FFF2-40B4-BE49-F238E27FC236}">
                <a16:creationId xmlns:a16="http://schemas.microsoft.com/office/drawing/2014/main" id="{09063756-3EB7-5E7D-6D8A-A2F7D440329A}"/>
              </a:ext>
            </a:extLst>
          </p:cNvPr>
          <p:cNvPicPr>
            <a:picLocks noChangeAspect="1"/>
          </p:cNvPicPr>
          <p:nvPr/>
        </p:nvPicPr>
        <p:blipFill>
          <a:blip r:embed="rId3"/>
          <a:stretch>
            <a:fillRect/>
          </a:stretch>
        </p:blipFill>
        <p:spPr>
          <a:xfrm>
            <a:off x="573881" y="1274922"/>
            <a:ext cx="2263140" cy="3395186"/>
          </a:xfrm>
          <a:prstGeom prst="rect">
            <a:avLst/>
          </a:prstGeom>
        </p:spPr>
      </p:pic>
      <p:sp>
        <p:nvSpPr>
          <p:cNvPr id="3" name="文本框 2">
            <a:extLst>
              <a:ext uri="{FF2B5EF4-FFF2-40B4-BE49-F238E27FC236}">
                <a16:creationId xmlns:a16="http://schemas.microsoft.com/office/drawing/2014/main" id="{08B0CB60-A5CE-6302-A0D7-E7CC9B2A125F}"/>
              </a:ext>
            </a:extLst>
          </p:cNvPr>
          <p:cNvSpPr txBox="1"/>
          <p:nvPr/>
        </p:nvSpPr>
        <p:spPr>
          <a:xfrm>
            <a:off x="1652588" y="256699"/>
            <a:ext cx="3423761" cy="603050"/>
          </a:xfrm>
          <a:prstGeom prst="rect">
            <a:avLst/>
          </a:prstGeom>
          <a:noFill/>
        </p:spPr>
        <p:txBody>
          <a:bodyPr wrap="square" rtlCol="0">
            <a:spAutoFit/>
          </a:bodyPr>
          <a:lstStyle/>
          <a:p>
            <a:pPr marL="0" marR="0" lvl="0" indent="0" algn="ctr" defTabSz="685800" rtl="0" eaLnBrk="1" fontAlgn="base" latinLnBrk="0" hangingPunct="1">
              <a:lnSpc>
                <a:spcPct val="150000"/>
              </a:lnSpc>
              <a:spcBef>
                <a:spcPct val="0"/>
              </a:spcBef>
              <a:spcAft>
                <a:spcPct val="0"/>
              </a:spcAft>
              <a:buClrTx/>
              <a:buSzTx/>
              <a:buFontTx/>
              <a:buNone/>
              <a:tabLst/>
              <a:defRPr/>
            </a:pPr>
            <a:r>
              <a:rPr kumimoji="0" lang="zh-CN" altLang="zh-CN" sz="1200" b="0" i="0" u="none" strike="noStrike" kern="1200" cap="none" spc="0" normalizeH="0" baseline="0" noProof="0">
                <a:ln>
                  <a:noFill/>
                </a:ln>
                <a:solidFill>
                  <a:srgbClr val="FFFFFF">
                    <a:lumMod val="65000"/>
                  </a:srgbClr>
                </a:solidFill>
                <a:effectLst/>
                <a:uLnTx/>
                <a:uFillTx/>
                <a:latin typeface="黑体" panose="02010609060101010101" charset="-122"/>
                <a:ea typeface="黑体" panose="02010609060101010101" charset="-122"/>
                <a:cs typeface="黑体" panose="02010609060101010101" charset="-122"/>
                <a:sym typeface="+mn-ea"/>
              </a:rPr>
              <a:t>（本备课页仅供备课使用，授课前请删除或隐藏）</a:t>
            </a:r>
          </a:p>
        </p:txBody>
      </p:sp>
    </p:spTree>
    <p:extLst>
      <p:ext uri="{BB962C8B-B14F-4D97-AF65-F5344CB8AC3E}">
        <p14:creationId xmlns:p14="http://schemas.microsoft.com/office/powerpoint/2010/main" val="83486020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DC432-EDA2-75D4-71FC-BFC1E5A16996}"/>
            </a:ext>
          </a:extLst>
        </p:cNvPr>
        <p:cNvGrpSpPr/>
        <p:nvPr/>
      </p:nvGrpSpPr>
      <p:grpSpPr>
        <a:xfrm>
          <a:off x="0" y="0"/>
          <a:ext cx="0" cy="0"/>
          <a:chOff x="0" y="0"/>
          <a:chExt cx="0" cy="0"/>
        </a:xfrm>
      </p:grpSpPr>
      <p:pic>
        <p:nvPicPr>
          <p:cNvPr id="2" name="图片 1" descr="通用页背景">
            <a:extLst>
              <a:ext uri="{FF2B5EF4-FFF2-40B4-BE49-F238E27FC236}">
                <a16:creationId xmlns:a16="http://schemas.microsoft.com/office/drawing/2014/main" id="{59580254-3C7B-91C7-E70F-5B2C2FBFB72D}"/>
              </a:ext>
            </a:extLst>
          </p:cNvPr>
          <p:cNvPicPr>
            <a:picLocks noChangeAspect="1"/>
          </p:cNvPicPr>
          <p:nvPr/>
        </p:nvPicPr>
        <p:blipFill>
          <a:blip r:embed="rId2"/>
          <a:stretch>
            <a:fillRect/>
          </a:stretch>
        </p:blipFill>
        <p:spPr>
          <a:xfrm>
            <a:off x="0" y="0"/>
            <a:ext cx="9144000" cy="5143500"/>
          </a:xfrm>
          <a:prstGeom prst="rect">
            <a:avLst/>
          </a:prstGeom>
        </p:spPr>
      </p:pic>
      <p:pic>
        <p:nvPicPr>
          <p:cNvPr id="10" name="图片 9" descr="\\10.1.1.22\视频事业部\幼儿园组\A 课件\14-热点+特色主题\2-节日纪念日课件\A0017 原创-社会美术-世界水日【燕烽】\01 课件资源包\课件资源\图片资源\实拍图\+logo\图片15.png图片15">
            <a:extLst>
              <a:ext uri="{FF2B5EF4-FFF2-40B4-BE49-F238E27FC236}">
                <a16:creationId xmlns:a16="http://schemas.microsoft.com/office/drawing/2014/main" id="{272760B9-8FC9-2DE0-49A8-7687C51FCAF8}"/>
              </a:ext>
            </a:extLst>
          </p:cNvPr>
          <p:cNvPicPr>
            <a:picLocks noChangeAspect="1"/>
          </p:cNvPicPr>
          <p:nvPr/>
        </p:nvPicPr>
        <p:blipFill>
          <a:blip r:embed="rId3"/>
          <a:srcRect/>
          <a:stretch>
            <a:fillRect/>
          </a:stretch>
        </p:blipFill>
        <p:spPr>
          <a:xfrm>
            <a:off x="1706404" y="465773"/>
            <a:ext cx="5730716" cy="3838575"/>
          </a:xfrm>
          <a:prstGeom prst="roundRect">
            <a:avLst/>
          </a:prstGeom>
          <a:effectLst>
            <a:outerShdw blurRad="50800" dist="38100" dir="2700000" algn="tl" rotWithShape="0">
              <a:prstClr val="black">
                <a:alpha val="40000"/>
              </a:prstClr>
            </a:outerShdw>
          </a:effectLst>
        </p:spPr>
      </p:pic>
      <p:sp>
        <p:nvSpPr>
          <p:cNvPr id="12" name="文本框 11">
            <a:extLst>
              <a:ext uri="{FF2B5EF4-FFF2-40B4-BE49-F238E27FC236}">
                <a16:creationId xmlns:a16="http://schemas.microsoft.com/office/drawing/2014/main" id="{2EF741E4-1E1A-4FA0-D2BC-1D2C6E60B10B}"/>
              </a:ext>
            </a:extLst>
          </p:cNvPr>
          <p:cNvSpPr txBox="1"/>
          <p:nvPr/>
        </p:nvSpPr>
        <p:spPr>
          <a:xfrm>
            <a:off x="3555206" y="4287202"/>
            <a:ext cx="2073593" cy="246862"/>
          </a:xfrm>
          <a:prstGeom prst="rect">
            <a:avLst/>
          </a:prstGeom>
          <a:noFill/>
        </p:spPr>
        <p:txBody>
          <a:bodyPr wrap="square" rtlCol="0" anchor="t">
            <a:spAutoFit/>
          </a:bodyPr>
          <a:lstStyle/>
          <a:p>
            <a:pPr marL="0" marR="0" lvl="0" indent="0" algn="ctr" defTabSz="685800" rtl="0" eaLnBrk="1" fontAlgn="base" latinLnBrk="0" hangingPunct="1">
              <a:lnSpc>
                <a:spcPct val="130000"/>
              </a:lnSpc>
              <a:spcBef>
                <a:spcPct val="0"/>
              </a:spcBef>
              <a:spcAft>
                <a:spcPct val="0"/>
              </a:spcAft>
              <a:buClrTx/>
              <a:buSzTx/>
              <a:buFontTx/>
              <a:buNone/>
              <a:tabLst/>
              <a:defRPr/>
            </a:pPr>
            <a:r>
              <a:rPr kumimoji="0" lang="en-US" altLang="zh-CN" sz="9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宋体" panose="02010600030101010101" pitchFamily="2" charset="-122"/>
                <a:sym typeface="+mn-ea"/>
              </a:rPr>
              <a:t>“</a:t>
            </a:r>
            <a:r>
              <a:rPr kumimoji="0" lang="zh-CN" altLang="en-US" sz="9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宋体" panose="02010600030101010101" pitchFamily="2" charset="-122"/>
                <a:sym typeface="+mn-ea"/>
              </a:rPr>
              <a:t>水资源宣传画</a:t>
            </a:r>
            <a:r>
              <a:rPr kumimoji="0" lang="en-US" altLang="zh-CN" sz="9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宋体" panose="02010600030101010101" pitchFamily="2" charset="-122"/>
                <a:sym typeface="+mn-ea"/>
              </a:rPr>
              <a:t>”</a:t>
            </a:r>
            <a:r>
              <a:rPr kumimoji="0" lang="zh-CN" altLang="en-US" sz="9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宋体" panose="02010600030101010101" pitchFamily="2" charset="-122"/>
                <a:sym typeface="+mn-ea"/>
              </a:rPr>
              <a:t>成品图</a:t>
            </a:r>
          </a:p>
        </p:txBody>
      </p:sp>
      <p:sp>
        <p:nvSpPr>
          <p:cNvPr id="4" name="文本框 3">
            <a:extLst>
              <a:ext uri="{FF2B5EF4-FFF2-40B4-BE49-F238E27FC236}">
                <a16:creationId xmlns:a16="http://schemas.microsoft.com/office/drawing/2014/main" id="{09090E45-7B19-4A18-F8A8-C6355C59F85E}"/>
              </a:ext>
            </a:extLst>
          </p:cNvPr>
          <p:cNvSpPr txBox="1"/>
          <p:nvPr/>
        </p:nvSpPr>
        <p:spPr>
          <a:xfrm>
            <a:off x="1836896" y="4636770"/>
            <a:ext cx="6137910" cy="606961"/>
          </a:xfrm>
          <a:prstGeom prst="rect">
            <a:avLst/>
          </a:prstGeom>
          <a:noFill/>
        </p:spPr>
        <p:txBody>
          <a:bodyPr wrap="square" rtlCol="0" anchor="t">
            <a:spAutoFit/>
          </a:bodyPr>
          <a:lstStyle/>
          <a:p>
            <a:pPr marL="0" marR="0" lvl="0" indent="0" algn="ctr" defTabSz="685800" rtl="0" eaLnBrk="1" fontAlgn="base" latinLnBrk="0" hangingPunct="1">
              <a:lnSpc>
                <a:spcPct val="130000"/>
              </a:lnSpc>
              <a:spcBef>
                <a:spcPct val="0"/>
              </a:spcBef>
              <a:spcAft>
                <a:spcPct val="0"/>
              </a:spcAft>
              <a:buClrTx/>
              <a:buSzTx/>
              <a:buFontTx/>
              <a:buNone/>
              <a:tabLst/>
              <a:defRPr/>
            </a:pPr>
            <a:r>
              <a:rPr kumimoji="0" sz="900" b="0" i="0" u="none" strike="noStrike" kern="1200" cap="none" spc="0" normalizeH="0" baseline="0" noProof="0">
                <a:ln>
                  <a:noFill/>
                </a:ln>
                <a:solidFill>
                  <a:srgbClr val="3FA74E"/>
                </a:solidFill>
                <a:effectLst/>
                <a:uLnTx/>
                <a:uFillTx/>
                <a:latin typeface="黑体" panose="02010609060101010101" charset="-122"/>
                <a:ea typeface="黑体" panose="02010609060101010101" charset="-122"/>
                <a:cs typeface="宋体" panose="02010600030101010101" pitchFamily="2" charset="-122"/>
                <a:sym typeface="+mn-ea"/>
              </a:rPr>
              <a:t>水资源这么宝贵，要怎么让更多人加入到我们的珍惜水资源的行动中来呢？</a:t>
            </a:r>
          </a:p>
          <a:p>
            <a:pPr marL="0" marR="0" lvl="0" indent="0" algn="ctr" defTabSz="685800" rtl="0" eaLnBrk="1" fontAlgn="base" latinLnBrk="0" hangingPunct="1">
              <a:lnSpc>
                <a:spcPct val="130000"/>
              </a:lnSpc>
              <a:spcBef>
                <a:spcPct val="0"/>
              </a:spcBef>
              <a:spcAft>
                <a:spcPct val="0"/>
              </a:spcAft>
              <a:buClrTx/>
              <a:buSzTx/>
              <a:buFontTx/>
              <a:buNone/>
              <a:tabLst/>
              <a:defRPr/>
            </a:pPr>
            <a:r>
              <a:rPr kumimoji="0" sz="900" b="0" i="0" u="none" strike="noStrike" kern="1200" cap="none" spc="0" normalizeH="0" baseline="0" noProof="0">
                <a:ln>
                  <a:noFill/>
                </a:ln>
                <a:solidFill>
                  <a:srgbClr val="3FA74E"/>
                </a:solidFill>
                <a:effectLst/>
                <a:uLnTx/>
                <a:uFillTx/>
                <a:latin typeface="黑体" panose="02010609060101010101" charset="-122"/>
                <a:ea typeface="黑体" panose="02010609060101010101" charset="-122"/>
                <a:cs typeface="宋体" panose="02010600030101010101" pitchFamily="2" charset="-122"/>
                <a:sym typeface="+mn-ea"/>
              </a:rPr>
              <a:t>制作宣传画是一个好办法，今天我们也来小组合作画一幅水资源宣传画吧。</a:t>
            </a:r>
          </a:p>
          <a:p>
            <a:pPr marL="0" marR="0" lvl="0" indent="0" algn="ctr" defTabSz="685800" rtl="0" eaLnBrk="1" fontAlgn="base" latinLnBrk="0" hangingPunct="1">
              <a:lnSpc>
                <a:spcPct val="130000"/>
              </a:lnSpc>
              <a:spcBef>
                <a:spcPct val="0"/>
              </a:spcBef>
              <a:spcAft>
                <a:spcPct val="0"/>
              </a:spcAft>
              <a:buClrTx/>
              <a:buSzTx/>
              <a:buFontTx/>
              <a:buNone/>
              <a:tabLst/>
              <a:defRPr/>
            </a:pPr>
            <a:endParaRPr kumimoji="0" sz="900" b="0" i="0" u="none" strike="noStrike" kern="1200" cap="none" spc="0" normalizeH="0" baseline="0" noProof="0">
              <a:ln>
                <a:noFill/>
              </a:ln>
              <a:solidFill>
                <a:srgbClr val="3FA74E"/>
              </a:solidFill>
              <a:effectLst/>
              <a:uLnTx/>
              <a:uFillTx/>
              <a:latin typeface="黑体" panose="02010609060101010101" charset="-122"/>
              <a:ea typeface="黑体" panose="02010609060101010101" charset="-122"/>
              <a:cs typeface="宋体" panose="02010600030101010101" pitchFamily="2" charset="-122"/>
              <a:sym typeface="+mn-ea"/>
            </a:endParaRPr>
          </a:p>
        </p:txBody>
      </p:sp>
    </p:spTree>
    <p:extLst>
      <p:ext uri="{BB962C8B-B14F-4D97-AF65-F5344CB8AC3E}">
        <p14:creationId xmlns:p14="http://schemas.microsoft.com/office/powerpoint/2010/main" val="240563566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0E5A3D-FE0F-CD7D-39CF-2A58D56B48FD}"/>
            </a:ext>
          </a:extLst>
        </p:cNvPr>
        <p:cNvGrpSpPr/>
        <p:nvPr/>
      </p:nvGrpSpPr>
      <p:grpSpPr>
        <a:xfrm>
          <a:off x="0" y="0"/>
          <a:ext cx="0" cy="0"/>
          <a:chOff x="0" y="0"/>
          <a:chExt cx="0" cy="0"/>
        </a:xfrm>
      </p:grpSpPr>
      <p:sp>
        <p:nvSpPr>
          <p:cNvPr id="2" name="圆角矩形 1">
            <a:extLst>
              <a:ext uri="{FF2B5EF4-FFF2-40B4-BE49-F238E27FC236}">
                <a16:creationId xmlns:a16="http://schemas.microsoft.com/office/drawing/2014/main" id="{A7129CFE-37B3-8652-C773-3F697A88352E}"/>
              </a:ext>
            </a:extLst>
          </p:cNvPr>
          <p:cNvSpPr/>
          <p:nvPr/>
        </p:nvSpPr>
        <p:spPr>
          <a:xfrm>
            <a:off x="845820" y="1275874"/>
            <a:ext cx="5292000" cy="3348000"/>
          </a:xfrm>
          <a:prstGeom prst="roundRect">
            <a:avLst/>
          </a:prstGeom>
          <a:solidFill>
            <a:srgbClr val="DAF9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685800" rtl="0" eaLnBrk="1" fontAlgn="base" latinLnBrk="0" hangingPunct="1">
              <a:lnSpc>
                <a:spcPct val="150000"/>
              </a:lnSpc>
              <a:spcBef>
                <a:spcPct val="0"/>
              </a:spcBef>
              <a:spcAft>
                <a:spcPct val="0"/>
              </a:spcAft>
              <a:buClrTx/>
              <a:buSzTx/>
              <a:buFontTx/>
              <a:buNone/>
              <a:tabLst/>
              <a:defRPr/>
            </a:pPr>
            <a:r>
              <a:rPr kumimoji="0" sz="1500" b="0" i="0" u="none" strike="noStrike" kern="1200" cap="none" spc="0" normalizeH="0" baseline="0" noProof="0">
                <a:ln>
                  <a:noFill/>
                </a:ln>
                <a:solidFill>
                  <a:srgbClr val="2E867C"/>
                </a:solidFill>
                <a:effectLst/>
                <a:uLnTx/>
                <a:uFillTx/>
                <a:latin typeface="黑体" panose="02010609060101010101" charset="-122"/>
                <a:ea typeface="黑体" panose="02010609060101010101" charset="-122"/>
                <a:cs typeface="宋体" panose="02010600030101010101" pitchFamily="2" charset="-122"/>
                <a:sym typeface="+mn-ea"/>
              </a:rPr>
              <a:t>2）出示组图“水资源宣传画”，引导幼儿了解制作水资源宣传画的方法。</a:t>
            </a:r>
          </a:p>
          <a:p>
            <a:pPr marL="0" marR="0" lvl="0" indent="0" algn="l" defTabSz="685800" rtl="0" eaLnBrk="1" fontAlgn="base" latinLnBrk="0" hangingPunct="1">
              <a:lnSpc>
                <a:spcPct val="150000"/>
              </a:lnSpc>
              <a:spcBef>
                <a:spcPct val="0"/>
              </a:spcBef>
              <a:spcAft>
                <a:spcPct val="0"/>
              </a:spcAft>
              <a:buClrTx/>
              <a:buSzTx/>
              <a:buFontTx/>
              <a:buNone/>
              <a:tabLst/>
              <a:defRPr/>
            </a:pPr>
            <a:r>
              <a:rPr kumimoji="0" sz="1500" b="0" i="0" u="none" strike="noStrike" kern="1200" cap="none" spc="0" normalizeH="0" baseline="0" noProof="0">
                <a:ln>
                  <a:noFill/>
                </a:ln>
                <a:solidFill>
                  <a:srgbClr val="2E867C"/>
                </a:solidFill>
                <a:effectLst/>
                <a:uLnTx/>
                <a:uFillTx/>
                <a:latin typeface="黑体" panose="02010609060101010101" charset="-122"/>
                <a:ea typeface="黑体" panose="02010609060101010101" charset="-122"/>
                <a:cs typeface="宋体" panose="02010600030101010101" pitchFamily="2" charset="-122"/>
                <a:sym typeface="+mn-ea"/>
              </a:rPr>
              <a:t>——瞧，老师为你们准备了很多空白小水滴，请你把珍惜水资源的方法画在小水滴中。一个水滴里画一种方法哦！</a:t>
            </a:r>
          </a:p>
          <a:p>
            <a:pPr marL="0" marR="0" lvl="0" indent="0" algn="l" defTabSz="685800" rtl="0" eaLnBrk="1" fontAlgn="base" latinLnBrk="0" hangingPunct="1">
              <a:lnSpc>
                <a:spcPct val="150000"/>
              </a:lnSpc>
              <a:spcBef>
                <a:spcPct val="0"/>
              </a:spcBef>
              <a:spcAft>
                <a:spcPct val="0"/>
              </a:spcAft>
              <a:buClrTx/>
              <a:buSzTx/>
              <a:buFontTx/>
              <a:buNone/>
              <a:tabLst/>
              <a:defRPr/>
            </a:pPr>
            <a:r>
              <a:rPr kumimoji="0" sz="1500" b="0" i="0" u="none" strike="noStrike" kern="1200" cap="none" spc="0" normalizeH="0" baseline="0" noProof="0">
                <a:ln>
                  <a:noFill/>
                </a:ln>
                <a:solidFill>
                  <a:srgbClr val="2E867C"/>
                </a:solidFill>
                <a:effectLst/>
                <a:uLnTx/>
                <a:uFillTx/>
                <a:latin typeface="黑体" panose="02010609060101010101" charset="-122"/>
                <a:ea typeface="黑体" panose="02010609060101010101" charset="-122"/>
                <a:cs typeface="宋体" panose="02010600030101010101" pitchFamily="2" charset="-122"/>
                <a:sym typeface="+mn-ea"/>
              </a:rPr>
              <a:t>——同一组的小朋友可以</a:t>
            </a:r>
            <a:r>
              <a:rPr kumimoji="0" lang="zh-CN" altLang="en-US" sz="1500" b="0" i="0" u="none" strike="noStrike" kern="1200" cap="none" spc="0" normalizeH="0" baseline="0" noProof="0">
                <a:ln>
                  <a:noFill/>
                </a:ln>
                <a:solidFill>
                  <a:srgbClr val="2E867C"/>
                </a:solidFill>
                <a:effectLst/>
                <a:uLnTx/>
                <a:uFillTx/>
                <a:latin typeface="黑体" panose="02010609060101010101" charset="-122"/>
                <a:ea typeface="黑体" panose="02010609060101010101" charset="-122"/>
                <a:cs typeface="宋体" panose="02010600030101010101" pitchFamily="2" charset="-122"/>
                <a:sym typeface="+mn-ea"/>
              </a:rPr>
              <a:t>互相商量一下，每个人画不一样的方法</a:t>
            </a:r>
            <a:r>
              <a:rPr kumimoji="0" sz="1500" b="0" i="0" u="none" strike="noStrike" kern="1200" cap="none" spc="0" normalizeH="0" baseline="0" noProof="0">
                <a:ln>
                  <a:noFill/>
                </a:ln>
                <a:solidFill>
                  <a:srgbClr val="2E867C"/>
                </a:solidFill>
                <a:effectLst/>
                <a:uLnTx/>
                <a:uFillTx/>
                <a:latin typeface="黑体" panose="02010609060101010101" charset="-122"/>
                <a:ea typeface="黑体" panose="02010609060101010101" charset="-122"/>
                <a:cs typeface="宋体" panose="02010600030101010101" pitchFamily="2" charset="-122"/>
                <a:sym typeface="+mn-ea"/>
              </a:rPr>
              <a:t>。</a:t>
            </a:r>
          </a:p>
          <a:p>
            <a:pPr marL="0" marR="0" lvl="0" indent="0" algn="l" defTabSz="685800" rtl="0" eaLnBrk="1" fontAlgn="base" latinLnBrk="0" hangingPunct="1">
              <a:lnSpc>
                <a:spcPct val="150000"/>
              </a:lnSpc>
              <a:spcBef>
                <a:spcPct val="0"/>
              </a:spcBef>
              <a:spcAft>
                <a:spcPct val="0"/>
              </a:spcAft>
              <a:buClrTx/>
              <a:buSzTx/>
              <a:buFontTx/>
              <a:buNone/>
              <a:tabLst/>
              <a:defRPr/>
            </a:pPr>
            <a:r>
              <a:rPr kumimoji="0" sz="1500" b="0" i="0" u="none" strike="noStrike" kern="1200" cap="none" spc="0" normalizeH="0" baseline="0" noProof="0">
                <a:ln>
                  <a:noFill/>
                </a:ln>
                <a:solidFill>
                  <a:srgbClr val="2E867C"/>
                </a:solidFill>
                <a:effectLst/>
                <a:uLnTx/>
                <a:uFillTx/>
                <a:latin typeface="黑体" panose="02010609060101010101" charset="-122"/>
                <a:ea typeface="黑体" panose="02010609060101010101" charset="-122"/>
                <a:cs typeface="宋体" panose="02010600030101010101" pitchFamily="2" charset="-122"/>
                <a:sym typeface="+mn-ea"/>
              </a:rPr>
              <a:t>——在画完之后</a:t>
            </a:r>
            <a:r>
              <a:rPr kumimoji="0" lang="zh-CN" altLang="en-US" sz="1500" b="0" i="0" u="none" strike="noStrike" kern="1200" cap="none" spc="0" normalizeH="0" baseline="0" noProof="0">
                <a:ln>
                  <a:noFill/>
                </a:ln>
                <a:solidFill>
                  <a:srgbClr val="2E867C"/>
                </a:solidFill>
                <a:effectLst/>
                <a:uLnTx/>
                <a:uFillTx/>
                <a:latin typeface="黑体" panose="02010609060101010101" charset="-122"/>
                <a:ea typeface="黑体" panose="02010609060101010101" charset="-122"/>
                <a:cs typeface="宋体" panose="02010600030101010101" pitchFamily="2" charset="-122"/>
                <a:sym typeface="+mn-ea"/>
              </a:rPr>
              <a:t>把</a:t>
            </a:r>
            <a:r>
              <a:rPr kumimoji="0" sz="1500" b="0" i="0" u="none" strike="noStrike" kern="1200" cap="none" spc="0" normalizeH="0" baseline="0" noProof="0">
                <a:ln>
                  <a:noFill/>
                </a:ln>
                <a:solidFill>
                  <a:srgbClr val="2E867C"/>
                </a:solidFill>
                <a:effectLst/>
                <a:uLnTx/>
                <a:uFillTx/>
                <a:latin typeface="黑体" panose="02010609060101010101" charset="-122"/>
                <a:ea typeface="黑体" panose="02010609060101010101" charset="-122"/>
                <a:cs typeface="宋体" panose="02010600030101010101" pitchFamily="2" charset="-122"/>
                <a:sym typeface="+mn-ea"/>
              </a:rPr>
              <a:t>小水滴贴在底板上，再将水资源标语贴在合适的位置。</a:t>
            </a:r>
          </a:p>
          <a:p>
            <a:pPr marL="0" marR="0" lvl="0" indent="0" algn="l" defTabSz="685800" rtl="0" eaLnBrk="1" fontAlgn="base" latinLnBrk="0" hangingPunct="1">
              <a:lnSpc>
                <a:spcPct val="150000"/>
              </a:lnSpc>
              <a:spcBef>
                <a:spcPct val="0"/>
              </a:spcBef>
              <a:spcAft>
                <a:spcPct val="0"/>
              </a:spcAft>
              <a:buClrTx/>
              <a:buSzTx/>
              <a:buFontTx/>
              <a:buNone/>
              <a:tabLst/>
              <a:defRPr/>
            </a:pPr>
            <a:r>
              <a:rPr kumimoji="0" sz="1500" b="0" i="0" u="none" strike="noStrike" kern="1200" cap="none" spc="0" normalizeH="0" baseline="0" noProof="0">
                <a:ln>
                  <a:noFill/>
                </a:ln>
                <a:solidFill>
                  <a:srgbClr val="2E867C"/>
                </a:solidFill>
                <a:effectLst/>
                <a:uLnTx/>
                <a:uFillTx/>
                <a:latin typeface="黑体" panose="02010609060101010101" charset="-122"/>
                <a:ea typeface="黑体" panose="02010609060101010101" charset="-122"/>
                <a:cs typeface="宋体" panose="02010600030101010101" pitchFamily="2" charset="-122"/>
                <a:sym typeface="+mn-ea"/>
              </a:rPr>
              <a:t>——小组合作，让你们的宣传画变得更漂亮吧！</a:t>
            </a:r>
          </a:p>
        </p:txBody>
      </p:sp>
      <p:sp>
        <p:nvSpPr>
          <p:cNvPr id="6" name="圆角矩形 5">
            <a:extLst>
              <a:ext uri="{FF2B5EF4-FFF2-40B4-BE49-F238E27FC236}">
                <a16:creationId xmlns:a16="http://schemas.microsoft.com/office/drawing/2014/main" id="{32201E07-5B01-5E50-11A4-EE105E177C89}"/>
              </a:ext>
            </a:extLst>
          </p:cNvPr>
          <p:cNvSpPr/>
          <p:nvPr/>
        </p:nvSpPr>
        <p:spPr>
          <a:xfrm>
            <a:off x="262890" y="194787"/>
            <a:ext cx="1312545" cy="486251"/>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zh-CN" altLang="en-US" sz="2400" b="0" i="0" u="none" strike="noStrike" kern="1200" cap="none" spc="0" normalizeH="0" baseline="0" noProof="0">
                <a:ln>
                  <a:noFill/>
                </a:ln>
                <a:solidFill>
                  <a:srgbClr val="2D6B6F"/>
                </a:solidFill>
                <a:effectLst/>
                <a:uLnTx/>
                <a:uFillTx/>
                <a:latin typeface="黑体" panose="02010609060101010101" charset="-122"/>
                <a:ea typeface="黑体" panose="02010609060101010101" charset="-122"/>
                <a:cs typeface="+mn-cs"/>
              </a:rPr>
              <a:t>备课页</a:t>
            </a:r>
          </a:p>
        </p:txBody>
      </p:sp>
      <p:pic>
        <p:nvPicPr>
          <p:cNvPr id="4" name="图片 3" descr="美美老师-人设（边线版）0006">
            <a:extLst>
              <a:ext uri="{FF2B5EF4-FFF2-40B4-BE49-F238E27FC236}">
                <a16:creationId xmlns:a16="http://schemas.microsoft.com/office/drawing/2014/main" id="{6A2A8CEE-5E89-BB77-F84C-C6D4006CCFD4}"/>
              </a:ext>
            </a:extLst>
          </p:cNvPr>
          <p:cNvPicPr>
            <a:picLocks noChangeAspect="1"/>
          </p:cNvPicPr>
          <p:nvPr/>
        </p:nvPicPr>
        <p:blipFill>
          <a:blip r:embed="rId2"/>
          <a:stretch>
            <a:fillRect/>
          </a:stretch>
        </p:blipFill>
        <p:spPr>
          <a:xfrm>
            <a:off x="6124099" y="1259206"/>
            <a:ext cx="2265998" cy="3398996"/>
          </a:xfrm>
          <a:prstGeom prst="rect">
            <a:avLst/>
          </a:prstGeom>
        </p:spPr>
      </p:pic>
      <p:sp>
        <p:nvSpPr>
          <p:cNvPr id="3" name="文本框 2">
            <a:extLst>
              <a:ext uri="{FF2B5EF4-FFF2-40B4-BE49-F238E27FC236}">
                <a16:creationId xmlns:a16="http://schemas.microsoft.com/office/drawing/2014/main" id="{21EE282D-E04D-757D-C2B3-30D8F721C34C}"/>
              </a:ext>
            </a:extLst>
          </p:cNvPr>
          <p:cNvSpPr txBox="1"/>
          <p:nvPr/>
        </p:nvSpPr>
        <p:spPr>
          <a:xfrm>
            <a:off x="1652588" y="256699"/>
            <a:ext cx="3423761" cy="603050"/>
          </a:xfrm>
          <a:prstGeom prst="rect">
            <a:avLst/>
          </a:prstGeom>
          <a:noFill/>
        </p:spPr>
        <p:txBody>
          <a:bodyPr wrap="square" rtlCol="0">
            <a:spAutoFit/>
          </a:bodyPr>
          <a:lstStyle/>
          <a:p>
            <a:pPr marL="0" marR="0" lvl="0" indent="0" algn="ctr" defTabSz="685800" rtl="0" eaLnBrk="1" fontAlgn="base" latinLnBrk="0" hangingPunct="1">
              <a:lnSpc>
                <a:spcPct val="150000"/>
              </a:lnSpc>
              <a:spcBef>
                <a:spcPct val="0"/>
              </a:spcBef>
              <a:spcAft>
                <a:spcPct val="0"/>
              </a:spcAft>
              <a:buClrTx/>
              <a:buSzTx/>
              <a:buFontTx/>
              <a:buNone/>
              <a:tabLst/>
              <a:defRPr/>
            </a:pPr>
            <a:r>
              <a:rPr kumimoji="0" lang="zh-CN" altLang="zh-CN" sz="1200" b="0" i="0" u="none" strike="noStrike" kern="1200" cap="none" spc="0" normalizeH="0" baseline="0" noProof="0">
                <a:ln>
                  <a:noFill/>
                </a:ln>
                <a:solidFill>
                  <a:srgbClr val="FFFFFF">
                    <a:lumMod val="65000"/>
                  </a:srgbClr>
                </a:solidFill>
                <a:effectLst/>
                <a:uLnTx/>
                <a:uFillTx/>
                <a:latin typeface="黑体" panose="02010609060101010101" charset="-122"/>
                <a:ea typeface="黑体" panose="02010609060101010101" charset="-122"/>
                <a:cs typeface="黑体" panose="02010609060101010101" charset="-122"/>
                <a:sym typeface="+mn-ea"/>
              </a:rPr>
              <a:t>（本备课页仅供备课使用，授课前请删除或隐藏）</a:t>
            </a:r>
          </a:p>
        </p:txBody>
      </p:sp>
    </p:spTree>
    <p:extLst>
      <p:ext uri="{BB962C8B-B14F-4D97-AF65-F5344CB8AC3E}">
        <p14:creationId xmlns:p14="http://schemas.microsoft.com/office/powerpoint/2010/main" val="112150798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583AFA-FD22-C8FF-9546-293842444132}"/>
            </a:ext>
          </a:extLst>
        </p:cNvPr>
        <p:cNvGrpSpPr/>
        <p:nvPr/>
      </p:nvGrpSpPr>
      <p:grpSpPr>
        <a:xfrm>
          <a:off x="0" y="0"/>
          <a:ext cx="0" cy="0"/>
          <a:chOff x="0" y="0"/>
          <a:chExt cx="0" cy="0"/>
        </a:xfrm>
      </p:grpSpPr>
      <p:pic>
        <p:nvPicPr>
          <p:cNvPr id="2" name="图片 1" descr="通用页背景">
            <a:extLst>
              <a:ext uri="{FF2B5EF4-FFF2-40B4-BE49-F238E27FC236}">
                <a16:creationId xmlns:a16="http://schemas.microsoft.com/office/drawing/2014/main" id="{3902C759-1CA1-2670-0A3F-653784E44D18}"/>
              </a:ext>
            </a:extLst>
          </p:cNvPr>
          <p:cNvPicPr>
            <a:picLocks noChangeAspect="1"/>
          </p:cNvPicPr>
          <p:nvPr/>
        </p:nvPicPr>
        <p:blipFill>
          <a:blip r:embed="rId2"/>
          <a:stretch>
            <a:fillRect/>
          </a:stretch>
        </p:blipFill>
        <p:spPr>
          <a:xfrm>
            <a:off x="0" y="0"/>
            <a:ext cx="9144000" cy="5143500"/>
          </a:xfrm>
          <a:prstGeom prst="rect">
            <a:avLst/>
          </a:prstGeom>
        </p:spPr>
      </p:pic>
      <p:sp>
        <p:nvSpPr>
          <p:cNvPr id="5" name="圆角矩形 4">
            <a:extLst>
              <a:ext uri="{FF2B5EF4-FFF2-40B4-BE49-F238E27FC236}">
                <a16:creationId xmlns:a16="http://schemas.microsoft.com/office/drawing/2014/main" id="{49D9306A-7162-7B5E-CCD5-DD385B16AD2C}"/>
              </a:ext>
            </a:extLst>
          </p:cNvPr>
          <p:cNvSpPr/>
          <p:nvPr/>
        </p:nvSpPr>
        <p:spPr>
          <a:xfrm>
            <a:off x="487204" y="218122"/>
            <a:ext cx="2275046" cy="294323"/>
          </a:xfrm>
          <a:prstGeom prst="roundRect">
            <a:avLst/>
          </a:prstGeom>
          <a:solidFill>
            <a:srgbClr val="A4E3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685800" rtl="0" eaLnBrk="1" fontAlgn="base" latinLnBrk="0" hangingPunct="1">
              <a:lnSpc>
                <a:spcPct val="100000"/>
              </a:lnSpc>
              <a:spcBef>
                <a:spcPct val="0"/>
              </a:spcBef>
              <a:spcAft>
                <a:spcPct val="0"/>
              </a:spcAft>
              <a:buClrTx/>
              <a:buSzTx/>
              <a:buFontTx/>
              <a:buNone/>
              <a:tabLst/>
              <a:defRPr/>
            </a:pPr>
            <a:r>
              <a:rPr kumimoji="0" lang="zh-CN" altLang="en-US" sz="1050" b="0" i="0" u="none" strike="noStrike" kern="1200" cap="none" spc="0" normalizeH="0" baseline="0" noProof="0">
                <a:ln>
                  <a:noFill/>
                </a:ln>
                <a:solidFill>
                  <a:srgbClr val="2C8F79"/>
                </a:solidFill>
                <a:effectLst/>
                <a:uLnTx/>
                <a:uFillTx/>
                <a:latin typeface="黑体" panose="02010609060101010101" charset="-122"/>
                <a:ea typeface="黑体" panose="02010609060101010101" charset="-122"/>
                <a:cs typeface="+mn-cs"/>
                <a:sym typeface="+mn-ea"/>
              </a:rPr>
              <a:t>连续点击屏幕，依次展现制作步骤</a:t>
            </a:r>
          </a:p>
        </p:txBody>
      </p:sp>
      <p:pic>
        <p:nvPicPr>
          <p:cNvPr id="6" name="图片 5" descr="C:\Users\Administrator\Desktop\奇奇头\9.png9">
            <a:extLst>
              <a:ext uri="{FF2B5EF4-FFF2-40B4-BE49-F238E27FC236}">
                <a16:creationId xmlns:a16="http://schemas.microsoft.com/office/drawing/2014/main" id="{5852B613-407E-19B5-4D2F-3E840AB67175}"/>
              </a:ext>
            </a:extLst>
          </p:cNvPr>
          <p:cNvPicPr>
            <a:picLocks noChangeAspect="1"/>
          </p:cNvPicPr>
          <p:nvPr/>
        </p:nvPicPr>
        <p:blipFill>
          <a:blip r:embed="rId3"/>
          <a:srcRect/>
          <a:stretch>
            <a:fillRect/>
          </a:stretch>
        </p:blipFill>
        <p:spPr>
          <a:xfrm>
            <a:off x="143827" y="95251"/>
            <a:ext cx="511493" cy="488156"/>
          </a:xfrm>
          <a:prstGeom prst="rect">
            <a:avLst/>
          </a:prstGeom>
        </p:spPr>
      </p:pic>
      <p:sp>
        <p:nvSpPr>
          <p:cNvPr id="4" name="文本框 3">
            <a:extLst>
              <a:ext uri="{FF2B5EF4-FFF2-40B4-BE49-F238E27FC236}">
                <a16:creationId xmlns:a16="http://schemas.microsoft.com/office/drawing/2014/main" id="{BAFE8CC4-0628-49E2-0FBD-105C76BF105B}"/>
              </a:ext>
            </a:extLst>
          </p:cNvPr>
          <p:cNvSpPr txBox="1"/>
          <p:nvPr/>
        </p:nvSpPr>
        <p:spPr>
          <a:xfrm>
            <a:off x="1836896" y="4636770"/>
            <a:ext cx="6137910" cy="606961"/>
          </a:xfrm>
          <a:prstGeom prst="rect">
            <a:avLst/>
          </a:prstGeom>
          <a:noFill/>
        </p:spPr>
        <p:txBody>
          <a:bodyPr wrap="square" rtlCol="0" anchor="t">
            <a:spAutoFit/>
          </a:bodyPr>
          <a:lstStyle/>
          <a:p>
            <a:pPr marL="0" marR="0" lvl="0" indent="0" algn="ctr" defTabSz="685800" rtl="0" eaLnBrk="1" fontAlgn="base" latinLnBrk="0" hangingPunct="1">
              <a:lnSpc>
                <a:spcPct val="130000"/>
              </a:lnSpc>
              <a:spcBef>
                <a:spcPct val="0"/>
              </a:spcBef>
              <a:spcAft>
                <a:spcPct val="0"/>
              </a:spcAft>
              <a:buClrTx/>
              <a:buSzTx/>
              <a:buFontTx/>
              <a:buNone/>
              <a:tabLst/>
              <a:defRPr/>
            </a:pPr>
            <a:r>
              <a:rPr kumimoji="0" sz="900" b="0" i="0" u="none" strike="noStrike" kern="1200" cap="none" spc="0" normalizeH="0" baseline="0" noProof="0">
                <a:ln>
                  <a:noFill/>
                </a:ln>
                <a:solidFill>
                  <a:srgbClr val="3FA74E"/>
                </a:solidFill>
                <a:effectLst/>
                <a:uLnTx/>
                <a:uFillTx/>
                <a:latin typeface="黑体" panose="02010609060101010101" charset="-122"/>
                <a:ea typeface="黑体" panose="02010609060101010101" charset="-122"/>
                <a:cs typeface="宋体" panose="02010600030101010101" pitchFamily="2" charset="-122"/>
                <a:sym typeface="+mn-ea"/>
              </a:rPr>
              <a:t>老师准备了很多空白小水滴，请你把珍惜水资源的方法画在小水滴中。一个水滴里画一种方法哦！</a:t>
            </a:r>
          </a:p>
          <a:p>
            <a:pPr marL="0" marR="0" lvl="0" indent="0" algn="ctr" defTabSz="685800" rtl="0" eaLnBrk="1" fontAlgn="base" latinLnBrk="0" hangingPunct="1">
              <a:lnSpc>
                <a:spcPct val="130000"/>
              </a:lnSpc>
              <a:spcBef>
                <a:spcPct val="0"/>
              </a:spcBef>
              <a:spcAft>
                <a:spcPct val="0"/>
              </a:spcAft>
              <a:buClrTx/>
              <a:buSzTx/>
              <a:buFontTx/>
              <a:buNone/>
              <a:tabLst/>
              <a:defRPr/>
            </a:pPr>
            <a:r>
              <a:rPr kumimoji="0" sz="900" b="0" i="0" u="none" strike="noStrike" kern="1200" cap="none" spc="0" normalizeH="0" baseline="0" noProof="0">
                <a:ln>
                  <a:noFill/>
                </a:ln>
                <a:solidFill>
                  <a:srgbClr val="3FA74E"/>
                </a:solidFill>
                <a:effectLst/>
                <a:uLnTx/>
                <a:uFillTx/>
                <a:latin typeface="黑体" panose="02010609060101010101" charset="-122"/>
                <a:ea typeface="黑体" panose="02010609060101010101" charset="-122"/>
                <a:cs typeface="宋体" panose="02010600030101010101" pitchFamily="2" charset="-122"/>
                <a:sym typeface="+mn-ea"/>
              </a:rPr>
              <a:t>同一组的小朋友可以互相商量一下，每个人画不一样的方法。</a:t>
            </a:r>
          </a:p>
          <a:p>
            <a:pPr marL="0" marR="0" lvl="0" indent="0" algn="ctr" defTabSz="685800" rtl="0" eaLnBrk="1" fontAlgn="base" latinLnBrk="0" hangingPunct="1">
              <a:lnSpc>
                <a:spcPct val="130000"/>
              </a:lnSpc>
              <a:spcBef>
                <a:spcPct val="0"/>
              </a:spcBef>
              <a:spcAft>
                <a:spcPct val="0"/>
              </a:spcAft>
              <a:buClrTx/>
              <a:buSzTx/>
              <a:buFontTx/>
              <a:buNone/>
              <a:tabLst/>
              <a:defRPr/>
            </a:pPr>
            <a:endParaRPr kumimoji="0" sz="900" b="0" i="0" u="none" strike="noStrike" kern="1200" cap="none" spc="0" normalizeH="0" baseline="0" noProof="0">
              <a:ln>
                <a:noFill/>
              </a:ln>
              <a:solidFill>
                <a:srgbClr val="3FA74E"/>
              </a:solidFill>
              <a:effectLst/>
              <a:uLnTx/>
              <a:uFillTx/>
              <a:latin typeface="黑体" panose="02010609060101010101" charset="-122"/>
              <a:ea typeface="黑体" panose="02010609060101010101" charset="-122"/>
              <a:cs typeface="宋体" panose="02010600030101010101" pitchFamily="2" charset="-122"/>
              <a:sym typeface="+mn-ea"/>
            </a:endParaRPr>
          </a:p>
        </p:txBody>
      </p:sp>
      <p:grpSp>
        <p:nvGrpSpPr>
          <p:cNvPr id="10" name="组合 9">
            <a:extLst>
              <a:ext uri="{FF2B5EF4-FFF2-40B4-BE49-F238E27FC236}">
                <a16:creationId xmlns:a16="http://schemas.microsoft.com/office/drawing/2014/main" id="{79399612-9B94-F810-7AF4-7EB2E3EC383B}"/>
              </a:ext>
            </a:extLst>
          </p:cNvPr>
          <p:cNvGrpSpPr/>
          <p:nvPr/>
        </p:nvGrpSpPr>
        <p:grpSpPr>
          <a:xfrm>
            <a:off x="408147" y="897732"/>
            <a:ext cx="8484394" cy="3114199"/>
            <a:chOff x="744" y="1885"/>
            <a:chExt cx="17815" cy="6539"/>
          </a:xfrm>
        </p:grpSpPr>
        <p:pic>
          <p:nvPicPr>
            <p:cNvPr id="7" name="图片 6" descr="纸面教具2">
              <a:extLst>
                <a:ext uri="{FF2B5EF4-FFF2-40B4-BE49-F238E27FC236}">
                  <a16:creationId xmlns:a16="http://schemas.microsoft.com/office/drawing/2014/main" id="{A5338CEE-1984-A445-9B78-54921EF4B8CE}"/>
                </a:ext>
              </a:extLst>
            </p:cNvPr>
            <p:cNvPicPr>
              <a:picLocks noChangeAspect="1"/>
            </p:cNvPicPr>
            <p:nvPr/>
          </p:nvPicPr>
          <p:blipFill>
            <a:blip r:embed="rId4"/>
            <a:srcRect t="8851"/>
            <a:stretch>
              <a:fillRect/>
            </a:stretch>
          </p:blipFill>
          <p:spPr>
            <a:xfrm>
              <a:off x="744" y="2537"/>
              <a:ext cx="9135" cy="5887"/>
            </a:xfrm>
            <a:prstGeom prst="rect">
              <a:avLst/>
            </a:prstGeom>
          </p:spPr>
        </p:pic>
        <p:pic>
          <p:nvPicPr>
            <p:cNvPr id="8" name="图片 7" descr="纸面教具3">
              <a:extLst>
                <a:ext uri="{FF2B5EF4-FFF2-40B4-BE49-F238E27FC236}">
                  <a16:creationId xmlns:a16="http://schemas.microsoft.com/office/drawing/2014/main" id="{DA94101F-EBE6-5856-D32A-F5AD5C0E5404}"/>
                </a:ext>
              </a:extLst>
            </p:cNvPr>
            <p:cNvPicPr>
              <a:picLocks noChangeAspect="1"/>
            </p:cNvPicPr>
            <p:nvPr/>
          </p:nvPicPr>
          <p:blipFill>
            <a:blip r:embed="rId5">
              <a:clrChange>
                <a:clrFrom>
                  <a:srgbClr val="FFFFFF">
                    <a:alpha val="100000"/>
                  </a:srgbClr>
                </a:clrFrom>
                <a:clrTo>
                  <a:srgbClr val="FFFFFF">
                    <a:alpha val="100000"/>
                    <a:alpha val="0"/>
                  </a:srgbClr>
                </a:clrTo>
              </a:clrChange>
            </a:blip>
            <a:srcRect t="4950" r="4809"/>
            <a:stretch>
              <a:fillRect/>
            </a:stretch>
          </p:blipFill>
          <p:spPr>
            <a:xfrm>
              <a:off x="9122" y="2185"/>
              <a:ext cx="8695" cy="6138"/>
            </a:xfrm>
            <a:prstGeom prst="rect">
              <a:avLst/>
            </a:prstGeom>
          </p:spPr>
        </p:pic>
        <p:sp>
          <p:nvSpPr>
            <p:cNvPr id="9" name="矩形 8">
              <a:extLst>
                <a:ext uri="{FF2B5EF4-FFF2-40B4-BE49-F238E27FC236}">
                  <a16:creationId xmlns:a16="http://schemas.microsoft.com/office/drawing/2014/main" id="{E5C78C66-D70F-A20F-1E2A-18B2739E1116}"/>
                </a:ext>
              </a:extLst>
            </p:cNvPr>
            <p:cNvSpPr/>
            <p:nvPr/>
          </p:nvSpPr>
          <p:spPr>
            <a:xfrm>
              <a:off x="16745" y="1885"/>
              <a:ext cx="1814" cy="79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57175" marR="0" lvl="0" indent="-257175" algn="l" defTabSz="685800" rtl="0" eaLnBrk="1" fontAlgn="base" latinLnBrk="0" hangingPunct="1">
                <a:lnSpc>
                  <a:spcPct val="150000"/>
                </a:lnSpc>
                <a:spcBef>
                  <a:spcPct val="0"/>
                </a:spcBef>
                <a:spcAft>
                  <a:spcPct val="0"/>
                </a:spcAft>
                <a:buClrTx/>
                <a:buSzTx/>
                <a:buFont typeface="Wingdings" panose="05000000000000000000" charset="0"/>
                <a:buChar char="l"/>
                <a:tabLst/>
                <a:defRPr/>
              </a:pPr>
              <a:endParaRPr kumimoji="0" lang="zh-CN" altLang="en-US" sz="1800" b="0" i="0" u="none" strike="noStrike" kern="1200" cap="none" spc="0" normalizeH="0" baseline="0" noProof="0">
                <a:ln>
                  <a:noFill/>
                </a:ln>
                <a:solidFill>
                  <a:srgbClr val="000000"/>
                </a:solidFill>
                <a:effectLst/>
                <a:uLnTx/>
                <a:uFillTx/>
                <a:latin typeface="黑体" panose="02010609060101010101" charset="-122"/>
                <a:ea typeface="黑体" panose="02010609060101010101" charset="-122"/>
                <a:cs typeface="+mn-cs"/>
              </a:endParaRPr>
            </a:p>
          </p:txBody>
        </p:sp>
      </p:grpSp>
      <p:sp>
        <p:nvSpPr>
          <p:cNvPr id="17" name="文本框 16">
            <a:extLst>
              <a:ext uri="{FF2B5EF4-FFF2-40B4-BE49-F238E27FC236}">
                <a16:creationId xmlns:a16="http://schemas.microsoft.com/office/drawing/2014/main" id="{0459713C-F1D9-4B30-5C1B-A0BE9CCEB7F6}"/>
              </a:ext>
            </a:extLst>
          </p:cNvPr>
          <p:cNvSpPr txBox="1"/>
          <p:nvPr/>
        </p:nvSpPr>
        <p:spPr>
          <a:xfrm>
            <a:off x="2298383" y="4083368"/>
            <a:ext cx="4547235" cy="267637"/>
          </a:xfrm>
          <a:prstGeom prst="rect">
            <a:avLst/>
          </a:prstGeom>
          <a:noFill/>
        </p:spPr>
        <p:txBody>
          <a:bodyPr wrap="square" rtlCol="0">
            <a:spAutoFit/>
          </a:bodyPr>
          <a:lstStyle/>
          <a:p>
            <a:pPr marL="0" marR="0" lvl="0" indent="0" algn="ctr" defTabSz="685800" rtl="0" eaLnBrk="1" fontAlgn="base" latinLnBrk="0" hangingPunct="1">
              <a:lnSpc>
                <a:spcPct val="150000"/>
              </a:lnSpc>
              <a:spcBef>
                <a:spcPct val="0"/>
              </a:spcBef>
              <a:spcAft>
                <a:spcPct val="0"/>
              </a:spcAft>
              <a:buClrTx/>
              <a:buSzTx/>
              <a:buFontTx/>
              <a:buNone/>
              <a:tabLst/>
              <a:defRPr/>
            </a:pPr>
            <a:r>
              <a:rPr kumimoji="0" lang="zh-CN" altLang="zh-CN" sz="9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黑体" panose="02010609060101010101" charset="-122"/>
                <a:sym typeface="+mn-ea"/>
              </a:rPr>
              <a:t>该页面为纸面教具效果展示，请免费下载高清资源</a:t>
            </a:r>
          </a:p>
        </p:txBody>
      </p:sp>
    </p:spTree>
    <p:extLst>
      <p:ext uri="{BB962C8B-B14F-4D97-AF65-F5344CB8AC3E}">
        <p14:creationId xmlns:p14="http://schemas.microsoft.com/office/powerpoint/2010/main" val="10891272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83B456-7C26-A4B5-60A3-8A7B4AB0F2D0}"/>
            </a:ext>
          </a:extLst>
        </p:cNvPr>
        <p:cNvGrpSpPr/>
        <p:nvPr/>
      </p:nvGrpSpPr>
      <p:grpSpPr>
        <a:xfrm>
          <a:off x="0" y="0"/>
          <a:ext cx="0" cy="0"/>
          <a:chOff x="0" y="0"/>
          <a:chExt cx="0" cy="0"/>
        </a:xfrm>
      </p:grpSpPr>
      <p:pic>
        <p:nvPicPr>
          <p:cNvPr id="2" name="图片 1" descr="通用页背景">
            <a:extLst>
              <a:ext uri="{FF2B5EF4-FFF2-40B4-BE49-F238E27FC236}">
                <a16:creationId xmlns:a16="http://schemas.microsoft.com/office/drawing/2014/main" id="{B9C46EC1-36EB-AD25-7A73-3829803E058D}"/>
              </a:ext>
            </a:extLst>
          </p:cNvPr>
          <p:cNvPicPr>
            <a:picLocks noChangeAspect="1"/>
          </p:cNvPicPr>
          <p:nvPr/>
        </p:nvPicPr>
        <p:blipFill>
          <a:blip r:embed="rId2"/>
          <a:stretch>
            <a:fillRect/>
          </a:stretch>
        </p:blipFill>
        <p:spPr>
          <a:xfrm>
            <a:off x="0" y="0"/>
            <a:ext cx="9144000" cy="5143500"/>
          </a:xfrm>
          <a:prstGeom prst="rect">
            <a:avLst/>
          </a:prstGeom>
        </p:spPr>
      </p:pic>
      <p:pic>
        <p:nvPicPr>
          <p:cNvPr id="4" name="图片 3" descr="\\10.1.1.22\视频事业部\幼儿园组\A 课件\14-热点+特色主题\2-节日纪念日课件\A0017 原创-社会美术-世界水日【燕烽】\01 课件资源包\课件资源\图片资源\实拍图\+logo\图片16.png图片16">
            <a:extLst>
              <a:ext uri="{FF2B5EF4-FFF2-40B4-BE49-F238E27FC236}">
                <a16:creationId xmlns:a16="http://schemas.microsoft.com/office/drawing/2014/main" id="{8986611A-458A-8FB5-A04A-88E94FD2E282}"/>
              </a:ext>
            </a:extLst>
          </p:cNvPr>
          <p:cNvPicPr>
            <a:picLocks noChangeAspect="1"/>
          </p:cNvPicPr>
          <p:nvPr/>
        </p:nvPicPr>
        <p:blipFill>
          <a:blip r:embed="rId3"/>
          <a:srcRect/>
          <a:stretch>
            <a:fillRect/>
          </a:stretch>
        </p:blipFill>
        <p:spPr>
          <a:xfrm>
            <a:off x="1869758" y="689610"/>
            <a:ext cx="5379244" cy="3596640"/>
          </a:xfrm>
          <a:prstGeom prst="roundRect">
            <a:avLst/>
          </a:prstGeom>
          <a:effectLst>
            <a:outerShdw blurRad="50800" dist="38100" dir="2700000" algn="tl" rotWithShape="0">
              <a:prstClr val="black">
                <a:alpha val="40000"/>
              </a:prstClr>
            </a:outerShdw>
          </a:effectLst>
        </p:spPr>
      </p:pic>
      <p:sp>
        <p:nvSpPr>
          <p:cNvPr id="12" name="文本框 11">
            <a:extLst>
              <a:ext uri="{FF2B5EF4-FFF2-40B4-BE49-F238E27FC236}">
                <a16:creationId xmlns:a16="http://schemas.microsoft.com/office/drawing/2014/main" id="{054E36EE-95B5-CA38-B0FF-03515301C537}"/>
              </a:ext>
            </a:extLst>
          </p:cNvPr>
          <p:cNvSpPr txBox="1"/>
          <p:nvPr/>
        </p:nvSpPr>
        <p:spPr>
          <a:xfrm>
            <a:off x="3555206" y="4287202"/>
            <a:ext cx="2073593" cy="246862"/>
          </a:xfrm>
          <a:prstGeom prst="rect">
            <a:avLst/>
          </a:prstGeom>
          <a:noFill/>
        </p:spPr>
        <p:txBody>
          <a:bodyPr wrap="square" rtlCol="0" anchor="t">
            <a:spAutoFit/>
          </a:bodyPr>
          <a:lstStyle/>
          <a:p>
            <a:pPr marL="0" marR="0" lvl="0" indent="0" algn="ctr" defTabSz="685800" rtl="0" eaLnBrk="1" fontAlgn="base" latinLnBrk="0" hangingPunct="1">
              <a:lnSpc>
                <a:spcPct val="130000"/>
              </a:lnSpc>
              <a:spcBef>
                <a:spcPct val="0"/>
              </a:spcBef>
              <a:spcAft>
                <a:spcPct val="0"/>
              </a:spcAft>
              <a:buClrTx/>
              <a:buSzTx/>
              <a:buFontTx/>
              <a:buNone/>
              <a:tabLst/>
              <a:defRPr/>
            </a:pPr>
            <a:r>
              <a:rPr kumimoji="0" lang="zh-CN" altLang="en-US" sz="9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宋体" panose="02010600030101010101" pitchFamily="2" charset="-122"/>
                <a:sym typeface="+mn-ea"/>
              </a:rPr>
              <a:t>在水滴中画出不同的珍惜水资源方法</a:t>
            </a:r>
          </a:p>
        </p:txBody>
      </p:sp>
      <p:sp>
        <p:nvSpPr>
          <p:cNvPr id="13" name="圆角矩形 12">
            <a:extLst>
              <a:ext uri="{FF2B5EF4-FFF2-40B4-BE49-F238E27FC236}">
                <a16:creationId xmlns:a16="http://schemas.microsoft.com/office/drawing/2014/main" id="{AB18F48E-E236-9E26-73EF-18BF524688BF}"/>
              </a:ext>
            </a:extLst>
          </p:cNvPr>
          <p:cNvSpPr/>
          <p:nvPr/>
        </p:nvSpPr>
        <p:spPr>
          <a:xfrm>
            <a:off x="487204" y="218122"/>
            <a:ext cx="2275046" cy="294323"/>
          </a:xfrm>
          <a:prstGeom prst="roundRect">
            <a:avLst/>
          </a:prstGeom>
          <a:solidFill>
            <a:srgbClr val="A4E3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685800" rtl="0" eaLnBrk="1" fontAlgn="base" latinLnBrk="0" hangingPunct="1">
              <a:lnSpc>
                <a:spcPct val="100000"/>
              </a:lnSpc>
              <a:spcBef>
                <a:spcPct val="0"/>
              </a:spcBef>
              <a:spcAft>
                <a:spcPct val="0"/>
              </a:spcAft>
              <a:buClrTx/>
              <a:buSzTx/>
              <a:buFontTx/>
              <a:buNone/>
              <a:tabLst/>
              <a:defRPr/>
            </a:pPr>
            <a:r>
              <a:rPr kumimoji="0" lang="zh-CN" altLang="en-US" sz="1050" b="0" i="0" u="none" strike="noStrike" kern="1200" cap="none" spc="0" normalizeH="0" baseline="0" noProof="0">
                <a:ln>
                  <a:noFill/>
                </a:ln>
                <a:solidFill>
                  <a:srgbClr val="2C8F79"/>
                </a:solidFill>
                <a:effectLst/>
                <a:uLnTx/>
                <a:uFillTx/>
                <a:latin typeface="黑体" panose="02010609060101010101" charset="-122"/>
                <a:ea typeface="黑体" panose="02010609060101010101" charset="-122"/>
                <a:cs typeface="+mn-cs"/>
                <a:sym typeface="+mn-ea"/>
              </a:rPr>
              <a:t>连续点击屏幕，依次展现制作步骤</a:t>
            </a:r>
          </a:p>
        </p:txBody>
      </p:sp>
      <p:pic>
        <p:nvPicPr>
          <p:cNvPr id="14" name="图片 13" descr="C:\Users\Administrator\Desktop\奇奇头\9.png9">
            <a:extLst>
              <a:ext uri="{FF2B5EF4-FFF2-40B4-BE49-F238E27FC236}">
                <a16:creationId xmlns:a16="http://schemas.microsoft.com/office/drawing/2014/main" id="{46697D5F-450B-CD29-56DD-550C669B9841}"/>
              </a:ext>
            </a:extLst>
          </p:cNvPr>
          <p:cNvPicPr>
            <a:picLocks noChangeAspect="1"/>
          </p:cNvPicPr>
          <p:nvPr/>
        </p:nvPicPr>
        <p:blipFill>
          <a:blip r:embed="rId4"/>
          <a:srcRect/>
          <a:stretch>
            <a:fillRect/>
          </a:stretch>
        </p:blipFill>
        <p:spPr>
          <a:xfrm>
            <a:off x="143827" y="95251"/>
            <a:ext cx="511493" cy="488156"/>
          </a:xfrm>
          <a:prstGeom prst="rect">
            <a:avLst/>
          </a:prstGeom>
        </p:spPr>
      </p:pic>
      <p:sp>
        <p:nvSpPr>
          <p:cNvPr id="3" name="文本框 2">
            <a:extLst>
              <a:ext uri="{FF2B5EF4-FFF2-40B4-BE49-F238E27FC236}">
                <a16:creationId xmlns:a16="http://schemas.microsoft.com/office/drawing/2014/main" id="{9E459446-889B-5E11-E095-0DD4B1BF8E86}"/>
              </a:ext>
            </a:extLst>
          </p:cNvPr>
          <p:cNvSpPr txBox="1"/>
          <p:nvPr/>
        </p:nvSpPr>
        <p:spPr>
          <a:xfrm>
            <a:off x="1836896" y="4636770"/>
            <a:ext cx="6137910" cy="606961"/>
          </a:xfrm>
          <a:prstGeom prst="rect">
            <a:avLst/>
          </a:prstGeom>
          <a:noFill/>
        </p:spPr>
        <p:txBody>
          <a:bodyPr wrap="square" rtlCol="0" anchor="t">
            <a:spAutoFit/>
          </a:bodyPr>
          <a:lstStyle/>
          <a:p>
            <a:pPr marL="0" marR="0" lvl="0" indent="0" algn="ctr" defTabSz="685800" rtl="0" eaLnBrk="1" fontAlgn="base" latinLnBrk="0" hangingPunct="1">
              <a:lnSpc>
                <a:spcPct val="130000"/>
              </a:lnSpc>
              <a:spcBef>
                <a:spcPct val="0"/>
              </a:spcBef>
              <a:spcAft>
                <a:spcPct val="0"/>
              </a:spcAft>
              <a:buClrTx/>
              <a:buSzTx/>
              <a:buFontTx/>
              <a:buNone/>
              <a:tabLst/>
              <a:defRPr/>
            </a:pPr>
            <a:r>
              <a:rPr kumimoji="0" sz="900" b="0" i="0" u="none" strike="noStrike" kern="1200" cap="none" spc="0" normalizeH="0" baseline="0" noProof="0">
                <a:ln>
                  <a:noFill/>
                </a:ln>
                <a:solidFill>
                  <a:srgbClr val="3FA74E"/>
                </a:solidFill>
                <a:effectLst/>
                <a:uLnTx/>
                <a:uFillTx/>
                <a:latin typeface="黑体" panose="02010609060101010101" charset="-122"/>
                <a:ea typeface="黑体" panose="02010609060101010101" charset="-122"/>
                <a:cs typeface="宋体" panose="02010600030101010101" pitchFamily="2" charset="-122"/>
                <a:sym typeface="+mn-ea"/>
              </a:rPr>
              <a:t>老师准备了很多空白小水滴，请你把珍惜水资源的方法画在小水滴中。一个水滴里画一种方法哦！</a:t>
            </a:r>
          </a:p>
          <a:p>
            <a:pPr marL="0" marR="0" lvl="0" indent="0" algn="ctr" defTabSz="685800" rtl="0" eaLnBrk="1" fontAlgn="base" latinLnBrk="0" hangingPunct="1">
              <a:lnSpc>
                <a:spcPct val="130000"/>
              </a:lnSpc>
              <a:spcBef>
                <a:spcPct val="0"/>
              </a:spcBef>
              <a:spcAft>
                <a:spcPct val="0"/>
              </a:spcAft>
              <a:buClrTx/>
              <a:buSzTx/>
              <a:buFontTx/>
              <a:buNone/>
              <a:tabLst/>
              <a:defRPr/>
            </a:pPr>
            <a:r>
              <a:rPr kumimoji="0" sz="900" b="0" i="0" u="none" strike="noStrike" kern="1200" cap="none" spc="0" normalizeH="0" baseline="0" noProof="0">
                <a:ln>
                  <a:noFill/>
                </a:ln>
                <a:solidFill>
                  <a:srgbClr val="3FA74E"/>
                </a:solidFill>
                <a:effectLst/>
                <a:uLnTx/>
                <a:uFillTx/>
                <a:latin typeface="黑体" panose="02010609060101010101" charset="-122"/>
                <a:ea typeface="黑体" panose="02010609060101010101" charset="-122"/>
                <a:cs typeface="宋体" panose="02010600030101010101" pitchFamily="2" charset="-122"/>
                <a:sym typeface="+mn-ea"/>
              </a:rPr>
              <a:t>同一组的小朋友可以互相商量一下，每个人画不一样的方法。</a:t>
            </a:r>
          </a:p>
          <a:p>
            <a:pPr marL="0" marR="0" lvl="0" indent="0" algn="ctr" defTabSz="685800" rtl="0" eaLnBrk="1" fontAlgn="base" latinLnBrk="0" hangingPunct="1">
              <a:lnSpc>
                <a:spcPct val="130000"/>
              </a:lnSpc>
              <a:spcBef>
                <a:spcPct val="0"/>
              </a:spcBef>
              <a:spcAft>
                <a:spcPct val="0"/>
              </a:spcAft>
              <a:buClrTx/>
              <a:buSzTx/>
              <a:buFontTx/>
              <a:buNone/>
              <a:tabLst/>
              <a:defRPr/>
            </a:pPr>
            <a:endParaRPr kumimoji="0" sz="900" b="0" i="0" u="none" strike="noStrike" kern="1200" cap="none" spc="0" normalizeH="0" baseline="0" noProof="0">
              <a:ln>
                <a:noFill/>
              </a:ln>
              <a:solidFill>
                <a:srgbClr val="3FA74E"/>
              </a:solidFill>
              <a:effectLst/>
              <a:uLnTx/>
              <a:uFillTx/>
              <a:latin typeface="黑体" panose="02010609060101010101" charset="-122"/>
              <a:ea typeface="黑体" panose="02010609060101010101" charset="-122"/>
              <a:cs typeface="宋体" panose="02010600030101010101" pitchFamily="2" charset="-122"/>
              <a:sym typeface="+mn-ea"/>
            </a:endParaRPr>
          </a:p>
        </p:txBody>
      </p:sp>
    </p:spTree>
    <p:extLst>
      <p:ext uri="{BB962C8B-B14F-4D97-AF65-F5344CB8AC3E}">
        <p14:creationId xmlns:p14="http://schemas.microsoft.com/office/powerpoint/2010/main" val="56984232"/>
      </p:ext>
    </p:extLst>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61FC7E-ADCE-31BD-F790-3592372BEBB4}"/>
            </a:ext>
          </a:extLst>
        </p:cNvPr>
        <p:cNvGrpSpPr/>
        <p:nvPr/>
      </p:nvGrpSpPr>
      <p:grpSpPr>
        <a:xfrm>
          <a:off x="0" y="0"/>
          <a:ext cx="0" cy="0"/>
          <a:chOff x="0" y="0"/>
          <a:chExt cx="0" cy="0"/>
        </a:xfrm>
      </p:grpSpPr>
      <p:pic>
        <p:nvPicPr>
          <p:cNvPr id="2" name="图片 1" descr="通用页背景">
            <a:extLst>
              <a:ext uri="{FF2B5EF4-FFF2-40B4-BE49-F238E27FC236}">
                <a16:creationId xmlns:a16="http://schemas.microsoft.com/office/drawing/2014/main" id="{DFBD1D78-D890-7EC0-51FC-6B2AD95BB6BF}"/>
              </a:ext>
            </a:extLst>
          </p:cNvPr>
          <p:cNvPicPr>
            <a:picLocks noChangeAspect="1"/>
          </p:cNvPicPr>
          <p:nvPr/>
        </p:nvPicPr>
        <p:blipFill>
          <a:blip r:embed="rId2"/>
          <a:stretch>
            <a:fillRect/>
          </a:stretch>
        </p:blipFill>
        <p:spPr>
          <a:xfrm>
            <a:off x="0" y="0"/>
            <a:ext cx="9144000" cy="5143500"/>
          </a:xfrm>
          <a:prstGeom prst="rect">
            <a:avLst/>
          </a:prstGeom>
        </p:spPr>
      </p:pic>
      <p:pic>
        <p:nvPicPr>
          <p:cNvPr id="7" name="图片 6" descr="\\10.1.1.22\视频事业部\幼儿园组\A 课件\14-热点+特色主题\2-节日纪念日课件\A0017 原创-社会美术-世界水日【燕烽】\01 课件资源包\课件资源\图片资源\实拍图\+logo\图片17.png图片17">
            <a:extLst>
              <a:ext uri="{FF2B5EF4-FFF2-40B4-BE49-F238E27FC236}">
                <a16:creationId xmlns:a16="http://schemas.microsoft.com/office/drawing/2014/main" id="{90E57A37-FCDC-B5EB-280F-A5199B336232}"/>
              </a:ext>
            </a:extLst>
          </p:cNvPr>
          <p:cNvPicPr>
            <a:picLocks noChangeAspect="1"/>
          </p:cNvPicPr>
          <p:nvPr/>
        </p:nvPicPr>
        <p:blipFill>
          <a:blip r:embed="rId3"/>
          <a:srcRect/>
          <a:stretch>
            <a:fillRect/>
          </a:stretch>
        </p:blipFill>
        <p:spPr>
          <a:xfrm>
            <a:off x="362095" y="1218248"/>
            <a:ext cx="4038124" cy="2699385"/>
          </a:xfrm>
          <a:prstGeom prst="roundRect">
            <a:avLst/>
          </a:prstGeom>
          <a:effectLst>
            <a:outerShdw blurRad="50800" dist="38100" dir="2700000" algn="tl" rotWithShape="0">
              <a:prstClr val="black">
                <a:alpha val="40000"/>
              </a:prstClr>
            </a:outerShdw>
          </a:effectLst>
        </p:spPr>
      </p:pic>
      <p:pic>
        <p:nvPicPr>
          <p:cNvPr id="8" name="图片 7" descr="\\10.1.1.22\视频事业部\幼儿园组\A 课件\14-热点+特色主题\2-节日纪念日课件\A0017 原创-社会美术-世界水日【燕烽】\01 课件资源包\课件资源\图片资源\实拍图\+logo\图片18.png图片18">
            <a:extLst>
              <a:ext uri="{FF2B5EF4-FFF2-40B4-BE49-F238E27FC236}">
                <a16:creationId xmlns:a16="http://schemas.microsoft.com/office/drawing/2014/main" id="{B3292D6A-34C7-B85E-5F82-69D501AAF32E}"/>
              </a:ext>
            </a:extLst>
          </p:cNvPr>
          <p:cNvPicPr>
            <a:picLocks noChangeAspect="1"/>
          </p:cNvPicPr>
          <p:nvPr/>
        </p:nvPicPr>
        <p:blipFill>
          <a:blip r:embed="rId4"/>
          <a:srcRect/>
          <a:stretch>
            <a:fillRect/>
          </a:stretch>
        </p:blipFill>
        <p:spPr>
          <a:xfrm>
            <a:off x="4737880" y="1218248"/>
            <a:ext cx="4038124" cy="2699385"/>
          </a:xfrm>
          <a:prstGeom prst="roundRect">
            <a:avLst/>
          </a:prstGeom>
          <a:effectLst>
            <a:outerShdw blurRad="50800" dist="38100" dir="2700000" algn="tl" rotWithShape="0">
              <a:prstClr val="black">
                <a:alpha val="40000"/>
              </a:prstClr>
            </a:outerShdw>
          </a:effectLst>
        </p:spPr>
      </p:pic>
      <p:sp>
        <p:nvSpPr>
          <p:cNvPr id="9" name="文本框 8">
            <a:extLst>
              <a:ext uri="{FF2B5EF4-FFF2-40B4-BE49-F238E27FC236}">
                <a16:creationId xmlns:a16="http://schemas.microsoft.com/office/drawing/2014/main" id="{515F657A-50D5-FE46-D79E-2D0AB8DA1144}"/>
              </a:ext>
            </a:extLst>
          </p:cNvPr>
          <p:cNvSpPr txBox="1"/>
          <p:nvPr/>
        </p:nvSpPr>
        <p:spPr>
          <a:xfrm>
            <a:off x="1817846" y="4732020"/>
            <a:ext cx="6137910" cy="246862"/>
          </a:xfrm>
          <a:prstGeom prst="rect">
            <a:avLst/>
          </a:prstGeom>
          <a:noFill/>
        </p:spPr>
        <p:txBody>
          <a:bodyPr wrap="square" rtlCol="0" anchor="t">
            <a:spAutoFit/>
          </a:bodyPr>
          <a:lstStyle/>
          <a:p>
            <a:pPr marL="0" marR="0" lvl="0" indent="0" algn="ctr" defTabSz="685800" rtl="0" eaLnBrk="1" fontAlgn="base" latinLnBrk="0" hangingPunct="1">
              <a:lnSpc>
                <a:spcPct val="130000"/>
              </a:lnSpc>
              <a:spcBef>
                <a:spcPct val="0"/>
              </a:spcBef>
              <a:spcAft>
                <a:spcPct val="0"/>
              </a:spcAft>
              <a:buClrTx/>
              <a:buSzTx/>
              <a:buFontTx/>
              <a:buNone/>
              <a:tabLst/>
              <a:defRPr/>
            </a:pPr>
            <a:r>
              <a:rPr kumimoji="0" sz="900" b="0" i="0" u="none" strike="noStrike" kern="1200" cap="none" spc="0" normalizeH="0" baseline="0" noProof="0">
                <a:ln>
                  <a:noFill/>
                </a:ln>
                <a:solidFill>
                  <a:srgbClr val="3FA74E"/>
                </a:solidFill>
                <a:effectLst/>
                <a:uLnTx/>
                <a:uFillTx/>
                <a:latin typeface="黑体" panose="02010609060101010101" charset="-122"/>
                <a:ea typeface="黑体" panose="02010609060101010101" charset="-122"/>
                <a:cs typeface="宋体" panose="02010600030101010101" pitchFamily="2" charset="-122"/>
                <a:sym typeface="+mn-ea"/>
              </a:rPr>
              <a:t>在画完之后把小水滴贴在底板上，再将水资源标语贴在合适的位置。</a:t>
            </a:r>
          </a:p>
        </p:txBody>
      </p:sp>
      <p:sp>
        <p:nvSpPr>
          <p:cNvPr id="12" name="文本框 11">
            <a:extLst>
              <a:ext uri="{FF2B5EF4-FFF2-40B4-BE49-F238E27FC236}">
                <a16:creationId xmlns:a16="http://schemas.microsoft.com/office/drawing/2014/main" id="{BDAB9DE6-0805-ED55-C4C7-BC521DD6D0F5}"/>
              </a:ext>
            </a:extLst>
          </p:cNvPr>
          <p:cNvSpPr txBox="1"/>
          <p:nvPr/>
        </p:nvSpPr>
        <p:spPr>
          <a:xfrm>
            <a:off x="1385888" y="3921919"/>
            <a:ext cx="1946434" cy="246862"/>
          </a:xfrm>
          <a:prstGeom prst="rect">
            <a:avLst/>
          </a:prstGeom>
          <a:noFill/>
        </p:spPr>
        <p:txBody>
          <a:bodyPr wrap="square" rtlCol="0" anchor="t">
            <a:spAutoFit/>
          </a:bodyPr>
          <a:lstStyle/>
          <a:p>
            <a:pPr marL="0" marR="0" lvl="0" indent="0" algn="ctr" defTabSz="685800" rtl="0" eaLnBrk="1" fontAlgn="base" latinLnBrk="0" hangingPunct="1">
              <a:lnSpc>
                <a:spcPct val="130000"/>
              </a:lnSpc>
              <a:spcBef>
                <a:spcPct val="0"/>
              </a:spcBef>
              <a:spcAft>
                <a:spcPct val="0"/>
              </a:spcAft>
              <a:buClrTx/>
              <a:buSzTx/>
              <a:buFontTx/>
              <a:buNone/>
              <a:tabLst/>
              <a:defRPr/>
            </a:pPr>
            <a:r>
              <a:rPr kumimoji="0" lang="zh-CN" altLang="en-US" sz="9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宋体" panose="02010600030101010101" pitchFamily="2" charset="-122"/>
                <a:sym typeface="+mn-ea"/>
              </a:rPr>
              <a:t>将画好的水滴贴在底板上</a:t>
            </a:r>
          </a:p>
        </p:txBody>
      </p:sp>
      <p:sp>
        <p:nvSpPr>
          <p:cNvPr id="15" name="文本框 14">
            <a:extLst>
              <a:ext uri="{FF2B5EF4-FFF2-40B4-BE49-F238E27FC236}">
                <a16:creationId xmlns:a16="http://schemas.microsoft.com/office/drawing/2014/main" id="{61C9A423-7C6D-6EE2-2E23-5A77C07AF1E1}"/>
              </a:ext>
            </a:extLst>
          </p:cNvPr>
          <p:cNvSpPr txBox="1"/>
          <p:nvPr/>
        </p:nvSpPr>
        <p:spPr>
          <a:xfrm>
            <a:off x="5760244" y="3918109"/>
            <a:ext cx="1946434" cy="246862"/>
          </a:xfrm>
          <a:prstGeom prst="rect">
            <a:avLst/>
          </a:prstGeom>
          <a:noFill/>
        </p:spPr>
        <p:txBody>
          <a:bodyPr wrap="square" rtlCol="0" anchor="t">
            <a:spAutoFit/>
          </a:bodyPr>
          <a:lstStyle/>
          <a:p>
            <a:pPr marL="0" marR="0" lvl="0" indent="0" algn="ctr" defTabSz="685800" rtl="0" eaLnBrk="1" fontAlgn="base" latinLnBrk="0" hangingPunct="1">
              <a:lnSpc>
                <a:spcPct val="130000"/>
              </a:lnSpc>
              <a:spcBef>
                <a:spcPct val="0"/>
              </a:spcBef>
              <a:spcAft>
                <a:spcPct val="0"/>
              </a:spcAft>
              <a:buClrTx/>
              <a:buSzTx/>
              <a:buFontTx/>
              <a:buNone/>
              <a:tabLst/>
              <a:defRPr/>
            </a:pPr>
            <a:r>
              <a:rPr kumimoji="0" lang="zh-CN" altLang="en-US" sz="9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宋体" panose="02010600030101010101" pitchFamily="2" charset="-122"/>
                <a:sym typeface="+mn-ea"/>
              </a:rPr>
              <a:t>贴上标语</a:t>
            </a:r>
          </a:p>
        </p:txBody>
      </p:sp>
      <p:sp>
        <p:nvSpPr>
          <p:cNvPr id="3" name="圆角矩形 2">
            <a:extLst>
              <a:ext uri="{FF2B5EF4-FFF2-40B4-BE49-F238E27FC236}">
                <a16:creationId xmlns:a16="http://schemas.microsoft.com/office/drawing/2014/main" id="{97D4E309-D1ED-4147-1D9D-23E69333A1BD}"/>
              </a:ext>
            </a:extLst>
          </p:cNvPr>
          <p:cNvSpPr/>
          <p:nvPr/>
        </p:nvSpPr>
        <p:spPr>
          <a:xfrm>
            <a:off x="487204" y="218122"/>
            <a:ext cx="2275046" cy="294323"/>
          </a:xfrm>
          <a:prstGeom prst="roundRect">
            <a:avLst/>
          </a:prstGeom>
          <a:solidFill>
            <a:srgbClr val="A4E3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685800" rtl="0" eaLnBrk="1" fontAlgn="base" latinLnBrk="0" hangingPunct="1">
              <a:lnSpc>
                <a:spcPct val="100000"/>
              </a:lnSpc>
              <a:spcBef>
                <a:spcPct val="0"/>
              </a:spcBef>
              <a:spcAft>
                <a:spcPct val="0"/>
              </a:spcAft>
              <a:buClrTx/>
              <a:buSzTx/>
              <a:buFontTx/>
              <a:buNone/>
              <a:tabLst/>
              <a:defRPr/>
            </a:pPr>
            <a:r>
              <a:rPr kumimoji="0" lang="zh-CN" altLang="en-US" sz="1050" b="0" i="0" u="none" strike="noStrike" kern="1200" cap="none" spc="0" normalizeH="0" baseline="0" noProof="0">
                <a:ln>
                  <a:noFill/>
                </a:ln>
                <a:solidFill>
                  <a:srgbClr val="2C8F79"/>
                </a:solidFill>
                <a:effectLst/>
                <a:uLnTx/>
                <a:uFillTx/>
                <a:latin typeface="黑体" panose="02010609060101010101" charset="-122"/>
                <a:ea typeface="黑体" panose="02010609060101010101" charset="-122"/>
                <a:cs typeface="+mn-cs"/>
                <a:sym typeface="+mn-ea"/>
              </a:rPr>
              <a:t>连续点击屏幕，依次展现制作步骤</a:t>
            </a:r>
          </a:p>
        </p:txBody>
      </p:sp>
      <p:pic>
        <p:nvPicPr>
          <p:cNvPr id="11" name="图片 10" descr="C:\Users\Administrator\Desktop\奇奇头\9.png9">
            <a:extLst>
              <a:ext uri="{FF2B5EF4-FFF2-40B4-BE49-F238E27FC236}">
                <a16:creationId xmlns:a16="http://schemas.microsoft.com/office/drawing/2014/main" id="{BDF264F2-506E-2B55-C2B3-96AC1C10E660}"/>
              </a:ext>
            </a:extLst>
          </p:cNvPr>
          <p:cNvPicPr>
            <a:picLocks noChangeAspect="1"/>
          </p:cNvPicPr>
          <p:nvPr/>
        </p:nvPicPr>
        <p:blipFill>
          <a:blip r:embed="rId5"/>
          <a:srcRect/>
          <a:stretch>
            <a:fillRect/>
          </a:stretch>
        </p:blipFill>
        <p:spPr>
          <a:xfrm>
            <a:off x="143827" y="95251"/>
            <a:ext cx="511493" cy="488156"/>
          </a:xfrm>
          <a:prstGeom prst="rect">
            <a:avLst/>
          </a:prstGeom>
        </p:spPr>
      </p:pic>
    </p:spTree>
    <p:extLst>
      <p:ext uri="{BB962C8B-B14F-4D97-AF65-F5344CB8AC3E}">
        <p14:creationId xmlns:p14="http://schemas.microsoft.com/office/powerpoint/2010/main" val="4241516841"/>
      </p:ext>
    </p:extLst>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77F88-C5DC-2FE0-B655-15AB313E15D0}"/>
            </a:ext>
          </a:extLst>
        </p:cNvPr>
        <p:cNvGrpSpPr/>
        <p:nvPr/>
      </p:nvGrpSpPr>
      <p:grpSpPr>
        <a:xfrm>
          <a:off x="0" y="0"/>
          <a:ext cx="0" cy="0"/>
          <a:chOff x="0" y="0"/>
          <a:chExt cx="0" cy="0"/>
        </a:xfrm>
      </p:grpSpPr>
      <p:pic>
        <p:nvPicPr>
          <p:cNvPr id="2" name="图片 1" descr="通用页背景">
            <a:extLst>
              <a:ext uri="{FF2B5EF4-FFF2-40B4-BE49-F238E27FC236}">
                <a16:creationId xmlns:a16="http://schemas.microsoft.com/office/drawing/2014/main" id="{E41494FA-DE88-B880-B856-9285FFD18AB4}"/>
              </a:ext>
            </a:extLst>
          </p:cNvPr>
          <p:cNvPicPr>
            <a:picLocks noChangeAspect="1"/>
          </p:cNvPicPr>
          <p:nvPr/>
        </p:nvPicPr>
        <p:blipFill>
          <a:blip r:embed="rId2"/>
          <a:stretch>
            <a:fillRect/>
          </a:stretch>
        </p:blipFill>
        <p:spPr>
          <a:xfrm>
            <a:off x="0" y="0"/>
            <a:ext cx="9144000" cy="5143500"/>
          </a:xfrm>
          <a:prstGeom prst="rect">
            <a:avLst/>
          </a:prstGeom>
        </p:spPr>
      </p:pic>
      <p:pic>
        <p:nvPicPr>
          <p:cNvPr id="8" name="图片 7" descr="\\10.1.1.22\视频事业部\幼儿园组\A 课件\14-热点+特色主题\2-节日纪念日课件\A0017 原创-社会美术-世界水日【燕烽】\01 课件资源包\课件资源\图片资源\实拍图\+logo\图片19.png图片19">
            <a:extLst>
              <a:ext uri="{FF2B5EF4-FFF2-40B4-BE49-F238E27FC236}">
                <a16:creationId xmlns:a16="http://schemas.microsoft.com/office/drawing/2014/main" id="{6001DA15-21E6-2450-DBE2-5F2053256592}"/>
              </a:ext>
            </a:extLst>
          </p:cNvPr>
          <p:cNvPicPr>
            <a:picLocks noChangeAspect="1"/>
          </p:cNvPicPr>
          <p:nvPr/>
        </p:nvPicPr>
        <p:blipFill>
          <a:blip r:embed="rId3"/>
          <a:srcRect/>
          <a:stretch>
            <a:fillRect/>
          </a:stretch>
        </p:blipFill>
        <p:spPr>
          <a:xfrm>
            <a:off x="363392" y="1222375"/>
            <a:ext cx="4036695" cy="2698433"/>
          </a:xfrm>
          <a:prstGeom prst="roundRect">
            <a:avLst/>
          </a:prstGeom>
          <a:effectLst>
            <a:outerShdw blurRad="50800" dist="38100" dir="2700000" algn="tl" rotWithShape="0">
              <a:prstClr val="black">
                <a:alpha val="40000"/>
              </a:prstClr>
            </a:outerShdw>
          </a:effectLst>
        </p:spPr>
      </p:pic>
      <p:pic>
        <p:nvPicPr>
          <p:cNvPr id="10" name="图片 9" descr="\\10.1.1.22\视频事业部\幼儿园组\A 课件\14-热点+特色主题\2-节日纪念日课件\A0017 原创-社会美术-世界水日【燕烽】\01 课件资源包\课件资源\图片资源\实拍图\+logo\图片15.png图片15">
            <a:extLst>
              <a:ext uri="{FF2B5EF4-FFF2-40B4-BE49-F238E27FC236}">
                <a16:creationId xmlns:a16="http://schemas.microsoft.com/office/drawing/2014/main" id="{82A127B2-D52A-4E23-8843-004D7CAC7D27}"/>
              </a:ext>
            </a:extLst>
          </p:cNvPr>
          <p:cNvPicPr>
            <a:picLocks noChangeAspect="1"/>
          </p:cNvPicPr>
          <p:nvPr/>
        </p:nvPicPr>
        <p:blipFill>
          <a:blip r:embed="rId4"/>
          <a:srcRect/>
          <a:stretch>
            <a:fillRect/>
          </a:stretch>
        </p:blipFill>
        <p:spPr>
          <a:xfrm>
            <a:off x="4736255" y="1222603"/>
            <a:ext cx="4029075" cy="2698433"/>
          </a:xfrm>
          <a:prstGeom prst="roundRect">
            <a:avLst/>
          </a:prstGeom>
          <a:effectLst>
            <a:outerShdw blurRad="50800" dist="38100" dir="2700000" algn="tl" rotWithShape="0">
              <a:prstClr val="black">
                <a:alpha val="40000"/>
              </a:prstClr>
            </a:outerShdw>
          </a:effectLst>
        </p:spPr>
      </p:pic>
      <p:sp>
        <p:nvSpPr>
          <p:cNvPr id="11" name="文本框 10">
            <a:extLst>
              <a:ext uri="{FF2B5EF4-FFF2-40B4-BE49-F238E27FC236}">
                <a16:creationId xmlns:a16="http://schemas.microsoft.com/office/drawing/2014/main" id="{F627E05A-9D07-F9A1-C4F7-06E93A9DF764}"/>
              </a:ext>
            </a:extLst>
          </p:cNvPr>
          <p:cNvSpPr txBox="1"/>
          <p:nvPr/>
        </p:nvSpPr>
        <p:spPr>
          <a:xfrm>
            <a:off x="1817846" y="4732020"/>
            <a:ext cx="6137910" cy="246862"/>
          </a:xfrm>
          <a:prstGeom prst="rect">
            <a:avLst/>
          </a:prstGeom>
          <a:noFill/>
        </p:spPr>
        <p:txBody>
          <a:bodyPr wrap="square" rtlCol="0" anchor="t">
            <a:spAutoFit/>
          </a:bodyPr>
          <a:lstStyle/>
          <a:p>
            <a:pPr marL="0" marR="0" lvl="0" indent="0" algn="ctr" defTabSz="685800" rtl="0" eaLnBrk="1" fontAlgn="base" latinLnBrk="0" hangingPunct="1">
              <a:lnSpc>
                <a:spcPct val="130000"/>
              </a:lnSpc>
              <a:spcBef>
                <a:spcPct val="0"/>
              </a:spcBef>
              <a:spcAft>
                <a:spcPct val="0"/>
              </a:spcAft>
              <a:buClrTx/>
              <a:buSzTx/>
              <a:buFontTx/>
              <a:buNone/>
              <a:tabLst/>
              <a:defRPr/>
            </a:pPr>
            <a:r>
              <a:rPr kumimoji="0" sz="900" b="0" i="0" u="none" strike="noStrike" kern="1200" cap="none" spc="0" normalizeH="0" baseline="0" noProof="0">
                <a:ln>
                  <a:noFill/>
                </a:ln>
                <a:solidFill>
                  <a:srgbClr val="3FA74E"/>
                </a:solidFill>
                <a:effectLst/>
                <a:uLnTx/>
                <a:uFillTx/>
                <a:latin typeface="黑体" panose="02010609060101010101" charset="-122"/>
                <a:ea typeface="黑体" panose="02010609060101010101" charset="-122"/>
                <a:cs typeface="宋体" panose="02010600030101010101" pitchFamily="2" charset="-122"/>
                <a:sym typeface="+mn-ea"/>
              </a:rPr>
              <a:t>小组合作，让你们的宣传画变得更漂亮吧！</a:t>
            </a:r>
          </a:p>
        </p:txBody>
      </p:sp>
      <p:sp>
        <p:nvSpPr>
          <p:cNvPr id="12" name="文本框 11">
            <a:extLst>
              <a:ext uri="{FF2B5EF4-FFF2-40B4-BE49-F238E27FC236}">
                <a16:creationId xmlns:a16="http://schemas.microsoft.com/office/drawing/2014/main" id="{B4AE0630-508E-D442-D9CA-C2C0951DF963}"/>
              </a:ext>
            </a:extLst>
          </p:cNvPr>
          <p:cNvSpPr txBox="1"/>
          <p:nvPr/>
        </p:nvSpPr>
        <p:spPr>
          <a:xfrm>
            <a:off x="1115854" y="3921919"/>
            <a:ext cx="2593181" cy="246862"/>
          </a:xfrm>
          <a:prstGeom prst="rect">
            <a:avLst/>
          </a:prstGeom>
          <a:noFill/>
        </p:spPr>
        <p:txBody>
          <a:bodyPr wrap="square" rtlCol="0" anchor="t">
            <a:spAutoFit/>
          </a:bodyPr>
          <a:lstStyle/>
          <a:p>
            <a:pPr marL="0" marR="0" lvl="0" indent="0" algn="ctr" defTabSz="685800" rtl="0" eaLnBrk="1" fontAlgn="base" latinLnBrk="0" hangingPunct="1">
              <a:lnSpc>
                <a:spcPct val="130000"/>
              </a:lnSpc>
              <a:spcBef>
                <a:spcPct val="0"/>
              </a:spcBef>
              <a:spcAft>
                <a:spcPct val="0"/>
              </a:spcAft>
              <a:buClrTx/>
              <a:buSzTx/>
              <a:buFontTx/>
              <a:buNone/>
              <a:tabLst/>
              <a:defRPr/>
            </a:pPr>
            <a:r>
              <a:rPr kumimoji="0" lang="zh-CN" altLang="en-US" sz="9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宋体" panose="02010600030101010101" pitchFamily="2" charset="-122"/>
                <a:sym typeface="+mn-ea"/>
              </a:rPr>
              <a:t>用画笔等在空白处做装饰</a:t>
            </a:r>
          </a:p>
        </p:txBody>
      </p:sp>
      <p:sp>
        <p:nvSpPr>
          <p:cNvPr id="14" name="文本框 13">
            <a:extLst>
              <a:ext uri="{FF2B5EF4-FFF2-40B4-BE49-F238E27FC236}">
                <a16:creationId xmlns:a16="http://schemas.microsoft.com/office/drawing/2014/main" id="{F9D6154A-D55B-2A8D-BA15-5EA45D4A317F}"/>
              </a:ext>
            </a:extLst>
          </p:cNvPr>
          <p:cNvSpPr txBox="1"/>
          <p:nvPr/>
        </p:nvSpPr>
        <p:spPr>
          <a:xfrm>
            <a:off x="5473542" y="3921919"/>
            <a:ext cx="2593181" cy="246862"/>
          </a:xfrm>
          <a:prstGeom prst="rect">
            <a:avLst/>
          </a:prstGeom>
          <a:noFill/>
        </p:spPr>
        <p:txBody>
          <a:bodyPr wrap="square" rtlCol="0" anchor="t">
            <a:spAutoFit/>
          </a:bodyPr>
          <a:lstStyle/>
          <a:p>
            <a:pPr marL="0" marR="0" lvl="0" indent="0" algn="ctr" defTabSz="685800" rtl="0" eaLnBrk="1" fontAlgn="base" latinLnBrk="0" hangingPunct="1">
              <a:lnSpc>
                <a:spcPct val="130000"/>
              </a:lnSpc>
              <a:spcBef>
                <a:spcPct val="0"/>
              </a:spcBef>
              <a:spcAft>
                <a:spcPct val="0"/>
              </a:spcAft>
              <a:buClrTx/>
              <a:buSzTx/>
              <a:buFontTx/>
              <a:buNone/>
              <a:tabLst/>
              <a:defRPr/>
            </a:pPr>
            <a:r>
              <a:rPr kumimoji="0" lang="zh-CN" altLang="en-US" sz="9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宋体" panose="02010600030101010101" pitchFamily="2" charset="-122"/>
                <a:sym typeface="+mn-ea"/>
              </a:rPr>
              <a:t>漂亮的水资源宣传画就做好啦</a:t>
            </a:r>
          </a:p>
        </p:txBody>
      </p:sp>
      <p:sp>
        <p:nvSpPr>
          <p:cNvPr id="15" name="圆角矩形 14">
            <a:extLst>
              <a:ext uri="{FF2B5EF4-FFF2-40B4-BE49-F238E27FC236}">
                <a16:creationId xmlns:a16="http://schemas.microsoft.com/office/drawing/2014/main" id="{9B6F50D5-A40D-F47F-8E63-28B837E438CD}"/>
              </a:ext>
            </a:extLst>
          </p:cNvPr>
          <p:cNvSpPr/>
          <p:nvPr/>
        </p:nvSpPr>
        <p:spPr>
          <a:xfrm>
            <a:off x="487204" y="218122"/>
            <a:ext cx="2275046" cy="294323"/>
          </a:xfrm>
          <a:prstGeom prst="roundRect">
            <a:avLst/>
          </a:prstGeom>
          <a:solidFill>
            <a:srgbClr val="A4E3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685800" rtl="0" eaLnBrk="1" fontAlgn="base" latinLnBrk="0" hangingPunct="1">
              <a:lnSpc>
                <a:spcPct val="100000"/>
              </a:lnSpc>
              <a:spcBef>
                <a:spcPct val="0"/>
              </a:spcBef>
              <a:spcAft>
                <a:spcPct val="0"/>
              </a:spcAft>
              <a:buClrTx/>
              <a:buSzTx/>
              <a:buFontTx/>
              <a:buNone/>
              <a:tabLst/>
              <a:defRPr/>
            </a:pPr>
            <a:r>
              <a:rPr kumimoji="0" lang="zh-CN" altLang="en-US" sz="1050" b="0" i="0" u="none" strike="noStrike" kern="1200" cap="none" spc="0" normalizeH="0" baseline="0" noProof="0">
                <a:ln>
                  <a:noFill/>
                </a:ln>
                <a:solidFill>
                  <a:srgbClr val="2C8F79"/>
                </a:solidFill>
                <a:effectLst/>
                <a:uLnTx/>
                <a:uFillTx/>
                <a:latin typeface="黑体" panose="02010609060101010101" charset="-122"/>
                <a:ea typeface="黑体" panose="02010609060101010101" charset="-122"/>
                <a:cs typeface="+mn-cs"/>
                <a:sym typeface="+mn-ea"/>
              </a:rPr>
              <a:t>连续点击屏幕，依次展现制作步骤</a:t>
            </a:r>
          </a:p>
        </p:txBody>
      </p:sp>
      <p:pic>
        <p:nvPicPr>
          <p:cNvPr id="16" name="图片 15" descr="C:\Users\Administrator\Desktop\奇奇头\9.png9">
            <a:extLst>
              <a:ext uri="{FF2B5EF4-FFF2-40B4-BE49-F238E27FC236}">
                <a16:creationId xmlns:a16="http://schemas.microsoft.com/office/drawing/2014/main" id="{159B4ECD-8A57-C907-EEC7-00401D3A8B8F}"/>
              </a:ext>
            </a:extLst>
          </p:cNvPr>
          <p:cNvPicPr>
            <a:picLocks noChangeAspect="1"/>
          </p:cNvPicPr>
          <p:nvPr/>
        </p:nvPicPr>
        <p:blipFill>
          <a:blip r:embed="rId5"/>
          <a:srcRect/>
          <a:stretch>
            <a:fillRect/>
          </a:stretch>
        </p:blipFill>
        <p:spPr>
          <a:xfrm>
            <a:off x="143827" y="95251"/>
            <a:ext cx="511493" cy="488156"/>
          </a:xfrm>
          <a:prstGeom prst="rect">
            <a:avLst/>
          </a:prstGeom>
        </p:spPr>
      </p:pic>
    </p:spTree>
    <p:extLst>
      <p:ext uri="{BB962C8B-B14F-4D97-AF65-F5344CB8AC3E}">
        <p14:creationId xmlns:p14="http://schemas.microsoft.com/office/powerpoint/2010/main" val="1854771957"/>
      </p:ext>
    </p:extLst>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D29101-5FFC-7DAC-5377-89CD403D30CF}"/>
            </a:ext>
          </a:extLst>
        </p:cNvPr>
        <p:cNvGrpSpPr/>
        <p:nvPr/>
      </p:nvGrpSpPr>
      <p:grpSpPr>
        <a:xfrm>
          <a:off x="0" y="0"/>
          <a:ext cx="0" cy="0"/>
          <a:chOff x="0" y="0"/>
          <a:chExt cx="0" cy="0"/>
        </a:xfrm>
      </p:grpSpPr>
      <p:sp>
        <p:nvSpPr>
          <p:cNvPr id="2" name="圆角矩形 1">
            <a:extLst>
              <a:ext uri="{FF2B5EF4-FFF2-40B4-BE49-F238E27FC236}">
                <a16:creationId xmlns:a16="http://schemas.microsoft.com/office/drawing/2014/main" id="{B4E2CB40-EDE5-341F-B3CF-A7EB7C23BF13}"/>
              </a:ext>
            </a:extLst>
          </p:cNvPr>
          <p:cNvSpPr/>
          <p:nvPr/>
        </p:nvSpPr>
        <p:spPr>
          <a:xfrm>
            <a:off x="3058478" y="1274445"/>
            <a:ext cx="5022000" cy="3240000"/>
          </a:xfrm>
          <a:prstGeom prst="roundRect">
            <a:avLst/>
          </a:prstGeom>
          <a:solidFill>
            <a:srgbClr val="DAF9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685800" rtl="0" eaLnBrk="1" fontAlgn="base" latinLnBrk="0" hangingPunct="1">
              <a:lnSpc>
                <a:spcPct val="150000"/>
              </a:lnSpc>
              <a:spcBef>
                <a:spcPct val="0"/>
              </a:spcBef>
              <a:spcAft>
                <a:spcPct val="0"/>
              </a:spcAft>
              <a:buClrTx/>
              <a:buSzTx/>
              <a:buFontTx/>
              <a:buNone/>
              <a:tabLst/>
              <a:defRPr/>
            </a:pPr>
            <a:r>
              <a:rPr kumimoji="0" sz="1500" b="0" i="0" u="none" strike="noStrike" kern="1200" cap="none" spc="0" normalizeH="0" baseline="0" noProof="0">
                <a:ln>
                  <a:noFill/>
                </a:ln>
                <a:solidFill>
                  <a:srgbClr val="2E867C"/>
                </a:solidFill>
                <a:effectLst/>
                <a:uLnTx/>
                <a:uFillTx/>
                <a:latin typeface="黑体" panose="02010609060101010101" charset="-122"/>
                <a:ea typeface="黑体" panose="02010609060101010101" charset="-122"/>
                <a:cs typeface="宋体" panose="02010600030101010101" pitchFamily="2" charset="-122"/>
                <a:sym typeface="+mn-ea"/>
              </a:rPr>
              <a:t>3）出示组图“水资源宣传画”，发放纸面教具、画笔、固体胶及卡纸，幼儿分组自由创作，教师巡回指导。</a:t>
            </a:r>
          </a:p>
          <a:p>
            <a:pPr marL="214313" marR="0" lvl="0" indent="-214313" algn="l" defTabSz="685800" rtl="0" eaLnBrk="1" fontAlgn="base" latinLnBrk="0" hangingPunct="1">
              <a:lnSpc>
                <a:spcPct val="150000"/>
              </a:lnSpc>
              <a:spcBef>
                <a:spcPct val="0"/>
              </a:spcBef>
              <a:spcAft>
                <a:spcPct val="0"/>
              </a:spcAft>
              <a:buClrTx/>
              <a:buSzTx/>
              <a:buFont typeface="Wingdings" panose="05000000000000000000" charset="0"/>
              <a:buChar char="Ø"/>
              <a:tabLst/>
              <a:defRPr/>
            </a:pPr>
            <a:r>
              <a:rPr kumimoji="0" sz="1050" b="0" i="0" u="none" strike="noStrike" kern="1200" cap="none" spc="0" normalizeH="0" baseline="0" noProof="0">
                <a:ln>
                  <a:noFill/>
                </a:ln>
                <a:solidFill>
                  <a:srgbClr val="2E867C"/>
                </a:solidFill>
                <a:effectLst/>
                <a:uLnTx/>
                <a:uFillTx/>
                <a:latin typeface="黑体" panose="02010609060101010101" charset="-122"/>
                <a:ea typeface="黑体" panose="02010609060101010101" charset="-122"/>
                <a:cs typeface="宋体" panose="02010600030101010101" pitchFamily="2" charset="-122"/>
                <a:sym typeface="+mn-ea"/>
              </a:rPr>
              <a:t>活动建议：1.教师提前剪好纸面教具后发放，裁剪时沿虚线外沿剪，保留一些白边会更美观。2.绘画时，提醒幼儿不要画出线外。</a:t>
            </a:r>
          </a:p>
        </p:txBody>
      </p:sp>
      <p:sp>
        <p:nvSpPr>
          <p:cNvPr id="6" name="圆角矩形 5">
            <a:extLst>
              <a:ext uri="{FF2B5EF4-FFF2-40B4-BE49-F238E27FC236}">
                <a16:creationId xmlns:a16="http://schemas.microsoft.com/office/drawing/2014/main" id="{77939C2B-F0E3-757A-3E3E-4D8204F69C32}"/>
              </a:ext>
            </a:extLst>
          </p:cNvPr>
          <p:cNvSpPr/>
          <p:nvPr/>
        </p:nvSpPr>
        <p:spPr>
          <a:xfrm>
            <a:off x="271463" y="194787"/>
            <a:ext cx="1312545" cy="486251"/>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zh-CN" altLang="en-US" sz="2400" b="0" i="0" u="none" strike="noStrike" kern="1200" cap="none" spc="0" normalizeH="0" baseline="0" noProof="0">
                <a:ln>
                  <a:noFill/>
                </a:ln>
                <a:solidFill>
                  <a:srgbClr val="2D6B6F"/>
                </a:solidFill>
                <a:effectLst/>
                <a:uLnTx/>
                <a:uFillTx/>
                <a:latin typeface="黑体" panose="02010609060101010101" charset="-122"/>
                <a:ea typeface="黑体" panose="02010609060101010101" charset="-122"/>
                <a:cs typeface="+mn-cs"/>
              </a:rPr>
              <a:t>备课页</a:t>
            </a:r>
          </a:p>
        </p:txBody>
      </p:sp>
      <p:pic>
        <p:nvPicPr>
          <p:cNvPr id="3" name="图片 2" descr="美美老师-人设（边线版）0005">
            <a:extLst>
              <a:ext uri="{FF2B5EF4-FFF2-40B4-BE49-F238E27FC236}">
                <a16:creationId xmlns:a16="http://schemas.microsoft.com/office/drawing/2014/main" id="{08DAB2F6-C123-5ED5-FFE4-6D216B1CBF4B}"/>
              </a:ext>
            </a:extLst>
          </p:cNvPr>
          <p:cNvPicPr>
            <a:picLocks noChangeAspect="1"/>
          </p:cNvPicPr>
          <p:nvPr/>
        </p:nvPicPr>
        <p:blipFill>
          <a:blip r:embed="rId3"/>
          <a:stretch>
            <a:fillRect/>
          </a:stretch>
        </p:blipFill>
        <p:spPr>
          <a:xfrm>
            <a:off x="594360" y="1134904"/>
            <a:ext cx="2438400" cy="3658076"/>
          </a:xfrm>
          <a:prstGeom prst="rect">
            <a:avLst/>
          </a:prstGeom>
        </p:spPr>
      </p:pic>
      <p:sp>
        <p:nvSpPr>
          <p:cNvPr id="4" name="文本框 3">
            <a:extLst>
              <a:ext uri="{FF2B5EF4-FFF2-40B4-BE49-F238E27FC236}">
                <a16:creationId xmlns:a16="http://schemas.microsoft.com/office/drawing/2014/main" id="{0B4A268F-F6C1-8280-025D-1F87C773869B}"/>
              </a:ext>
            </a:extLst>
          </p:cNvPr>
          <p:cNvSpPr txBox="1"/>
          <p:nvPr/>
        </p:nvSpPr>
        <p:spPr>
          <a:xfrm>
            <a:off x="1652588" y="256699"/>
            <a:ext cx="3423761" cy="603050"/>
          </a:xfrm>
          <a:prstGeom prst="rect">
            <a:avLst/>
          </a:prstGeom>
          <a:noFill/>
        </p:spPr>
        <p:txBody>
          <a:bodyPr wrap="square" rtlCol="0">
            <a:spAutoFit/>
          </a:bodyPr>
          <a:lstStyle/>
          <a:p>
            <a:pPr marL="0" marR="0" lvl="0" indent="0" algn="ctr" defTabSz="685800" rtl="0" eaLnBrk="1" fontAlgn="base" latinLnBrk="0" hangingPunct="1">
              <a:lnSpc>
                <a:spcPct val="150000"/>
              </a:lnSpc>
              <a:spcBef>
                <a:spcPct val="0"/>
              </a:spcBef>
              <a:spcAft>
                <a:spcPct val="0"/>
              </a:spcAft>
              <a:buClrTx/>
              <a:buSzTx/>
              <a:buFontTx/>
              <a:buNone/>
              <a:tabLst/>
              <a:defRPr/>
            </a:pPr>
            <a:r>
              <a:rPr kumimoji="0" lang="zh-CN" altLang="zh-CN" sz="1200" b="0" i="0" u="none" strike="noStrike" kern="1200" cap="none" spc="0" normalizeH="0" baseline="0" noProof="0">
                <a:ln>
                  <a:noFill/>
                </a:ln>
                <a:solidFill>
                  <a:srgbClr val="FFFFFF">
                    <a:lumMod val="65000"/>
                  </a:srgbClr>
                </a:solidFill>
                <a:effectLst/>
                <a:uLnTx/>
                <a:uFillTx/>
                <a:latin typeface="黑体" panose="02010609060101010101" charset="-122"/>
                <a:ea typeface="黑体" panose="02010609060101010101" charset="-122"/>
                <a:cs typeface="黑体" panose="02010609060101010101" charset="-122"/>
                <a:sym typeface="+mn-ea"/>
              </a:rPr>
              <a:t>（本备课页仅供备课使用，授课前请删除或隐藏）</a:t>
            </a:r>
          </a:p>
        </p:txBody>
      </p:sp>
    </p:spTree>
    <p:extLst>
      <p:ext uri="{BB962C8B-B14F-4D97-AF65-F5344CB8AC3E}">
        <p14:creationId xmlns:p14="http://schemas.microsoft.com/office/powerpoint/2010/main" val="153030699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197BE-0C30-5168-1A76-D07AD1CE715D}"/>
            </a:ext>
          </a:extLst>
        </p:cNvPr>
        <p:cNvGrpSpPr/>
        <p:nvPr/>
      </p:nvGrpSpPr>
      <p:grpSpPr>
        <a:xfrm>
          <a:off x="0" y="0"/>
          <a:ext cx="0" cy="0"/>
          <a:chOff x="0" y="0"/>
          <a:chExt cx="0" cy="0"/>
        </a:xfrm>
      </p:grpSpPr>
      <p:pic>
        <p:nvPicPr>
          <p:cNvPr id="2" name="图片 1" descr="通用页背景">
            <a:extLst>
              <a:ext uri="{FF2B5EF4-FFF2-40B4-BE49-F238E27FC236}">
                <a16:creationId xmlns:a16="http://schemas.microsoft.com/office/drawing/2014/main" id="{AB86E5FC-0D1A-D3EB-97C5-A13CFAC6ECB5}"/>
              </a:ext>
            </a:extLst>
          </p:cNvPr>
          <p:cNvPicPr>
            <a:picLocks noChangeAspect="1"/>
          </p:cNvPicPr>
          <p:nvPr/>
        </p:nvPicPr>
        <p:blipFill>
          <a:blip r:embed="rId2"/>
          <a:stretch>
            <a:fillRect/>
          </a:stretch>
        </p:blipFill>
        <p:spPr>
          <a:xfrm>
            <a:off x="0" y="0"/>
            <a:ext cx="9144000" cy="5143500"/>
          </a:xfrm>
          <a:prstGeom prst="rect">
            <a:avLst/>
          </a:prstGeom>
        </p:spPr>
      </p:pic>
      <p:sp>
        <p:nvSpPr>
          <p:cNvPr id="5" name="圆角矩形 4">
            <a:extLst>
              <a:ext uri="{FF2B5EF4-FFF2-40B4-BE49-F238E27FC236}">
                <a16:creationId xmlns:a16="http://schemas.microsoft.com/office/drawing/2014/main" id="{D39941DD-F9D1-09AD-A6CD-428CF949A1D3}"/>
              </a:ext>
            </a:extLst>
          </p:cNvPr>
          <p:cNvSpPr/>
          <p:nvPr/>
        </p:nvSpPr>
        <p:spPr>
          <a:xfrm>
            <a:off x="487204" y="218122"/>
            <a:ext cx="1961674" cy="294323"/>
          </a:xfrm>
          <a:prstGeom prst="roundRect">
            <a:avLst/>
          </a:prstGeom>
          <a:solidFill>
            <a:srgbClr val="A4E3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685800" rtl="0" eaLnBrk="1" fontAlgn="base" latinLnBrk="0" hangingPunct="1">
              <a:lnSpc>
                <a:spcPct val="100000"/>
              </a:lnSpc>
              <a:spcBef>
                <a:spcPct val="0"/>
              </a:spcBef>
              <a:spcAft>
                <a:spcPct val="0"/>
              </a:spcAft>
              <a:buClrTx/>
              <a:buSzTx/>
              <a:buFontTx/>
              <a:buNone/>
              <a:tabLst/>
              <a:defRPr/>
            </a:pPr>
            <a:r>
              <a:rPr kumimoji="0" lang="zh-CN" altLang="en-US" sz="1050" b="0" i="0" u="none" strike="noStrike" kern="1200" cap="none" spc="0" normalizeH="0" baseline="0" noProof="0">
                <a:ln>
                  <a:noFill/>
                </a:ln>
                <a:solidFill>
                  <a:srgbClr val="2C8F79"/>
                </a:solidFill>
                <a:effectLst/>
                <a:uLnTx/>
                <a:uFillTx/>
                <a:latin typeface="黑体" panose="02010609060101010101" charset="-122"/>
                <a:ea typeface="黑体" panose="02010609060101010101" charset="-122"/>
                <a:cs typeface="+mn-cs"/>
                <a:sym typeface="+mn-ea"/>
              </a:rPr>
              <a:t>纸面教具《水资源宣传画》</a:t>
            </a:r>
          </a:p>
        </p:txBody>
      </p:sp>
      <p:pic>
        <p:nvPicPr>
          <p:cNvPr id="6" name="图片 5" descr="C:\Users\Administrator\Desktop\奇奇头\9.png9">
            <a:extLst>
              <a:ext uri="{FF2B5EF4-FFF2-40B4-BE49-F238E27FC236}">
                <a16:creationId xmlns:a16="http://schemas.microsoft.com/office/drawing/2014/main" id="{89C6D6AB-8B97-9C1E-F33A-3FD0CA0BEBEB}"/>
              </a:ext>
            </a:extLst>
          </p:cNvPr>
          <p:cNvPicPr>
            <a:picLocks noChangeAspect="1"/>
          </p:cNvPicPr>
          <p:nvPr/>
        </p:nvPicPr>
        <p:blipFill>
          <a:blip r:embed="rId3"/>
          <a:srcRect/>
          <a:stretch>
            <a:fillRect/>
          </a:stretch>
        </p:blipFill>
        <p:spPr>
          <a:xfrm>
            <a:off x="143827" y="95251"/>
            <a:ext cx="511493" cy="488156"/>
          </a:xfrm>
          <a:prstGeom prst="rect">
            <a:avLst/>
          </a:prstGeom>
        </p:spPr>
      </p:pic>
      <p:sp>
        <p:nvSpPr>
          <p:cNvPr id="9" name="矩形 8">
            <a:extLst>
              <a:ext uri="{FF2B5EF4-FFF2-40B4-BE49-F238E27FC236}">
                <a16:creationId xmlns:a16="http://schemas.microsoft.com/office/drawing/2014/main" id="{5C44A178-BE6D-FA3E-C768-63AB3F310FF2}"/>
              </a:ext>
            </a:extLst>
          </p:cNvPr>
          <p:cNvSpPr/>
          <p:nvPr/>
        </p:nvSpPr>
        <p:spPr>
          <a:xfrm>
            <a:off x="3599974" y="134779"/>
            <a:ext cx="863918" cy="3776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57175" marR="0" lvl="0" indent="-257175" algn="l" defTabSz="685800" rtl="0" eaLnBrk="1" fontAlgn="base" latinLnBrk="0" hangingPunct="1">
              <a:lnSpc>
                <a:spcPct val="150000"/>
              </a:lnSpc>
              <a:spcBef>
                <a:spcPct val="0"/>
              </a:spcBef>
              <a:spcAft>
                <a:spcPct val="0"/>
              </a:spcAft>
              <a:buClrTx/>
              <a:buSzTx/>
              <a:buFont typeface="Wingdings" panose="05000000000000000000" charset="0"/>
              <a:buChar char="l"/>
              <a:tabLst/>
              <a:defRPr/>
            </a:pPr>
            <a:endParaRPr kumimoji="0" lang="zh-CN" altLang="en-US" sz="1800" b="0" i="0" u="none" strike="noStrike" kern="1200" cap="none" spc="0" normalizeH="0" baseline="0" noProof="0">
              <a:ln>
                <a:noFill/>
              </a:ln>
              <a:solidFill>
                <a:srgbClr val="000000"/>
              </a:solidFill>
              <a:effectLst/>
              <a:uLnTx/>
              <a:uFillTx/>
              <a:latin typeface="黑体" panose="02010609060101010101" charset="-122"/>
              <a:ea typeface="黑体" panose="02010609060101010101" charset="-122"/>
              <a:cs typeface="+mn-cs"/>
            </a:endParaRPr>
          </a:p>
        </p:txBody>
      </p:sp>
      <p:grpSp>
        <p:nvGrpSpPr>
          <p:cNvPr id="15" name="组合 14">
            <a:extLst>
              <a:ext uri="{FF2B5EF4-FFF2-40B4-BE49-F238E27FC236}">
                <a16:creationId xmlns:a16="http://schemas.microsoft.com/office/drawing/2014/main" id="{E2EEB617-EC3C-0611-99CE-1B24FC1A3B3B}"/>
              </a:ext>
            </a:extLst>
          </p:cNvPr>
          <p:cNvGrpSpPr/>
          <p:nvPr/>
        </p:nvGrpSpPr>
        <p:grpSpPr>
          <a:xfrm>
            <a:off x="629602" y="465773"/>
            <a:ext cx="7900988" cy="3846195"/>
            <a:chOff x="1322" y="978"/>
            <a:chExt cx="16590" cy="8076"/>
          </a:xfrm>
        </p:grpSpPr>
        <p:pic>
          <p:nvPicPr>
            <p:cNvPr id="7" name="图片 6" descr="纸面教具2">
              <a:extLst>
                <a:ext uri="{FF2B5EF4-FFF2-40B4-BE49-F238E27FC236}">
                  <a16:creationId xmlns:a16="http://schemas.microsoft.com/office/drawing/2014/main" id="{8B6674F7-1E98-304D-E9E2-663499D8FD09}"/>
                </a:ext>
              </a:extLst>
            </p:cNvPr>
            <p:cNvPicPr>
              <a:picLocks noChangeAspect="1"/>
            </p:cNvPicPr>
            <p:nvPr/>
          </p:nvPicPr>
          <p:blipFill>
            <a:blip r:embed="rId4"/>
            <a:srcRect t="8851"/>
            <a:stretch>
              <a:fillRect/>
            </a:stretch>
          </p:blipFill>
          <p:spPr>
            <a:xfrm>
              <a:off x="11186" y="4720"/>
              <a:ext cx="6727" cy="4335"/>
            </a:xfrm>
            <a:prstGeom prst="rect">
              <a:avLst/>
            </a:prstGeom>
          </p:spPr>
        </p:pic>
        <p:pic>
          <p:nvPicPr>
            <p:cNvPr id="8" name="图片 7" descr="纸面教具3">
              <a:extLst>
                <a:ext uri="{FF2B5EF4-FFF2-40B4-BE49-F238E27FC236}">
                  <a16:creationId xmlns:a16="http://schemas.microsoft.com/office/drawing/2014/main" id="{559BF643-E0EE-2922-1871-BC818FE630AB}"/>
                </a:ext>
              </a:extLst>
            </p:cNvPr>
            <p:cNvPicPr>
              <a:picLocks noChangeAspect="1"/>
            </p:cNvPicPr>
            <p:nvPr/>
          </p:nvPicPr>
          <p:blipFill>
            <a:blip r:embed="rId5">
              <a:clrChange>
                <a:clrFrom>
                  <a:srgbClr val="FFFFFF">
                    <a:alpha val="100000"/>
                  </a:srgbClr>
                </a:clrFrom>
                <a:clrTo>
                  <a:srgbClr val="FFFFFF">
                    <a:alpha val="100000"/>
                    <a:alpha val="0"/>
                  </a:srgbClr>
                </a:clrTo>
              </a:clrChange>
            </a:blip>
            <a:srcRect t="4950" r="4809"/>
            <a:stretch>
              <a:fillRect/>
            </a:stretch>
          </p:blipFill>
          <p:spPr>
            <a:xfrm>
              <a:off x="9600" y="1205"/>
              <a:ext cx="6404" cy="4521"/>
            </a:xfrm>
            <a:prstGeom prst="rect">
              <a:avLst/>
            </a:prstGeom>
          </p:spPr>
        </p:pic>
        <p:pic>
          <p:nvPicPr>
            <p:cNvPr id="4" name="图片 3" descr="纸面教具4">
              <a:extLst>
                <a:ext uri="{FF2B5EF4-FFF2-40B4-BE49-F238E27FC236}">
                  <a16:creationId xmlns:a16="http://schemas.microsoft.com/office/drawing/2014/main" id="{DDFE5295-7564-7873-BF4A-6D028548BFE1}"/>
                </a:ext>
              </a:extLst>
            </p:cNvPr>
            <p:cNvPicPr>
              <a:picLocks noChangeAspect="1"/>
            </p:cNvPicPr>
            <p:nvPr/>
          </p:nvPicPr>
          <p:blipFill>
            <a:blip r:embed="rId6">
              <a:clrChange>
                <a:clrFrom>
                  <a:srgbClr val="FFFFFF">
                    <a:alpha val="100000"/>
                  </a:srgbClr>
                </a:clrFrom>
                <a:clrTo>
                  <a:srgbClr val="FFFFFF">
                    <a:alpha val="100000"/>
                    <a:alpha val="0"/>
                  </a:srgbClr>
                </a:clrTo>
              </a:clrChange>
            </a:blip>
            <a:stretch>
              <a:fillRect/>
            </a:stretch>
          </p:blipFill>
          <p:spPr>
            <a:xfrm>
              <a:off x="1322" y="2225"/>
              <a:ext cx="9163" cy="6479"/>
            </a:xfrm>
            <a:prstGeom prst="rect">
              <a:avLst/>
            </a:prstGeom>
          </p:spPr>
        </p:pic>
        <p:sp>
          <p:nvSpPr>
            <p:cNvPr id="13" name="矩形 12">
              <a:extLst>
                <a:ext uri="{FF2B5EF4-FFF2-40B4-BE49-F238E27FC236}">
                  <a16:creationId xmlns:a16="http://schemas.microsoft.com/office/drawing/2014/main" id="{FF18ADD9-F681-FD5F-1E19-F71F71E011B2}"/>
                </a:ext>
              </a:extLst>
            </p:cNvPr>
            <p:cNvSpPr/>
            <p:nvPr/>
          </p:nvSpPr>
          <p:spPr>
            <a:xfrm>
              <a:off x="14202" y="978"/>
              <a:ext cx="2089" cy="5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57175" marR="0" lvl="0" indent="-257175" algn="l" defTabSz="685800" rtl="0" eaLnBrk="1" fontAlgn="base" latinLnBrk="0" hangingPunct="1">
                <a:lnSpc>
                  <a:spcPct val="150000"/>
                </a:lnSpc>
                <a:spcBef>
                  <a:spcPct val="0"/>
                </a:spcBef>
                <a:spcAft>
                  <a:spcPct val="0"/>
                </a:spcAft>
                <a:buClrTx/>
                <a:buSzTx/>
                <a:buFont typeface="Wingdings" panose="05000000000000000000" charset="0"/>
                <a:buChar char="l"/>
                <a:tabLst/>
                <a:defRPr/>
              </a:pPr>
              <a:endParaRPr kumimoji="0" lang="zh-CN" altLang="en-US" sz="1800" b="0" i="0" u="none" strike="noStrike" kern="1200" cap="none" spc="0" normalizeH="0" baseline="0" noProof="0">
                <a:ln>
                  <a:noFill/>
                </a:ln>
                <a:solidFill>
                  <a:srgbClr val="000000"/>
                </a:solidFill>
                <a:effectLst/>
                <a:uLnTx/>
                <a:uFillTx/>
                <a:latin typeface="黑体" panose="02010609060101010101" charset="-122"/>
                <a:ea typeface="黑体" panose="02010609060101010101" charset="-122"/>
                <a:cs typeface="+mn-cs"/>
              </a:endParaRPr>
            </a:p>
          </p:txBody>
        </p:sp>
        <p:sp>
          <p:nvSpPr>
            <p:cNvPr id="14" name="矩形 13">
              <a:extLst>
                <a:ext uri="{FF2B5EF4-FFF2-40B4-BE49-F238E27FC236}">
                  <a16:creationId xmlns:a16="http://schemas.microsoft.com/office/drawing/2014/main" id="{D03A4E87-64A5-47ED-192F-A415481F58D1}"/>
                </a:ext>
              </a:extLst>
            </p:cNvPr>
            <p:cNvSpPr/>
            <p:nvPr/>
          </p:nvSpPr>
          <p:spPr>
            <a:xfrm>
              <a:off x="8863" y="2225"/>
              <a:ext cx="1474" cy="5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57175" marR="0" lvl="0" indent="-257175" algn="l" defTabSz="685800" rtl="0" eaLnBrk="1" fontAlgn="base" latinLnBrk="0" hangingPunct="1">
                <a:lnSpc>
                  <a:spcPct val="150000"/>
                </a:lnSpc>
                <a:spcBef>
                  <a:spcPct val="0"/>
                </a:spcBef>
                <a:spcAft>
                  <a:spcPct val="0"/>
                </a:spcAft>
                <a:buClrTx/>
                <a:buSzTx/>
                <a:buFont typeface="Wingdings" panose="05000000000000000000" charset="0"/>
                <a:buChar char="l"/>
                <a:tabLst/>
                <a:defRPr/>
              </a:pPr>
              <a:endParaRPr kumimoji="0" lang="zh-CN" altLang="en-US" sz="1800" b="0" i="0" u="none" strike="noStrike" kern="1200" cap="none" spc="0" normalizeH="0" baseline="0" noProof="0">
                <a:ln>
                  <a:noFill/>
                </a:ln>
                <a:solidFill>
                  <a:srgbClr val="000000"/>
                </a:solidFill>
                <a:effectLst/>
                <a:uLnTx/>
                <a:uFillTx/>
                <a:latin typeface="黑体" panose="02010609060101010101" charset="-122"/>
                <a:ea typeface="黑体" panose="02010609060101010101" charset="-122"/>
                <a:cs typeface="+mn-cs"/>
              </a:endParaRPr>
            </a:p>
          </p:txBody>
        </p:sp>
      </p:grpSp>
      <p:sp>
        <p:nvSpPr>
          <p:cNvPr id="17" name="文本框 16">
            <a:extLst>
              <a:ext uri="{FF2B5EF4-FFF2-40B4-BE49-F238E27FC236}">
                <a16:creationId xmlns:a16="http://schemas.microsoft.com/office/drawing/2014/main" id="{6211C90C-40FB-17B8-A7CA-03107A5D4E21}"/>
              </a:ext>
            </a:extLst>
          </p:cNvPr>
          <p:cNvSpPr txBox="1"/>
          <p:nvPr/>
        </p:nvSpPr>
        <p:spPr>
          <a:xfrm>
            <a:off x="2298383" y="4137184"/>
            <a:ext cx="4547235" cy="267637"/>
          </a:xfrm>
          <a:prstGeom prst="rect">
            <a:avLst/>
          </a:prstGeom>
          <a:noFill/>
        </p:spPr>
        <p:txBody>
          <a:bodyPr wrap="square" rtlCol="0">
            <a:spAutoFit/>
          </a:bodyPr>
          <a:lstStyle/>
          <a:p>
            <a:pPr marL="0" marR="0" lvl="0" indent="0" algn="ctr" defTabSz="685800" rtl="0" eaLnBrk="1" fontAlgn="base" latinLnBrk="0" hangingPunct="1">
              <a:lnSpc>
                <a:spcPct val="150000"/>
              </a:lnSpc>
              <a:spcBef>
                <a:spcPct val="0"/>
              </a:spcBef>
              <a:spcAft>
                <a:spcPct val="0"/>
              </a:spcAft>
              <a:buClrTx/>
              <a:buSzTx/>
              <a:buFontTx/>
              <a:buNone/>
              <a:tabLst/>
              <a:defRPr/>
            </a:pPr>
            <a:r>
              <a:rPr kumimoji="0" lang="zh-CN" altLang="zh-CN" sz="9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黑体" panose="02010609060101010101" charset="-122"/>
                <a:sym typeface="+mn-ea"/>
              </a:rPr>
              <a:t>该页面为纸面教具效果展示，请免费下载高清资源</a:t>
            </a:r>
          </a:p>
        </p:txBody>
      </p:sp>
    </p:spTree>
    <p:extLst>
      <p:ext uri="{BB962C8B-B14F-4D97-AF65-F5344CB8AC3E}">
        <p14:creationId xmlns:p14="http://schemas.microsoft.com/office/powerpoint/2010/main" val="352084288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064712-4BF8-0640-7C09-3F441DA0D3CB}"/>
            </a:ext>
          </a:extLst>
        </p:cNvPr>
        <p:cNvGrpSpPr/>
        <p:nvPr/>
      </p:nvGrpSpPr>
      <p:grpSpPr>
        <a:xfrm>
          <a:off x="0" y="0"/>
          <a:ext cx="0" cy="0"/>
          <a:chOff x="0" y="0"/>
          <a:chExt cx="0" cy="0"/>
        </a:xfrm>
      </p:grpSpPr>
      <p:pic>
        <p:nvPicPr>
          <p:cNvPr id="2" name="图片 1" descr="通用页背景">
            <a:extLst>
              <a:ext uri="{FF2B5EF4-FFF2-40B4-BE49-F238E27FC236}">
                <a16:creationId xmlns:a16="http://schemas.microsoft.com/office/drawing/2014/main" id="{4A0DA39D-D1E2-F3B5-9FCD-13050199BE92}"/>
              </a:ext>
            </a:extLst>
          </p:cNvPr>
          <p:cNvPicPr>
            <a:picLocks noChangeAspect="1"/>
          </p:cNvPicPr>
          <p:nvPr/>
        </p:nvPicPr>
        <p:blipFill>
          <a:blip r:embed="rId2"/>
          <a:stretch>
            <a:fillRect/>
          </a:stretch>
        </p:blipFill>
        <p:spPr>
          <a:xfrm>
            <a:off x="0" y="0"/>
            <a:ext cx="9144000" cy="5143500"/>
          </a:xfrm>
          <a:prstGeom prst="rect">
            <a:avLst/>
          </a:prstGeom>
        </p:spPr>
      </p:pic>
      <p:pic>
        <p:nvPicPr>
          <p:cNvPr id="4" name="图片 3" descr="\\10.1.1.22\视频事业部\幼儿园组\A 课件\14-热点+特色主题\2-节日纪念日课件\A0017 原创-社会美术-世界水日【燕烽】\01 课件资源包\课件资源\图片资源\实拍图\+logo\图片16.png图片16">
            <a:extLst>
              <a:ext uri="{FF2B5EF4-FFF2-40B4-BE49-F238E27FC236}">
                <a16:creationId xmlns:a16="http://schemas.microsoft.com/office/drawing/2014/main" id="{31ECBAAC-A3BC-CED0-2159-A27FFF0E254F}"/>
              </a:ext>
            </a:extLst>
          </p:cNvPr>
          <p:cNvPicPr>
            <a:picLocks noChangeAspect="1"/>
          </p:cNvPicPr>
          <p:nvPr/>
        </p:nvPicPr>
        <p:blipFill>
          <a:blip r:embed="rId3"/>
          <a:srcRect/>
          <a:stretch>
            <a:fillRect/>
          </a:stretch>
        </p:blipFill>
        <p:spPr>
          <a:xfrm>
            <a:off x="1387236" y="384683"/>
            <a:ext cx="2704148" cy="1807845"/>
          </a:xfrm>
          <a:prstGeom prst="roundRect">
            <a:avLst/>
          </a:prstGeom>
          <a:effectLst>
            <a:outerShdw blurRad="50800" dist="38100" dir="2700000" algn="tl" rotWithShape="0">
              <a:prstClr val="black">
                <a:alpha val="40000"/>
              </a:prstClr>
            </a:outerShdw>
          </a:effectLst>
        </p:spPr>
      </p:pic>
      <p:pic>
        <p:nvPicPr>
          <p:cNvPr id="7" name="图片 6" descr="\\10.1.1.22\视频事业部\幼儿园组\A 课件\14-热点+特色主题\2-节日纪念日课件\A0017 原创-社会美术-世界水日【燕烽】\01 课件资源包\课件资源\图片资源\实拍图\+logo\图片17.png图片17">
            <a:extLst>
              <a:ext uri="{FF2B5EF4-FFF2-40B4-BE49-F238E27FC236}">
                <a16:creationId xmlns:a16="http://schemas.microsoft.com/office/drawing/2014/main" id="{F20BFB87-3127-54E2-478A-9F622263853E}"/>
              </a:ext>
            </a:extLst>
          </p:cNvPr>
          <p:cNvPicPr>
            <a:picLocks noChangeAspect="1"/>
          </p:cNvPicPr>
          <p:nvPr/>
        </p:nvPicPr>
        <p:blipFill>
          <a:blip r:embed="rId4"/>
          <a:srcRect/>
          <a:stretch>
            <a:fillRect/>
          </a:stretch>
        </p:blipFill>
        <p:spPr>
          <a:xfrm>
            <a:off x="5005716" y="384105"/>
            <a:ext cx="2705576" cy="1808798"/>
          </a:xfrm>
          <a:prstGeom prst="roundRect">
            <a:avLst/>
          </a:prstGeom>
          <a:effectLst>
            <a:outerShdw blurRad="50800" dist="38100" dir="2700000" algn="tl" rotWithShape="0">
              <a:prstClr val="black">
                <a:alpha val="40000"/>
              </a:prstClr>
            </a:outerShdw>
          </a:effectLst>
        </p:spPr>
      </p:pic>
      <p:pic>
        <p:nvPicPr>
          <p:cNvPr id="8" name="图片 7" descr="\\10.1.1.22\视频事业部\幼儿园组\A 课件\14-热点+特色主题\2-节日纪念日课件\A0017 原创-社会美术-世界水日【燕烽】\01 课件资源包\课件资源\图片资源\实拍图\+logo\图片15.png图片15">
            <a:extLst>
              <a:ext uri="{FF2B5EF4-FFF2-40B4-BE49-F238E27FC236}">
                <a16:creationId xmlns:a16="http://schemas.microsoft.com/office/drawing/2014/main" id="{989DCED3-CA1D-D803-A636-AB878D8A16AD}"/>
              </a:ext>
            </a:extLst>
          </p:cNvPr>
          <p:cNvPicPr>
            <a:picLocks noChangeAspect="1"/>
          </p:cNvPicPr>
          <p:nvPr/>
        </p:nvPicPr>
        <p:blipFill>
          <a:blip r:embed="rId5"/>
          <a:srcRect/>
          <a:stretch>
            <a:fillRect/>
          </a:stretch>
        </p:blipFill>
        <p:spPr>
          <a:xfrm>
            <a:off x="1390732" y="2463889"/>
            <a:ext cx="2700338" cy="1808798"/>
          </a:xfrm>
          <a:prstGeom prst="roundRect">
            <a:avLst/>
          </a:prstGeom>
          <a:effectLst>
            <a:outerShdw blurRad="50800" dist="38100" dir="2700000" algn="tl" rotWithShape="0">
              <a:prstClr val="black">
                <a:alpha val="40000"/>
              </a:prstClr>
            </a:outerShdw>
          </a:effectLst>
        </p:spPr>
      </p:pic>
      <p:pic>
        <p:nvPicPr>
          <p:cNvPr id="10" name="图片 9" descr="\\10.1.1.22\视频事业部\幼儿园组\A 课件\14-热点+特色主题\2-节日纪念日课件\A0017 原创-社会美术-世界水日【燕烽】\01 课件资源包\课件资源\图片资源\实拍图\+logo\图片18.png图片18">
            <a:extLst>
              <a:ext uri="{FF2B5EF4-FFF2-40B4-BE49-F238E27FC236}">
                <a16:creationId xmlns:a16="http://schemas.microsoft.com/office/drawing/2014/main" id="{86318993-5091-89D1-79FD-9D349CADC930}"/>
              </a:ext>
            </a:extLst>
          </p:cNvPr>
          <p:cNvPicPr>
            <a:picLocks noChangeAspect="1"/>
          </p:cNvPicPr>
          <p:nvPr/>
        </p:nvPicPr>
        <p:blipFill>
          <a:blip r:embed="rId6"/>
          <a:srcRect/>
          <a:stretch>
            <a:fillRect/>
          </a:stretch>
        </p:blipFill>
        <p:spPr>
          <a:xfrm>
            <a:off x="5012154" y="2465895"/>
            <a:ext cx="2697956" cy="1803559"/>
          </a:xfrm>
          <a:prstGeom prst="roundRect">
            <a:avLst/>
          </a:prstGeom>
          <a:effectLst>
            <a:outerShdw blurRad="50800" dist="38100" dir="2700000" algn="tl" rotWithShape="0">
              <a:prstClr val="black">
                <a:alpha val="40000"/>
              </a:prstClr>
            </a:outerShdw>
          </a:effectLst>
        </p:spPr>
      </p:pic>
      <p:sp>
        <p:nvSpPr>
          <p:cNvPr id="11" name="文本框 10">
            <a:extLst>
              <a:ext uri="{FF2B5EF4-FFF2-40B4-BE49-F238E27FC236}">
                <a16:creationId xmlns:a16="http://schemas.microsoft.com/office/drawing/2014/main" id="{9226EC6F-88C5-7CF6-5B64-1F0F48645445}"/>
              </a:ext>
            </a:extLst>
          </p:cNvPr>
          <p:cNvSpPr txBox="1"/>
          <p:nvPr/>
        </p:nvSpPr>
        <p:spPr>
          <a:xfrm>
            <a:off x="1440180" y="2162175"/>
            <a:ext cx="2650808" cy="246862"/>
          </a:xfrm>
          <a:prstGeom prst="rect">
            <a:avLst/>
          </a:prstGeom>
          <a:noFill/>
        </p:spPr>
        <p:txBody>
          <a:bodyPr wrap="square" rtlCol="0" anchor="t">
            <a:spAutoFit/>
          </a:bodyPr>
          <a:lstStyle/>
          <a:p>
            <a:pPr marL="0" marR="0" lvl="0" indent="0" algn="ctr" defTabSz="685800" rtl="0" eaLnBrk="1" fontAlgn="base" latinLnBrk="0" hangingPunct="1">
              <a:lnSpc>
                <a:spcPct val="130000"/>
              </a:lnSpc>
              <a:spcBef>
                <a:spcPct val="0"/>
              </a:spcBef>
              <a:spcAft>
                <a:spcPct val="0"/>
              </a:spcAft>
              <a:buClrTx/>
              <a:buSzTx/>
              <a:buFontTx/>
              <a:buNone/>
              <a:tabLst/>
              <a:defRPr/>
            </a:pPr>
            <a:r>
              <a:rPr kumimoji="0" lang="en-US" altLang="zh-CN" sz="9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宋体" panose="02010600030101010101" pitchFamily="2" charset="-122"/>
                <a:sym typeface="+mn-ea"/>
              </a:rPr>
              <a:t>1.</a:t>
            </a:r>
            <a:r>
              <a:rPr kumimoji="0" lang="zh-CN" altLang="en-US" sz="9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宋体" panose="02010600030101010101" pitchFamily="2" charset="-122"/>
                <a:sym typeface="+mn-ea"/>
              </a:rPr>
              <a:t>在水滴中画出不同的珍惜水资源方法</a:t>
            </a:r>
          </a:p>
        </p:txBody>
      </p:sp>
      <p:sp>
        <p:nvSpPr>
          <p:cNvPr id="15" name="文本框 14">
            <a:extLst>
              <a:ext uri="{FF2B5EF4-FFF2-40B4-BE49-F238E27FC236}">
                <a16:creationId xmlns:a16="http://schemas.microsoft.com/office/drawing/2014/main" id="{19FEF715-C819-D2F2-15A2-178DE2515F53}"/>
              </a:ext>
            </a:extLst>
          </p:cNvPr>
          <p:cNvSpPr txBox="1"/>
          <p:nvPr/>
        </p:nvSpPr>
        <p:spPr>
          <a:xfrm>
            <a:off x="1818799" y="4246245"/>
            <a:ext cx="1946434" cy="606961"/>
          </a:xfrm>
          <a:prstGeom prst="rect">
            <a:avLst/>
          </a:prstGeom>
          <a:noFill/>
        </p:spPr>
        <p:txBody>
          <a:bodyPr wrap="square" rtlCol="0" anchor="t">
            <a:spAutoFit/>
          </a:bodyPr>
          <a:lstStyle/>
          <a:p>
            <a:pPr marL="0" marR="0" lvl="0" indent="0" algn="ctr" defTabSz="685800" rtl="0" eaLnBrk="1" fontAlgn="base" latinLnBrk="0" hangingPunct="1">
              <a:lnSpc>
                <a:spcPct val="130000"/>
              </a:lnSpc>
              <a:spcBef>
                <a:spcPct val="0"/>
              </a:spcBef>
              <a:spcAft>
                <a:spcPct val="0"/>
              </a:spcAft>
              <a:buClrTx/>
              <a:buSzTx/>
              <a:buFontTx/>
              <a:buNone/>
              <a:tabLst/>
              <a:defRPr/>
            </a:pPr>
            <a:r>
              <a:rPr kumimoji="0" lang="en-US" sz="9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宋体" panose="02010600030101010101" pitchFamily="2" charset="-122"/>
                <a:sym typeface="+mn-ea"/>
              </a:rPr>
              <a:t>4.</a:t>
            </a:r>
            <a:r>
              <a:rPr kumimoji="0" lang="zh-CN" altLang="en-US" sz="9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宋体" panose="02010600030101010101" pitchFamily="2" charset="-122"/>
                <a:sym typeface="+mn-ea"/>
              </a:rPr>
              <a:t>装饰一下，漂亮的水资源宣传画就做好啦</a:t>
            </a:r>
          </a:p>
          <a:p>
            <a:pPr marL="0" marR="0" lvl="0" indent="0" algn="ctr" defTabSz="685800" rtl="0" eaLnBrk="1" fontAlgn="base" latinLnBrk="0" hangingPunct="1">
              <a:lnSpc>
                <a:spcPct val="130000"/>
              </a:lnSpc>
              <a:spcBef>
                <a:spcPct val="0"/>
              </a:spcBef>
              <a:spcAft>
                <a:spcPct val="0"/>
              </a:spcAft>
              <a:buClrTx/>
              <a:buSzTx/>
              <a:buFontTx/>
              <a:buNone/>
              <a:tabLst/>
              <a:defRPr/>
            </a:pPr>
            <a:endParaRPr kumimoji="0" lang="zh-CN" altLang="en-US" sz="9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宋体" panose="02010600030101010101" pitchFamily="2" charset="-122"/>
              <a:sym typeface="+mn-ea"/>
            </a:endParaRPr>
          </a:p>
        </p:txBody>
      </p:sp>
      <p:sp>
        <p:nvSpPr>
          <p:cNvPr id="12" name="文本框 11">
            <a:extLst>
              <a:ext uri="{FF2B5EF4-FFF2-40B4-BE49-F238E27FC236}">
                <a16:creationId xmlns:a16="http://schemas.microsoft.com/office/drawing/2014/main" id="{214B929C-E486-5482-6B8D-B90B7F7BF994}"/>
              </a:ext>
            </a:extLst>
          </p:cNvPr>
          <p:cNvSpPr txBox="1"/>
          <p:nvPr/>
        </p:nvSpPr>
        <p:spPr>
          <a:xfrm>
            <a:off x="5382102" y="2161699"/>
            <a:ext cx="1946434" cy="246862"/>
          </a:xfrm>
          <a:prstGeom prst="rect">
            <a:avLst/>
          </a:prstGeom>
          <a:noFill/>
        </p:spPr>
        <p:txBody>
          <a:bodyPr wrap="square" rtlCol="0" anchor="t">
            <a:spAutoFit/>
          </a:bodyPr>
          <a:lstStyle/>
          <a:p>
            <a:pPr marL="0" marR="0" lvl="0" indent="0" algn="ctr" defTabSz="685800" rtl="0" eaLnBrk="1" fontAlgn="base" latinLnBrk="0" hangingPunct="1">
              <a:lnSpc>
                <a:spcPct val="130000"/>
              </a:lnSpc>
              <a:spcBef>
                <a:spcPct val="0"/>
              </a:spcBef>
              <a:spcAft>
                <a:spcPct val="0"/>
              </a:spcAft>
              <a:buClrTx/>
              <a:buSzTx/>
              <a:buFontTx/>
              <a:buNone/>
              <a:tabLst/>
              <a:defRPr/>
            </a:pPr>
            <a:r>
              <a:rPr kumimoji="0" lang="en-US" altLang="zh-CN" sz="9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宋体" panose="02010600030101010101" pitchFamily="2" charset="-122"/>
                <a:sym typeface="+mn-ea"/>
              </a:rPr>
              <a:t>2.</a:t>
            </a:r>
            <a:r>
              <a:rPr kumimoji="0" lang="zh-CN" altLang="en-US" sz="9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宋体" panose="02010600030101010101" pitchFamily="2" charset="-122"/>
                <a:sym typeface="+mn-ea"/>
              </a:rPr>
              <a:t>将画好的水滴贴在底板上</a:t>
            </a:r>
          </a:p>
        </p:txBody>
      </p:sp>
      <p:sp>
        <p:nvSpPr>
          <p:cNvPr id="13" name="文本框 12">
            <a:extLst>
              <a:ext uri="{FF2B5EF4-FFF2-40B4-BE49-F238E27FC236}">
                <a16:creationId xmlns:a16="http://schemas.microsoft.com/office/drawing/2014/main" id="{BEB73299-BB93-7EA5-1A1C-43041B78BC0C}"/>
              </a:ext>
            </a:extLst>
          </p:cNvPr>
          <p:cNvSpPr txBox="1"/>
          <p:nvPr/>
        </p:nvSpPr>
        <p:spPr>
          <a:xfrm>
            <a:off x="5092066" y="4246245"/>
            <a:ext cx="2593181" cy="246862"/>
          </a:xfrm>
          <a:prstGeom prst="rect">
            <a:avLst/>
          </a:prstGeom>
          <a:noFill/>
        </p:spPr>
        <p:txBody>
          <a:bodyPr wrap="square" rtlCol="0" anchor="t">
            <a:spAutoFit/>
          </a:bodyPr>
          <a:lstStyle/>
          <a:p>
            <a:pPr marL="0" marR="0" lvl="0" indent="0" algn="ctr" defTabSz="685800" rtl="0" eaLnBrk="1" fontAlgn="base" latinLnBrk="0" hangingPunct="1">
              <a:lnSpc>
                <a:spcPct val="130000"/>
              </a:lnSpc>
              <a:spcBef>
                <a:spcPct val="0"/>
              </a:spcBef>
              <a:spcAft>
                <a:spcPct val="0"/>
              </a:spcAft>
              <a:buClrTx/>
              <a:buSzTx/>
              <a:buFontTx/>
              <a:buNone/>
              <a:tabLst/>
              <a:defRPr/>
            </a:pPr>
            <a:r>
              <a:rPr kumimoji="0" lang="en-US" sz="9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宋体" panose="02010600030101010101" pitchFamily="2" charset="-122"/>
                <a:sym typeface="+mn-ea"/>
              </a:rPr>
              <a:t>3.</a:t>
            </a:r>
            <a:r>
              <a:rPr kumimoji="0" lang="zh-CN" altLang="en-US" sz="900" b="0" i="0" u="none" strike="noStrike" kern="1200" cap="none" spc="0" normalizeH="0" baseline="0" noProof="0">
                <a:ln>
                  <a:noFill/>
                </a:ln>
                <a:solidFill>
                  <a:srgbClr val="FFFFFF">
                    <a:lumMod val="85000"/>
                  </a:srgbClr>
                </a:solidFill>
                <a:effectLst/>
                <a:uLnTx/>
                <a:uFillTx/>
                <a:latin typeface="黑体" panose="02010609060101010101" charset="-122"/>
                <a:ea typeface="黑体" panose="02010609060101010101" charset="-122"/>
                <a:cs typeface="宋体" panose="02010600030101010101" pitchFamily="2" charset="-122"/>
                <a:sym typeface="+mn-ea"/>
              </a:rPr>
              <a:t>贴上不同的水滴画及标语</a:t>
            </a:r>
          </a:p>
        </p:txBody>
      </p:sp>
      <p:sp>
        <p:nvSpPr>
          <p:cNvPr id="14" name="虚尾箭头 13">
            <a:extLst>
              <a:ext uri="{FF2B5EF4-FFF2-40B4-BE49-F238E27FC236}">
                <a16:creationId xmlns:a16="http://schemas.microsoft.com/office/drawing/2014/main" id="{4020FE3A-4BF2-82E0-1FC8-7E2E4CC84A1A}"/>
              </a:ext>
            </a:extLst>
          </p:cNvPr>
          <p:cNvSpPr/>
          <p:nvPr/>
        </p:nvSpPr>
        <p:spPr>
          <a:xfrm>
            <a:off x="4271486" y="1168241"/>
            <a:ext cx="540068" cy="323850"/>
          </a:xfrm>
          <a:prstGeom prst="stripedRightArrow">
            <a:avLst/>
          </a:prstGeom>
          <a:solidFill>
            <a:srgbClr val="9CE9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57175" marR="0" lvl="0" indent="-257175" algn="l" defTabSz="685800" rtl="0" eaLnBrk="1" fontAlgn="base" latinLnBrk="0" hangingPunct="1">
              <a:lnSpc>
                <a:spcPct val="150000"/>
              </a:lnSpc>
              <a:spcBef>
                <a:spcPct val="0"/>
              </a:spcBef>
              <a:spcAft>
                <a:spcPct val="0"/>
              </a:spcAft>
              <a:buClrTx/>
              <a:buSzTx/>
              <a:buFont typeface="Wingdings" panose="05000000000000000000" charset="0"/>
              <a:buChar char="l"/>
              <a:tabLst/>
              <a:defRPr/>
            </a:pPr>
            <a:endParaRPr kumimoji="0" lang="zh-CN" altLang="en-US" sz="1800" b="0" i="0" u="none" strike="noStrike" kern="1200" cap="none" spc="0" normalizeH="0" baseline="0" noProof="0">
              <a:ln>
                <a:noFill/>
              </a:ln>
              <a:solidFill>
                <a:srgbClr val="000000"/>
              </a:solidFill>
              <a:effectLst/>
              <a:uLnTx/>
              <a:uFillTx/>
              <a:latin typeface="黑体" panose="02010609060101010101" charset="-122"/>
              <a:ea typeface="黑体" panose="02010609060101010101" charset="-122"/>
              <a:cs typeface="+mn-cs"/>
            </a:endParaRPr>
          </a:p>
        </p:txBody>
      </p:sp>
      <p:sp>
        <p:nvSpPr>
          <p:cNvPr id="16" name="手杖形箭头 15">
            <a:extLst>
              <a:ext uri="{FF2B5EF4-FFF2-40B4-BE49-F238E27FC236}">
                <a16:creationId xmlns:a16="http://schemas.microsoft.com/office/drawing/2014/main" id="{980C9236-0B72-708F-22FB-99AAC354F5EA}"/>
              </a:ext>
            </a:extLst>
          </p:cNvPr>
          <p:cNvSpPr/>
          <p:nvPr/>
        </p:nvSpPr>
        <p:spPr>
          <a:xfrm rot="5400000">
            <a:off x="7990046" y="2053114"/>
            <a:ext cx="593408" cy="516255"/>
          </a:xfrm>
          <a:prstGeom prst="uturnArrow">
            <a:avLst/>
          </a:prstGeom>
          <a:solidFill>
            <a:srgbClr val="9CE9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57175" marR="0" lvl="0" indent="-257175" algn="l" defTabSz="685800" rtl="0" eaLnBrk="1" fontAlgn="base" latinLnBrk="0" hangingPunct="1">
              <a:lnSpc>
                <a:spcPct val="150000"/>
              </a:lnSpc>
              <a:spcBef>
                <a:spcPct val="0"/>
              </a:spcBef>
              <a:spcAft>
                <a:spcPct val="0"/>
              </a:spcAft>
              <a:buClrTx/>
              <a:buSzTx/>
              <a:buFont typeface="Wingdings" panose="05000000000000000000" charset="0"/>
              <a:buChar char="l"/>
              <a:tabLst/>
              <a:defRPr/>
            </a:pPr>
            <a:endParaRPr kumimoji="0" lang="zh-CN" altLang="en-US" sz="1800" b="0" i="0" u="none" strike="noStrike" kern="1200" cap="none" spc="0" normalizeH="0" baseline="0" noProof="0">
              <a:ln>
                <a:noFill/>
              </a:ln>
              <a:solidFill>
                <a:srgbClr val="000000"/>
              </a:solidFill>
              <a:effectLst/>
              <a:uLnTx/>
              <a:uFillTx/>
              <a:latin typeface="黑体" panose="02010609060101010101" charset="-122"/>
              <a:ea typeface="黑体" panose="02010609060101010101" charset="-122"/>
              <a:cs typeface="+mn-cs"/>
            </a:endParaRPr>
          </a:p>
        </p:txBody>
      </p:sp>
      <p:sp>
        <p:nvSpPr>
          <p:cNvPr id="17" name="虚尾箭头 16">
            <a:extLst>
              <a:ext uri="{FF2B5EF4-FFF2-40B4-BE49-F238E27FC236}">
                <a16:creationId xmlns:a16="http://schemas.microsoft.com/office/drawing/2014/main" id="{EC22EA9F-8B63-A95C-B2B3-1CCBD7578CED}"/>
              </a:ext>
            </a:extLst>
          </p:cNvPr>
          <p:cNvSpPr/>
          <p:nvPr/>
        </p:nvSpPr>
        <p:spPr>
          <a:xfrm flipH="1">
            <a:off x="4272439" y="3220403"/>
            <a:ext cx="540068" cy="323850"/>
          </a:xfrm>
          <a:prstGeom prst="stripedRightArrow">
            <a:avLst/>
          </a:prstGeom>
          <a:solidFill>
            <a:srgbClr val="9CE9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57175" marR="0" lvl="0" indent="-257175" algn="l" defTabSz="685800" rtl="0" eaLnBrk="1" fontAlgn="base" latinLnBrk="0" hangingPunct="1">
              <a:lnSpc>
                <a:spcPct val="150000"/>
              </a:lnSpc>
              <a:spcBef>
                <a:spcPct val="0"/>
              </a:spcBef>
              <a:spcAft>
                <a:spcPct val="0"/>
              </a:spcAft>
              <a:buClrTx/>
              <a:buSzTx/>
              <a:buFont typeface="Wingdings" panose="05000000000000000000" charset="0"/>
              <a:buChar char="l"/>
              <a:tabLst/>
              <a:defRPr/>
            </a:pPr>
            <a:endParaRPr kumimoji="0" lang="zh-CN" altLang="en-US" sz="1800" b="0" i="0" u="none" strike="noStrike" kern="1200" cap="none" spc="0" normalizeH="0" baseline="0" noProof="0">
              <a:ln>
                <a:noFill/>
              </a:ln>
              <a:solidFill>
                <a:srgbClr val="000000"/>
              </a:solidFill>
              <a:effectLst/>
              <a:uLnTx/>
              <a:uFillTx/>
              <a:latin typeface="黑体" panose="02010609060101010101" charset="-122"/>
              <a:ea typeface="黑体" panose="02010609060101010101" charset="-122"/>
              <a:cs typeface="+mn-cs"/>
            </a:endParaRPr>
          </a:p>
        </p:txBody>
      </p:sp>
      <p:sp>
        <p:nvSpPr>
          <p:cNvPr id="18" name="文本框 17">
            <a:extLst>
              <a:ext uri="{FF2B5EF4-FFF2-40B4-BE49-F238E27FC236}">
                <a16:creationId xmlns:a16="http://schemas.microsoft.com/office/drawing/2014/main" id="{0E2A275F-349C-553D-B727-6F97D878AC56}"/>
              </a:ext>
            </a:extLst>
          </p:cNvPr>
          <p:cNvSpPr txBox="1"/>
          <p:nvPr/>
        </p:nvSpPr>
        <p:spPr>
          <a:xfrm>
            <a:off x="1440180" y="303848"/>
            <a:ext cx="494348" cy="643890"/>
          </a:xfrm>
          <a:prstGeom prst="rect">
            <a:avLst/>
          </a:prstGeom>
          <a:noFill/>
        </p:spPr>
        <p:txBody>
          <a:bodyPr wrap="none" rtlCol="0" anchor="t">
            <a:noAutofit/>
          </a:bodyPr>
          <a:lstStyle/>
          <a:p>
            <a:pPr marL="0" marR="0" lvl="0" indent="0" algn="l" defTabSz="685800" rtl="0" eaLnBrk="1" fontAlgn="base" latinLnBrk="0" hangingPunct="1">
              <a:lnSpc>
                <a:spcPct val="150000"/>
              </a:lnSpc>
              <a:spcBef>
                <a:spcPct val="0"/>
              </a:spcBef>
              <a:spcAft>
                <a:spcPct val="0"/>
              </a:spcAft>
              <a:buClrTx/>
              <a:buSzTx/>
              <a:buFontTx/>
              <a:buNone/>
              <a:tabLst/>
              <a:defRPr/>
            </a:pPr>
            <a:r>
              <a:rPr kumimoji="0" lang="zh-CN" altLang="zh-CN" sz="2100" b="1" i="0" u="none" strike="noStrike" kern="1200" cap="none" spc="0" normalizeH="0" baseline="0" noProof="0">
                <a:ln>
                  <a:noFill/>
                </a:ln>
                <a:solidFill>
                  <a:srgbClr val="FFFFFF"/>
                </a:solidFill>
                <a:effectLst/>
                <a:uLnTx/>
                <a:uFillTx/>
                <a:latin typeface="Calibri" panose="020F0502020204030204" charset="0"/>
                <a:ea typeface="黑体" panose="02010609060101010101" charset="-122"/>
                <a:cs typeface="黑体" panose="02010609060101010101" charset="-122"/>
                <a:sym typeface="+mn-ea"/>
              </a:rPr>
              <a:t>①</a:t>
            </a:r>
          </a:p>
        </p:txBody>
      </p:sp>
      <p:sp>
        <p:nvSpPr>
          <p:cNvPr id="19" name="文本框 18">
            <a:extLst>
              <a:ext uri="{FF2B5EF4-FFF2-40B4-BE49-F238E27FC236}">
                <a16:creationId xmlns:a16="http://schemas.microsoft.com/office/drawing/2014/main" id="{4856A8AF-FEBE-3E13-DB8F-5C9034870EBF}"/>
              </a:ext>
            </a:extLst>
          </p:cNvPr>
          <p:cNvSpPr txBox="1"/>
          <p:nvPr/>
        </p:nvSpPr>
        <p:spPr>
          <a:xfrm>
            <a:off x="5058251" y="303848"/>
            <a:ext cx="494348" cy="643890"/>
          </a:xfrm>
          <a:prstGeom prst="rect">
            <a:avLst/>
          </a:prstGeom>
          <a:noFill/>
        </p:spPr>
        <p:txBody>
          <a:bodyPr wrap="none" rtlCol="0" anchor="t">
            <a:noAutofit/>
          </a:bodyPr>
          <a:lstStyle/>
          <a:p>
            <a:pPr marL="0" marR="0" lvl="0" indent="0" algn="l" defTabSz="685800" rtl="0" eaLnBrk="1" fontAlgn="base" latinLnBrk="0" hangingPunct="1">
              <a:lnSpc>
                <a:spcPct val="150000"/>
              </a:lnSpc>
              <a:spcBef>
                <a:spcPct val="0"/>
              </a:spcBef>
              <a:spcAft>
                <a:spcPct val="0"/>
              </a:spcAft>
              <a:buClrTx/>
              <a:buSzTx/>
              <a:buFontTx/>
              <a:buNone/>
              <a:tabLst/>
              <a:defRPr/>
            </a:pPr>
            <a:r>
              <a:rPr kumimoji="0" lang="zh-CN" altLang="zh-CN" sz="2100" b="1" i="0" u="none" strike="noStrike" kern="1200" cap="none" spc="0" normalizeH="0" baseline="0" noProof="0">
                <a:ln>
                  <a:noFill/>
                </a:ln>
                <a:solidFill>
                  <a:srgbClr val="FFFFFF"/>
                </a:solidFill>
                <a:effectLst/>
                <a:uLnTx/>
                <a:uFillTx/>
                <a:latin typeface="Calibri" panose="020F0502020204030204" charset="0"/>
                <a:ea typeface="黑体" panose="02010609060101010101" charset="-122"/>
                <a:cs typeface="黑体" panose="02010609060101010101" charset="-122"/>
                <a:sym typeface="+mn-ea"/>
              </a:rPr>
              <a:t>②</a:t>
            </a:r>
          </a:p>
        </p:txBody>
      </p:sp>
      <p:sp>
        <p:nvSpPr>
          <p:cNvPr id="20" name="文本框 19">
            <a:extLst>
              <a:ext uri="{FF2B5EF4-FFF2-40B4-BE49-F238E27FC236}">
                <a16:creationId xmlns:a16="http://schemas.microsoft.com/office/drawing/2014/main" id="{848D59ED-8883-AEED-9D4E-DEC5A75D05D6}"/>
              </a:ext>
            </a:extLst>
          </p:cNvPr>
          <p:cNvSpPr txBox="1"/>
          <p:nvPr/>
        </p:nvSpPr>
        <p:spPr>
          <a:xfrm>
            <a:off x="1440180" y="2356485"/>
            <a:ext cx="494348" cy="643890"/>
          </a:xfrm>
          <a:prstGeom prst="rect">
            <a:avLst/>
          </a:prstGeom>
          <a:noFill/>
        </p:spPr>
        <p:txBody>
          <a:bodyPr wrap="none" rtlCol="0" anchor="t">
            <a:noAutofit/>
          </a:bodyPr>
          <a:lstStyle/>
          <a:p>
            <a:pPr marL="0" marR="0" lvl="0" indent="0" algn="l" defTabSz="685800" rtl="0" eaLnBrk="1" fontAlgn="base" latinLnBrk="0" hangingPunct="1">
              <a:lnSpc>
                <a:spcPct val="150000"/>
              </a:lnSpc>
              <a:spcBef>
                <a:spcPct val="0"/>
              </a:spcBef>
              <a:spcAft>
                <a:spcPct val="0"/>
              </a:spcAft>
              <a:buClrTx/>
              <a:buSzTx/>
              <a:buFontTx/>
              <a:buNone/>
              <a:tabLst/>
              <a:defRPr/>
            </a:pPr>
            <a:r>
              <a:rPr kumimoji="0" lang="zh-CN" altLang="zh-CN" sz="2100" b="1" i="0" u="none" strike="noStrike" kern="1200" cap="none" spc="0" normalizeH="0" baseline="0" noProof="0">
                <a:ln>
                  <a:noFill/>
                </a:ln>
                <a:solidFill>
                  <a:srgbClr val="FFFFFF"/>
                </a:solidFill>
                <a:effectLst/>
                <a:uLnTx/>
                <a:uFillTx/>
                <a:latin typeface="Calibri" panose="020F0502020204030204" charset="0"/>
                <a:ea typeface="黑体" panose="02010609060101010101" charset="-122"/>
                <a:cs typeface="黑体" panose="02010609060101010101" charset="-122"/>
                <a:sym typeface="+mn-ea"/>
              </a:rPr>
              <a:t>④</a:t>
            </a:r>
          </a:p>
        </p:txBody>
      </p:sp>
      <p:sp>
        <p:nvSpPr>
          <p:cNvPr id="21" name="文本框 20">
            <a:extLst>
              <a:ext uri="{FF2B5EF4-FFF2-40B4-BE49-F238E27FC236}">
                <a16:creationId xmlns:a16="http://schemas.microsoft.com/office/drawing/2014/main" id="{5758C071-42E6-D8C9-C87A-B4A44B509E16}"/>
              </a:ext>
            </a:extLst>
          </p:cNvPr>
          <p:cNvSpPr txBox="1"/>
          <p:nvPr/>
        </p:nvSpPr>
        <p:spPr>
          <a:xfrm>
            <a:off x="5058251" y="2356009"/>
            <a:ext cx="494348" cy="643890"/>
          </a:xfrm>
          <a:prstGeom prst="rect">
            <a:avLst/>
          </a:prstGeom>
          <a:noFill/>
        </p:spPr>
        <p:txBody>
          <a:bodyPr wrap="none" rtlCol="0" anchor="t">
            <a:noAutofit/>
          </a:bodyPr>
          <a:lstStyle/>
          <a:p>
            <a:pPr marL="0" marR="0" lvl="0" indent="0" algn="l" defTabSz="685800" rtl="0" eaLnBrk="1" fontAlgn="base" latinLnBrk="0" hangingPunct="1">
              <a:lnSpc>
                <a:spcPct val="150000"/>
              </a:lnSpc>
              <a:spcBef>
                <a:spcPct val="0"/>
              </a:spcBef>
              <a:spcAft>
                <a:spcPct val="0"/>
              </a:spcAft>
              <a:buClrTx/>
              <a:buSzTx/>
              <a:buFontTx/>
              <a:buNone/>
              <a:tabLst/>
              <a:defRPr/>
            </a:pPr>
            <a:r>
              <a:rPr kumimoji="0" lang="zh-CN" altLang="zh-CN" sz="2100" b="1" i="0" u="none" strike="noStrike" kern="1200" cap="none" spc="0" normalizeH="0" baseline="0" noProof="0">
                <a:ln>
                  <a:noFill/>
                </a:ln>
                <a:solidFill>
                  <a:srgbClr val="FFFFFF"/>
                </a:solidFill>
                <a:effectLst/>
                <a:uLnTx/>
                <a:uFillTx/>
                <a:latin typeface="Calibri" panose="020F0502020204030204" charset="0"/>
                <a:ea typeface="黑体" panose="02010609060101010101" charset="-122"/>
                <a:cs typeface="黑体" panose="02010609060101010101" charset="-122"/>
                <a:sym typeface="+mn-ea"/>
              </a:rPr>
              <a:t>③</a:t>
            </a:r>
          </a:p>
        </p:txBody>
      </p:sp>
    </p:spTree>
    <p:extLst>
      <p:ext uri="{BB962C8B-B14F-4D97-AF65-F5344CB8AC3E}">
        <p14:creationId xmlns:p14="http://schemas.microsoft.com/office/powerpoint/2010/main" val="65604562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902970" y="1238250"/>
            <a:ext cx="5211000" cy="3348000"/>
          </a:xfrm>
          <a:prstGeom prst="roundRect">
            <a:avLst/>
          </a:prstGeom>
          <a:solidFill>
            <a:srgbClr val="DAF9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685800" fontAlgn="base">
              <a:lnSpc>
                <a:spcPct val="150000"/>
              </a:lnSpc>
              <a:spcBef>
                <a:spcPct val="0"/>
              </a:spcBef>
              <a:spcAft>
                <a:spcPct val="0"/>
              </a:spcAft>
            </a:pPr>
            <a:r>
              <a:rPr sz="1500">
                <a:solidFill>
                  <a:srgbClr val="2E867C"/>
                </a:solidFill>
                <a:latin typeface="黑体" panose="02010609060101010101" charset="-122"/>
                <a:ea typeface="黑体" panose="02010609060101010101" charset="-122"/>
                <a:cs typeface="宋体" panose="02010600030101010101" pitchFamily="2" charset="-122"/>
                <a:sym typeface="+mn-ea"/>
              </a:rPr>
              <a:t>4）小组分享作品，师幼共同欣赏、评价。</a:t>
            </a:r>
          </a:p>
          <a:p>
            <a:pPr defTabSz="685800" fontAlgn="base">
              <a:lnSpc>
                <a:spcPct val="150000"/>
              </a:lnSpc>
              <a:spcBef>
                <a:spcPct val="0"/>
              </a:spcBef>
              <a:spcAft>
                <a:spcPct val="0"/>
              </a:spcAft>
            </a:pPr>
            <a:r>
              <a:rPr sz="1500">
                <a:solidFill>
                  <a:srgbClr val="2E867C"/>
                </a:solidFill>
                <a:latin typeface="黑体" panose="02010609060101010101" charset="-122"/>
                <a:ea typeface="黑体" panose="02010609060101010101" charset="-122"/>
                <a:cs typeface="宋体" panose="02010600030101010101" pitchFamily="2" charset="-122"/>
                <a:sym typeface="+mn-ea"/>
              </a:rPr>
              <a:t>——哪个小组想要先和大家分享你们的水资源宣传画？派一个小代表来介绍一下。</a:t>
            </a:r>
          </a:p>
          <a:p>
            <a:pPr defTabSz="685800" fontAlgn="base">
              <a:lnSpc>
                <a:spcPct val="150000"/>
              </a:lnSpc>
              <a:spcBef>
                <a:spcPct val="0"/>
              </a:spcBef>
              <a:spcAft>
                <a:spcPct val="0"/>
              </a:spcAft>
            </a:pPr>
            <a:r>
              <a:rPr sz="1500">
                <a:solidFill>
                  <a:srgbClr val="2E867C"/>
                </a:solidFill>
                <a:latin typeface="黑体" panose="02010609060101010101" charset="-122"/>
                <a:ea typeface="黑体" panose="02010609060101010101" charset="-122"/>
                <a:cs typeface="宋体" panose="02010600030101010101" pitchFamily="2" charset="-122"/>
                <a:sym typeface="+mn-ea"/>
              </a:rPr>
              <a:t>——你们小组的宣传画都画了什么？想通过宣传画告诉大家什么呢？</a:t>
            </a:r>
          </a:p>
          <a:p>
            <a:pPr defTabSz="685800" fontAlgn="base">
              <a:lnSpc>
                <a:spcPct val="150000"/>
              </a:lnSpc>
              <a:spcBef>
                <a:spcPct val="0"/>
              </a:spcBef>
              <a:spcAft>
                <a:spcPct val="0"/>
              </a:spcAft>
            </a:pPr>
            <a:r>
              <a:rPr sz="1500">
                <a:solidFill>
                  <a:srgbClr val="2E867C"/>
                </a:solidFill>
                <a:latin typeface="黑体" panose="02010609060101010101" charset="-122"/>
                <a:ea typeface="黑体" panose="02010609060101010101" charset="-122"/>
                <a:cs typeface="宋体" panose="02010600030101010101" pitchFamily="2" charset="-122"/>
                <a:sym typeface="+mn-ea"/>
              </a:rPr>
              <a:t>小结：小朋友们真棒，一个个小水滴汇聚成了一幅漂亮的水资源宣传画。珍惜水资源需要大家共同努力，这可不只是一句口号哦，应该从我们每一个人做起，从爱惜生活中的每一滴水做起。</a:t>
            </a:r>
          </a:p>
        </p:txBody>
      </p:sp>
      <p:sp>
        <p:nvSpPr>
          <p:cNvPr id="6" name="圆角矩形 5"/>
          <p:cNvSpPr/>
          <p:nvPr/>
        </p:nvSpPr>
        <p:spPr>
          <a:xfrm>
            <a:off x="271463" y="194787"/>
            <a:ext cx="1312545" cy="486251"/>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base">
              <a:spcBef>
                <a:spcPct val="0"/>
              </a:spcBef>
              <a:spcAft>
                <a:spcPct val="0"/>
              </a:spcAft>
            </a:pPr>
            <a:r>
              <a:rPr lang="zh-CN" altLang="en-US" sz="2400">
                <a:solidFill>
                  <a:srgbClr val="2D6B6F"/>
                </a:solidFill>
                <a:latin typeface="黑体" panose="02010609060101010101" charset="-122"/>
                <a:ea typeface="黑体" panose="02010609060101010101" charset="-122"/>
              </a:rPr>
              <a:t>备课页</a:t>
            </a:r>
          </a:p>
        </p:txBody>
      </p:sp>
      <p:pic>
        <p:nvPicPr>
          <p:cNvPr id="3" name="图片 2" descr="美美老师-人设（边线版）0001"/>
          <p:cNvPicPr>
            <a:picLocks noChangeAspect="1"/>
          </p:cNvPicPr>
          <p:nvPr/>
        </p:nvPicPr>
        <p:blipFill>
          <a:blip r:embed="rId2"/>
          <a:stretch>
            <a:fillRect/>
          </a:stretch>
        </p:blipFill>
        <p:spPr>
          <a:xfrm>
            <a:off x="6142197" y="1264444"/>
            <a:ext cx="2217896" cy="3327083"/>
          </a:xfrm>
          <a:prstGeom prst="rect">
            <a:avLst/>
          </a:prstGeom>
        </p:spPr>
      </p:pic>
      <p:sp>
        <p:nvSpPr>
          <p:cNvPr id="4" name="文本框 3"/>
          <p:cNvSpPr txBox="1"/>
          <p:nvPr/>
        </p:nvSpPr>
        <p:spPr>
          <a:xfrm>
            <a:off x="1652588" y="256699"/>
            <a:ext cx="3423761" cy="603050"/>
          </a:xfrm>
          <a:prstGeom prst="rect">
            <a:avLst/>
          </a:prstGeom>
          <a:noFill/>
        </p:spPr>
        <p:txBody>
          <a:bodyPr wrap="square" rtlCol="0">
            <a:spAutoFit/>
          </a:bodyPr>
          <a:lstStyle/>
          <a:p>
            <a:pPr algn="ctr" defTabSz="685800" fontAlgn="base">
              <a:lnSpc>
                <a:spcPct val="150000"/>
              </a:lnSpc>
              <a:spcBef>
                <a:spcPct val="0"/>
              </a:spcBef>
              <a:spcAft>
                <a:spcPct val="0"/>
              </a:spcAft>
            </a:pPr>
            <a:r>
              <a:rPr lang="zh-CN" altLang="zh-CN" sz="1200">
                <a:solidFill>
                  <a:srgbClr val="FFFFFF">
                    <a:lumMod val="65000"/>
                  </a:srgbClr>
                </a:solidFill>
                <a:latin typeface="黑体" panose="02010609060101010101" charset="-122"/>
                <a:ea typeface="黑体" panose="02010609060101010101" charset="-122"/>
                <a:cs typeface="黑体" panose="02010609060101010101" charset="-122"/>
                <a:sym typeface="+mn-ea"/>
              </a:rPr>
              <a:t>（本备课页仅供备课使用，授课前请删除或隐藏）</a:t>
            </a:r>
          </a:p>
        </p:txBody>
      </p:sp>
    </p:spTree>
    <p:extLst>
      <p:ext uri="{BB962C8B-B14F-4D97-AF65-F5344CB8AC3E}">
        <p14:creationId xmlns:p14="http://schemas.microsoft.com/office/powerpoint/2010/main" val="234645363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说一说"/>
          <p:cNvPicPr>
            <a:picLocks noChangeAspect="1"/>
          </p:cNvPicPr>
          <p:nvPr/>
        </p:nvPicPr>
        <p:blipFill>
          <a:blip r:embed="rId2"/>
          <a:stretch>
            <a:fillRect/>
          </a:stretch>
        </p:blipFill>
        <p:spPr>
          <a:xfrm>
            <a:off x="0" y="-1429"/>
            <a:ext cx="9144000" cy="5143500"/>
          </a:xfrm>
          <a:prstGeom prst="rect">
            <a:avLst/>
          </a:prstGeom>
        </p:spPr>
      </p:pic>
      <p:sp>
        <p:nvSpPr>
          <p:cNvPr id="3" name="文本框 2"/>
          <p:cNvSpPr txBox="1"/>
          <p:nvPr/>
        </p:nvSpPr>
        <p:spPr>
          <a:xfrm>
            <a:off x="202406" y="190501"/>
            <a:ext cx="2204450" cy="539187"/>
          </a:xfrm>
          <a:prstGeom prst="rect">
            <a:avLst/>
          </a:prstGeom>
          <a:noFill/>
        </p:spPr>
        <p:txBody>
          <a:bodyPr wrap="none" rtlCol="0" anchor="t">
            <a:spAutoFit/>
          </a:bodyPr>
          <a:lstStyle/>
          <a:p>
            <a:pPr defTabSz="685800" fontAlgn="base">
              <a:lnSpc>
                <a:spcPct val="150000"/>
              </a:lnSpc>
              <a:spcBef>
                <a:spcPct val="0"/>
              </a:spcBef>
              <a:spcAft>
                <a:spcPct val="0"/>
              </a:spcAft>
            </a:pPr>
            <a:r>
              <a:rPr lang="zh-CN" altLang="en-US" sz="1050">
                <a:solidFill>
                  <a:srgbClr val="FFFFFF">
                    <a:lumMod val="65000"/>
                  </a:srgbClr>
                </a:solidFill>
                <a:latin typeface="黑体" panose="02010609060101010101" charset="-122"/>
                <a:ea typeface="黑体" panose="02010609060101010101" charset="-122"/>
                <a:cs typeface="宋体" panose="02010600030101010101" pitchFamily="2" charset="-122"/>
                <a:sym typeface="+mn-ea"/>
              </a:rPr>
              <a:t>——你们小组的宣传画画了什么？</a:t>
            </a:r>
          </a:p>
          <a:p>
            <a:pPr defTabSz="685800" fontAlgn="base">
              <a:lnSpc>
                <a:spcPct val="150000"/>
              </a:lnSpc>
              <a:spcBef>
                <a:spcPct val="0"/>
              </a:spcBef>
              <a:spcAft>
                <a:spcPct val="0"/>
              </a:spcAft>
            </a:pPr>
            <a:r>
              <a:rPr lang="en-US" altLang="zh-CN" sz="1050">
                <a:solidFill>
                  <a:srgbClr val="FFFFFF">
                    <a:lumMod val="65000"/>
                  </a:srgbClr>
                </a:solidFill>
                <a:latin typeface="黑体" panose="02010609060101010101" charset="-122"/>
                <a:ea typeface="黑体" panose="02010609060101010101" charset="-122"/>
                <a:cs typeface="宋体" panose="02010600030101010101" pitchFamily="2" charset="-122"/>
                <a:sym typeface="+mn-ea"/>
              </a:rPr>
              <a:t>——</a:t>
            </a:r>
            <a:r>
              <a:rPr lang="zh-CN" altLang="en-US" sz="1050">
                <a:solidFill>
                  <a:srgbClr val="FFFFFF">
                    <a:lumMod val="65000"/>
                  </a:srgbClr>
                </a:solidFill>
                <a:latin typeface="黑体" panose="02010609060101010101" charset="-122"/>
                <a:ea typeface="黑体" panose="02010609060101010101" charset="-122"/>
                <a:cs typeface="宋体" panose="02010600030101010101" pitchFamily="2" charset="-122"/>
                <a:sym typeface="+mn-ea"/>
              </a:rPr>
              <a:t>想通过宣传画告诉大家什么？</a:t>
            </a:r>
          </a:p>
        </p:txBody>
      </p:sp>
    </p:spTree>
    <p:extLst>
      <p:ext uri="{BB962C8B-B14F-4D97-AF65-F5344CB8AC3E}">
        <p14:creationId xmlns:p14="http://schemas.microsoft.com/office/powerpoint/2010/main" val="138006390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650558" y="1699736"/>
            <a:ext cx="7843361" cy="3105000"/>
          </a:xfrm>
          <a:prstGeom prst="roundRect">
            <a:avLst/>
          </a:prstGeom>
          <a:solidFill>
            <a:srgbClr val="DAF9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57175" indent="-257175" defTabSz="685800" fontAlgn="base">
              <a:lnSpc>
                <a:spcPct val="150000"/>
              </a:lnSpc>
              <a:spcBef>
                <a:spcPct val="0"/>
              </a:spcBef>
              <a:spcAft>
                <a:spcPct val="0"/>
              </a:spcAft>
              <a:buFont typeface="Wingdings" panose="05000000000000000000" charset="0"/>
              <a:buChar char="l"/>
            </a:pPr>
            <a:r>
              <a:rPr lang="zh-CN" altLang="en-US">
                <a:solidFill>
                  <a:srgbClr val="2E867C"/>
                </a:solidFill>
                <a:latin typeface="黑体" panose="02010609060101010101" charset="-122"/>
                <a:ea typeface="黑体" panose="02010609060101010101" charset="-122"/>
              </a:rPr>
              <a:t>区域活动</a:t>
            </a:r>
          </a:p>
          <a:p>
            <a:pPr defTabSz="685800" fontAlgn="base">
              <a:lnSpc>
                <a:spcPct val="150000"/>
              </a:lnSpc>
              <a:spcBef>
                <a:spcPct val="0"/>
              </a:spcBef>
              <a:spcAft>
                <a:spcPct val="0"/>
              </a:spcAft>
            </a:pPr>
            <a:r>
              <a:rPr lang="en-US" altLang="zh-CN" sz="1500">
                <a:solidFill>
                  <a:srgbClr val="2E867C"/>
                </a:solidFill>
                <a:latin typeface="黑体" panose="02010609060101010101" charset="-122"/>
                <a:ea typeface="黑体" panose="02010609060101010101" charset="-122"/>
              </a:rPr>
              <a:t>在美工区，投放纸面教具及画笔、卡纸，鼓励幼儿继续创作水资源贴画/水资源宣传画。</a:t>
            </a:r>
          </a:p>
          <a:p>
            <a:pPr marL="257175" indent="-257175" defTabSz="685800" fontAlgn="base">
              <a:lnSpc>
                <a:spcPct val="150000"/>
              </a:lnSpc>
              <a:spcBef>
                <a:spcPct val="0"/>
              </a:spcBef>
              <a:spcAft>
                <a:spcPct val="0"/>
              </a:spcAft>
              <a:buFont typeface="Wingdings" panose="05000000000000000000" charset="0"/>
              <a:buChar char="l"/>
            </a:pPr>
            <a:r>
              <a:rPr lang="zh-CN" altLang="en-US">
                <a:solidFill>
                  <a:srgbClr val="2E867C"/>
                </a:solidFill>
                <a:latin typeface="黑体" panose="02010609060101010101" charset="-122"/>
                <a:ea typeface="黑体" panose="02010609060101010101" charset="-122"/>
              </a:rPr>
              <a:t>日常活动</a:t>
            </a:r>
          </a:p>
          <a:p>
            <a:pPr defTabSz="685800" fontAlgn="base">
              <a:lnSpc>
                <a:spcPct val="150000"/>
              </a:lnSpc>
              <a:spcBef>
                <a:spcPct val="0"/>
              </a:spcBef>
              <a:spcAft>
                <a:spcPct val="0"/>
              </a:spcAft>
            </a:pPr>
            <a:r>
              <a:rPr sz="1500">
                <a:solidFill>
                  <a:srgbClr val="2E867C"/>
                </a:solidFill>
                <a:latin typeface="黑体" panose="02010609060101010101" charset="-122"/>
                <a:ea typeface="黑体" panose="02010609060101010101" charset="-122"/>
                <a:sym typeface="+mn-ea"/>
              </a:rPr>
              <a:t>教师可以组织小班幼儿将水资源贴画粘贴在班级活动室及幼儿园需要提示节水的各个角落，</a:t>
            </a:r>
            <a:r>
              <a:rPr lang="zh-CN" altLang="en-US" sz="1500">
                <a:solidFill>
                  <a:srgbClr val="2E867C"/>
                </a:solidFill>
                <a:latin typeface="黑体" panose="02010609060101010101" charset="-122"/>
                <a:ea typeface="黑体" panose="02010609060101010101" charset="-122"/>
                <a:sym typeface="+mn-ea"/>
              </a:rPr>
              <a:t>鼓励</a:t>
            </a:r>
            <a:r>
              <a:rPr sz="1500">
                <a:solidFill>
                  <a:srgbClr val="2E867C"/>
                </a:solidFill>
                <a:latin typeface="黑体" panose="02010609060101010101" charset="-122"/>
                <a:ea typeface="黑体" panose="02010609060101010101" charset="-122"/>
                <a:sym typeface="+mn-ea"/>
              </a:rPr>
              <a:t>中大班幼儿借助水资源宣传画向大家宣传节水、护水。</a:t>
            </a:r>
          </a:p>
          <a:p>
            <a:pPr marL="257175" indent="-257175" defTabSz="685800" fontAlgn="base">
              <a:lnSpc>
                <a:spcPct val="150000"/>
              </a:lnSpc>
              <a:spcBef>
                <a:spcPct val="0"/>
              </a:spcBef>
              <a:spcAft>
                <a:spcPct val="0"/>
              </a:spcAft>
              <a:buFont typeface="Wingdings" panose="05000000000000000000" charset="0"/>
              <a:buChar char="l"/>
            </a:pPr>
            <a:r>
              <a:rPr lang="zh-CN" altLang="en-US">
                <a:solidFill>
                  <a:srgbClr val="2E867C"/>
                </a:solidFill>
                <a:latin typeface="黑体" panose="02010609060101010101" charset="-122"/>
                <a:ea typeface="黑体" panose="02010609060101010101" charset="-122"/>
              </a:rPr>
              <a:t>家园共育</a:t>
            </a:r>
          </a:p>
          <a:p>
            <a:pPr defTabSz="685800" fontAlgn="base">
              <a:lnSpc>
                <a:spcPct val="150000"/>
              </a:lnSpc>
              <a:spcBef>
                <a:spcPct val="0"/>
              </a:spcBef>
              <a:spcAft>
                <a:spcPct val="0"/>
              </a:spcAft>
            </a:pPr>
            <a:r>
              <a:rPr sz="1500">
                <a:solidFill>
                  <a:srgbClr val="2E867C"/>
                </a:solidFill>
                <a:latin typeface="黑体" panose="02010609060101010101" charset="-122"/>
                <a:ea typeface="黑体" panose="02010609060101010101" charset="-122"/>
              </a:rPr>
              <a:t>家长带领幼儿开展日常生活节水、护水行动，如和幼儿一起制定并实施节水计划表，利用周末与幼儿一同清理河道边的垃圾等。</a:t>
            </a:r>
          </a:p>
        </p:txBody>
      </p:sp>
      <p:sp>
        <p:nvSpPr>
          <p:cNvPr id="11265" name="标题 1"/>
          <p:cNvSpPr>
            <a:spLocks noGrp="1"/>
          </p:cNvSpPr>
          <p:nvPr>
            <p:ph type="title"/>
          </p:nvPr>
        </p:nvSpPr>
        <p:spPr>
          <a:xfrm>
            <a:off x="449580" y="842249"/>
            <a:ext cx="8229600" cy="857250"/>
          </a:xfrm>
        </p:spPr>
        <p:txBody>
          <a:bodyPr anchor="ctr"/>
          <a:lstStyle/>
          <a:p>
            <a:r>
              <a:rPr lang="zh-CN" altLang="en-US" sz="3600">
                <a:solidFill>
                  <a:srgbClr val="2E867C"/>
                </a:solidFill>
                <a:latin typeface="黑体" panose="02010609060101010101" charset="-122"/>
                <a:ea typeface="黑体" panose="02010609060101010101" charset="-122"/>
              </a:rPr>
              <a:t>活动延伸</a:t>
            </a:r>
          </a:p>
        </p:txBody>
      </p:sp>
      <p:sp>
        <p:nvSpPr>
          <p:cNvPr id="6" name="圆角矩形 5"/>
          <p:cNvSpPr/>
          <p:nvPr/>
        </p:nvSpPr>
        <p:spPr>
          <a:xfrm>
            <a:off x="271463" y="194787"/>
            <a:ext cx="1312545" cy="486251"/>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base">
              <a:spcBef>
                <a:spcPct val="0"/>
              </a:spcBef>
              <a:spcAft>
                <a:spcPct val="0"/>
              </a:spcAft>
            </a:pPr>
            <a:r>
              <a:rPr lang="zh-CN" altLang="en-US" sz="2400">
                <a:solidFill>
                  <a:srgbClr val="2D6B6F"/>
                </a:solidFill>
                <a:latin typeface="黑体" panose="02010609060101010101" charset="-122"/>
                <a:ea typeface="黑体" panose="02010609060101010101" charset="-122"/>
              </a:rPr>
              <a:t>备课页</a:t>
            </a:r>
          </a:p>
        </p:txBody>
      </p:sp>
      <p:sp>
        <p:nvSpPr>
          <p:cNvPr id="3" name="文本框 2"/>
          <p:cNvSpPr txBox="1"/>
          <p:nvPr/>
        </p:nvSpPr>
        <p:spPr>
          <a:xfrm>
            <a:off x="1652588" y="256699"/>
            <a:ext cx="3423761" cy="603050"/>
          </a:xfrm>
          <a:prstGeom prst="rect">
            <a:avLst/>
          </a:prstGeom>
          <a:noFill/>
        </p:spPr>
        <p:txBody>
          <a:bodyPr wrap="square" rtlCol="0">
            <a:spAutoFit/>
          </a:bodyPr>
          <a:lstStyle/>
          <a:p>
            <a:pPr algn="ctr" defTabSz="685800" fontAlgn="base">
              <a:lnSpc>
                <a:spcPct val="150000"/>
              </a:lnSpc>
              <a:spcBef>
                <a:spcPct val="0"/>
              </a:spcBef>
              <a:spcAft>
                <a:spcPct val="0"/>
              </a:spcAft>
            </a:pPr>
            <a:r>
              <a:rPr lang="zh-CN" altLang="zh-CN" sz="1200">
                <a:solidFill>
                  <a:srgbClr val="FFFFFF">
                    <a:lumMod val="65000"/>
                  </a:srgbClr>
                </a:solidFill>
                <a:latin typeface="黑体" panose="02010609060101010101" charset="-122"/>
                <a:ea typeface="黑体" panose="02010609060101010101" charset="-122"/>
                <a:cs typeface="黑体" panose="02010609060101010101" charset="-122"/>
                <a:sym typeface="+mn-ea"/>
              </a:rPr>
              <a:t>（本备课页仅供备课使用，授课前请删除或隐藏）</a:t>
            </a:r>
          </a:p>
        </p:txBody>
      </p:sp>
    </p:spTree>
    <p:extLst>
      <p:ext uri="{BB962C8B-B14F-4D97-AF65-F5344CB8AC3E}">
        <p14:creationId xmlns:p14="http://schemas.microsoft.com/office/powerpoint/2010/main" val="429061809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6F8EC"/>
        </a:solidFill>
        <a:effectLst/>
      </p:bgPr>
    </p:bg>
    <p:spTree>
      <p:nvGrpSpPr>
        <p:cNvPr id="1" name=""/>
        <p:cNvGrpSpPr/>
        <p:nvPr/>
      </p:nvGrpSpPr>
      <p:grpSpPr>
        <a:xfrm>
          <a:off x="0" y="0"/>
          <a:ext cx="0" cy="0"/>
          <a:chOff x="0" y="0"/>
          <a:chExt cx="0" cy="0"/>
        </a:xfrm>
      </p:grpSpPr>
      <p:sp>
        <p:nvSpPr>
          <p:cNvPr id="2" name="Rounded Rectangle 1"/>
          <p:cNvSpPr/>
          <p:nvPr/>
        </p:nvSpPr>
        <p:spPr>
          <a:xfrm>
            <a:off x="274320" y="137160"/>
            <a:ext cx="8595360" cy="502920"/>
          </a:xfrm>
          <a:prstGeom prst="round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64592"/>
            <a:ext cx="8412480" cy="457200"/>
          </a:xfrm>
          <a:prstGeom prst="rect">
            <a:avLst/>
          </a:prstGeom>
          <a:noFill/>
        </p:spPr>
        <p:txBody>
          <a:bodyPr wrap="square">
            <a:spAutoFit/>
          </a:bodyPr>
          <a:lstStyle/>
          <a:p>
            <a:r>
              <a:rPr sz="2000" b="1">
                <a:solidFill>
                  <a:srgbClr val="FFFFFF"/>
                </a:solidFill>
                <a:latin typeface="KaiTi"/>
              </a:rPr>
              <a:t>🎨 动 手 时 间!  Hands-On — 2 个 活 动</a:t>
            </a:r>
          </a:p>
        </p:txBody>
      </p:sp>
      <p:sp>
        <p:nvSpPr>
          <p:cNvPr id="4" name="Rounded Rectangle 3"/>
          <p:cNvSpPr/>
          <p:nvPr/>
        </p:nvSpPr>
        <p:spPr>
          <a:xfrm>
            <a:off x="457200" y="1005840"/>
            <a:ext cx="3931920" cy="3108960"/>
          </a:xfrm>
          <a:prstGeom prst="roundRect">
            <a:avLst/>
          </a:prstGeom>
          <a:solidFill>
            <a:srgbClr val="FFFFFF"/>
          </a:solidFill>
          <a:ln w="38100">
            <a:solidFill>
              <a:srgbClr val="0B5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234440"/>
            <a:ext cx="3566160" cy="731520"/>
          </a:xfrm>
          <a:prstGeom prst="rect">
            <a:avLst/>
          </a:prstGeom>
          <a:noFill/>
        </p:spPr>
        <p:txBody>
          <a:bodyPr wrap="square">
            <a:spAutoFit/>
          </a:bodyPr>
          <a:lstStyle/>
          <a:p>
            <a:pPr algn="ctr"/>
            <a:r>
              <a:rPr sz="1600" b="1">
                <a:solidFill>
                  <a:srgbClr val="0B5C8C"/>
                </a:solidFill>
                <a:latin typeface="KaiTi"/>
              </a:rPr>
              <a:t>PROJECT 1 · 海 洋 拼 贴 画</a:t>
            </a:r>
          </a:p>
        </p:txBody>
      </p:sp>
      <p:sp>
        <p:nvSpPr>
          <p:cNvPr id="6" name="TextBox 5"/>
          <p:cNvSpPr txBox="1"/>
          <p:nvPr/>
        </p:nvSpPr>
        <p:spPr>
          <a:xfrm>
            <a:off x="640080" y="2011680"/>
            <a:ext cx="3566160" cy="822960"/>
          </a:xfrm>
          <a:prstGeom prst="rect">
            <a:avLst/>
          </a:prstGeom>
          <a:noFill/>
        </p:spPr>
        <p:txBody>
          <a:bodyPr wrap="square">
            <a:spAutoFit/>
          </a:bodyPr>
          <a:lstStyle/>
          <a:p>
            <a:pPr algn="ctr"/>
            <a:r>
              <a:rPr sz="6800" b="0">
                <a:solidFill>
                  <a:srgbClr val="2C2C2C"/>
                </a:solidFill>
                <a:latin typeface="KaiTi"/>
              </a:rPr>
              <a:t>🖼️</a:t>
            </a:r>
          </a:p>
        </p:txBody>
      </p:sp>
      <p:sp>
        <p:nvSpPr>
          <p:cNvPr id="7" name="TextBox 6"/>
          <p:cNvSpPr txBox="1"/>
          <p:nvPr/>
        </p:nvSpPr>
        <p:spPr>
          <a:xfrm>
            <a:off x="640080" y="3200400"/>
            <a:ext cx="3566160" cy="731520"/>
          </a:xfrm>
          <a:prstGeom prst="rect">
            <a:avLst/>
          </a:prstGeom>
          <a:noFill/>
        </p:spPr>
        <p:txBody>
          <a:bodyPr wrap="square">
            <a:spAutoFit/>
          </a:bodyPr>
          <a:lstStyle/>
          <a:p>
            <a:pPr algn="ctr"/>
            <a:r>
              <a:rPr sz="1300" b="1">
                <a:solidFill>
                  <a:srgbClr val="2C2C2C"/>
                </a:solidFill>
                <a:latin typeface="KaiTi"/>
              </a:rPr>
              <a:t>用 回 收 材 料 拼 一 片 干 净 的 海 洋</a:t>
            </a:r>
          </a:p>
        </p:txBody>
      </p:sp>
      <p:sp>
        <p:nvSpPr>
          <p:cNvPr id="8" name="Rounded Rectangle 7"/>
          <p:cNvSpPr/>
          <p:nvPr/>
        </p:nvSpPr>
        <p:spPr>
          <a:xfrm>
            <a:off x="4754880" y="1005840"/>
            <a:ext cx="3931920" cy="3108960"/>
          </a:xfrm>
          <a:prstGeom prst="roundRect">
            <a:avLst/>
          </a:prstGeom>
          <a:solidFill>
            <a:srgbClr val="FFFFFF"/>
          </a:solidFill>
          <a:ln w="38100">
            <a:solidFill>
              <a:srgbClr val="2A9D8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937760" y="1234440"/>
            <a:ext cx="3566160" cy="731520"/>
          </a:xfrm>
          <a:prstGeom prst="rect">
            <a:avLst/>
          </a:prstGeom>
          <a:noFill/>
        </p:spPr>
        <p:txBody>
          <a:bodyPr wrap="square">
            <a:spAutoFit/>
          </a:bodyPr>
          <a:lstStyle/>
          <a:p>
            <a:pPr algn="ctr"/>
            <a:r>
              <a:rPr sz="1600" b="1">
                <a:solidFill>
                  <a:srgbClr val="2A9D8F"/>
                </a:solidFill>
                <a:latin typeface="KaiTi"/>
              </a:rPr>
              <a:t>PROJECT 2 · 装 饰 环 保 袋</a:t>
            </a:r>
          </a:p>
        </p:txBody>
      </p:sp>
      <p:sp>
        <p:nvSpPr>
          <p:cNvPr id="10" name="TextBox 9"/>
          <p:cNvSpPr txBox="1"/>
          <p:nvPr/>
        </p:nvSpPr>
        <p:spPr>
          <a:xfrm>
            <a:off x="4937760" y="2011680"/>
            <a:ext cx="3566160" cy="822960"/>
          </a:xfrm>
          <a:prstGeom prst="rect">
            <a:avLst/>
          </a:prstGeom>
          <a:noFill/>
        </p:spPr>
        <p:txBody>
          <a:bodyPr wrap="square">
            <a:spAutoFit/>
          </a:bodyPr>
          <a:lstStyle/>
          <a:p>
            <a:pPr algn="ctr"/>
            <a:r>
              <a:rPr sz="6800" b="0">
                <a:solidFill>
                  <a:srgbClr val="2C2C2C"/>
                </a:solidFill>
                <a:latin typeface="KaiTi"/>
              </a:rPr>
              <a:t>🛍️</a:t>
            </a:r>
          </a:p>
        </p:txBody>
      </p:sp>
      <p:sp>
        <p:nvSpPr>
          <p:cNvPr id="11" name="TextBox 10"/>
          <p:cNvSpPr txBox="1"/>
          <p:nvPr/>
        </p:nvSpPr>
        <p:spPr>
          <a:xfrm>
            <a:off x="4937760" y="3200400"/>
            <a:ext cx="3566160" cy="731520"/>
          </a:xfrm>
          <a:prstGeom prst="rect">
            <a:avLst/>
          </a:prstGeom>
          <a:noFill/>
        </p:spPr>
        <p:txBody>
          <a:bodyPr wrap="square">
            <a:spAutoFit/>
          </a:bodyPr>
          <a:lstStyle/>
          <a:p>
            <a:pPr algn="ctr"/>
            <a:r>
              <a:rPr sz="1300" b="1">
                <a:solidFill>
                  <a:srgbClr val="2C2C2C"/>
                </a:solidFill>
                <a:latin typeface="KaiTi"/>
              </a:rPr>
              <a:t>装 饰 布 袋 + 写 保 护 海 洋 的 承 诺</a:t>
            </a:r>
          </a:p>
        </p:txBody>
      </p:sp>
      <p:sp>
        <p:nvSpPr>
          <p:cNvPr id="12" name="TextBox 11"/>
          <p:cNvSpPr txBox="1"/>
          <p:nvPr/>
        </p:nvSpPr>
        <p:spPr>
          <a:xfrm>
            <a:off x="8412480" y="192024"/>
            <a:ext cx="457200" cy="310896"/>
          </a:xfrm>
          <a:prstGeom prst="rect">
            <a:avLst/>
          </a:prstGeom>
          <a:noFill/>
        </p:spPr>
        <p:txBody>
          <a:bodyPr wrap="square">
            <a:spAutoFit/>
          </a:bodyPr>
          <a:lstStyle/>
          <a:p>
            <a:pPr algn="r"/>
            <a:r>
              <a:rPr sz="1200" b="1">
                <a:solidFill>
                  <a:srgbClr val="FFFFFF"/>
                </a:solidFill>
                <a:latin typeface="KaiTi"/>
              </a:rPr>
              <a:t>49</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6F8EC"/>
        </a:solidFill>
        <a:effectLst/>
      </p:bgPr>
    </p:bg>
    <p:spTree>
      <p:nvGrpSpPr>
        <p:cNvPr id="1" name=""/>
        <p:cNvGrpSpPr/>
        <p:nvPr/>
      </p:nvGrpSpPr>
      <p:grpSpPr>
        <a:xfrm>
          <a:off x="0" y="0"/>
          <a:ext cx="0" cy="0"/>
          <a:chOff x="0" y="0"/>
          <a:chExt cx="0" cy="0"/>
        </a:xfrm>
      </p:grpSpPr>
      <p:sp>
        <p:nvSpPr>
          <p:cNvPr id="2" name="Rounded Rectangle 1"/>
          <p:cNvSpPr/>
          <p:nvPr/>
        </p:nvSpPr>
        <p:spPr>
          <a:xfrm>
            <a:off x="274320" y="137160"/>
            <a:ext cx="8595360" cy="502920"/>
          </a:xfrm>
          <a:prstGeom prst="roundRect">
            <a:avLst/>
          </a:prstGeom>
          <a:solidFill>
            <a:srgbClr val="0B5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64592"/>
            <a:ext cx="8412480" cy="457200"/>
          </a:xfrm>
          <a:prstGeom prst="rect">
            <a:avLst/>
          </a:prstGeom>
          <a:noFill/>
        </p:spPr>
        <p:txBody>
          <a:bodyPr wrap="square">
            <a:spAutoFit/>
          </a:bodyPr>
          <a:lstStyle/>
          <a:p>
            <a:r>
              <a:rPr sz="2000" b="1">
                <a:solidFill>
                  <a:srgbClr val="FFFFFF"/>
                </a:solidFill>
                <a:latin typeface="KaiTi"/>
              </a:rPr>
              <a:t>🖼️ Project 1: 海 洋 拼 贴 画  Ocean Collage</a:t>
            </a:r>
          </a:p>
        </p:txBody>
      </p:sp>
      <p:sp>
        <p:nvSpPr>
          <p:cNvPr id="4" name="Rounded Rectangle 3"/>
          <p:cNvSpPr/>
          <p:nvPr/>
        </p:nvSpPr>
        <p:spPr>
          <a:xfrm>
            <a:off x="365760" y="868680"/>
            <a:ext cx="4114800" cy="457200"/>
          </a:xfrm>
          <a:prstGeom prst="roundRect">
            <a:avLst/>
          </a:prstGeom>
          <a:solidFill>
            <a:srgbClr val="0B5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932688"/>
            <a:ext cx="3840480" cy="365760"/>
          </a:xfrm>
          <a:prstGeom prst="rect">
            <a:avLst/>
          </a:prstGeom>
          <a:noFill/>
        </p:spPr>
        <p:txBody>
          <a:bodyPr wrap="square">
            <a:spAutoFit/>
          </a:bodyPr>
          <a:lstStyle/>
          <a:p>
            <a:r>
              <a:rPr sz="1400" b="1">
                <a:solidFill>
                  <a:srgbClr val="FFFFFF"/>
                </a:solidFill>
                <a:latin typeface="KaiTi"/>
              </a:rPr>
              <a:t>🧺 材 料  Materials</a:t>
            </a:r>
          </a:p>
        </p:txBody>
      </p:sp>
      <p:sp>
        <p:nvSpPr>
          <p:cNvPr id="6" name="TextBox 5"/>
          <p:cNvSpPr txBox="1"/>
          <p:nvPr/>
        </p:nvSpPr>
        <p:spPr>
          <a:xfrm>
            <a:off x="502920" y="1417320"/>
            <a:ext cx="3840480" cy="365760"/>
          </a:xfrm>
          <a:prstGeom prst="rect">
            <a:avLst/>
          </a:prstGeom>
          <a:noFill/>
        </p:spPr>
        <p:txBody>
          <a:bodyPr wrap="square">
            <a:spAutoFit/>
          </a:bodyPr>
          <a:lstStyle/>
          <a:p>
            <a:r>
              <a:rPr sz="1300" b="1">
                <a:solidFill>
                  <a:srgbClr val="2C2C2C"/>
                </a:solidFill>
                <a:latin typeface="KaiTi"/>
              </a:rPr>
              <a:t>🟦 蓝 纸 (海 水)</a:t>
            </a:r>
          </a:p>
        </p:txBody>
      </p:sp>
      <p:sp>
        <p:nvSpPr>
          <p:cNvPr id="7" name="TextBox 6"/>
          <p:cNvSpPr txBox="1"/>
          <p:nvPr/>
        </p:nvSpPr>
        <p:spPr>
          <a:xfrm>
            <a:off x="502920" y="1874519"/>
            <a:ext cx="3840480" cy="365760"/>
          </a:xfrm>
          <a:prstGeom prst="rect">
            <a:avLst/>
          </a:prstGeom>
          <a:noFill/>
        </p:spPr>
        <p:txBody>
          <a:bodyPr wrap="square">
            <a:spAutoFit/>
          </a:bodyPr>
          <a:lstStyle/>
          <a:p>
            <a:r>
              <a:rPr sz="1300" b="1">
                <a:solidFill>
                  <a:srgbClr val="2C2C2C"/>
                </a:solidFill>
                <a:latin typeface="KaiTi"/>
              </a:rPr>
              <a:t>🐟 彩 纸 (鱼)</a:t>
            </a:r>
          </a:p>
        </p:txBody>
      </p:sp>
      <p:sp>
        <p:nvSpPr>
          <p:cNvPr id="8" name="TextBox 7"/>
          <p:cNvSpPr txBox="1"/>
          <p:nvPr/>
        </p:nvSpPr>
        <p:spPr>
          <a:xfrm>
            <a:off x="502920" y="2331720"/>
            <a:ext cx="3840480" cy="365760"/>
          </a:xfrm>
          <a:prstGeom prst="rect">
            <a:avLst/>
          </a:prstGeom>
          <a:noFill/>
        </p:spPr>
        <p:txBody>
          <a:bodyPr wrap="square">
            <a:spAutoFit/>
          </a:bodyPr>
          <a:lstStyle/>
          <a:p>
            <a:r>
              <a:rPr sz="1300" b="1">
                <a:solidFill>
                  <a:srgbClr val="2C2C2C"/>
                </a:solidFill>
                <a:latin typeface="KaiTi"/>
              </a:rPr>
              <a:t>♻️ 干 净 塑 料 片</a:t>
            </a:r>
          </a:p>
        </p:txBody>
      </p:sp>
      <p:sp>
        <p:nvSpPr>
          <p:cNvPr id="9" name="TextBox 8"/>
          <p:cNvSpPr txBox="1"/>
          <p:nvPr/>
        </p:nvSpPr>
        <p:spPr>
          <a:xfrm>
            <a:off x="502920" y="2788920"/>
            <a:ext cx="3840480" cy="365760"/>
          </a:xfrm>
          <a:prstGeom prst="rect">
            <a:avLst/>
          </a:prstGeom>
          <a:noFill/>
        </p:spPr>
        <p:txBody>
          <a:bodyPr wrap="square">
            <a:spAutoFit/>
          </a:bodyPr>
          <a:lstStyle/>
          <a:p>
            <a:r>
              <a:rPr sz="1300" b="1">
                <a:solidFill>
                  <a:srgbClr val="2C2C2C"/>
                </a:solidFill>
                <a:latin typeface="KaiTi"/>
              </a:rPr>
              <a:t>🍃 树 叶</a:t>
            </a:r>
          </a:p>
        </p:txBody>
      </p:sp>
      <p:sp>
        <p:nvSpPr>
          <p:cNvPr id="10" name="TextBox 9"/>
          <p:cNvSpPr txBox="1"/>
          <p:nvPr/>
        </p:nvSpPr>
        <p:spPr>
          <a:xfrm>
            <a:off x="502920" y="3246120"/>
            <a:ext cx="3840480" cy="365760"/>
          </a:xfrm>
          <a:prstGeom prst="rect">
            <a:avLst/>
          </a:prstGeom>
          <a:noFill/>
        </p:spPr>
        <p:txBody>
          <a:bodyPr wrap="square">
            <a:spAutoFit/>
          </a:bodyPr>
          <a:lstStyle/>
          <a:p>
            <a:r>
              <a:rPr sz="1300" b="1">
                <a:solidFill>
                  <a:srgbClr val="2C2C2C"/>
                </a:solidFill>
                <a:latin typeface="KaiTi"/>
              </a:rPr>
              <a:t>🖊️ 胶 水</a:t>
            </a:r>
          </a:p>
        </p:txBody>
      </p:sp>
      <p:sp>
        <p:nvSpPr>
          <p:cNvPr id="11" name="Rounded Rectangle 10"/>
          <p:cNvSpPr/>
          <p:nvPr/>
        </p:nvSpPr>
        <p:spPr>
          <a:xfrm>
            <a:off x="4663440" y="868680"/>
            <a:ext cx="4114800" cy="457200"/>
          </a:xfrm>
          <a:prstGeom prst="round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800600" y="932688"/>
            <a:ext cx="3840480" cy="365760"/>
          </a:xfrm>
          <a:prstGeom prst="rect">
            <a:avLst/>
          </a:prstGeom>
          <a:noFill/>
        </p:spPr>
        <p:txBody>
          <a:bodyPr wrap="square">
            <a:spAutoFit/>
          </a:bodyPr>
          <a:lstStyle/>
          <a:p>
            <a:r>
              <a:rPr sz="1400" b="1">
                <a:solidFill>
                  <a:srgbClr val="FFFFFF"/>
                </a:solidFill>
                <a:latin typeface="KaiTi"/>
              </a:rPr>
              <a:t>👉 做 法  Steps</a:t>
            </a:r>
          </a:p>
        </p:txBody>
      </p:sp>
      <p:sp>
        <p:nvSpPr>
          <p:cNvPr id="13" name="TextBox 12"/>
          <p:cNvSpPr txBox="1"/>
          <p:nvPr/>
        </p:nvSpPr>
        <p:spPr>
          <a:xfrm>
            <a:off x="4800600" y="1417320"/>
            <a:ext cx="3931920" cy="411480"/>
          </a:xfrm>
          <a:prstGeom prst="rect">
            <a:avLst/>
          </a:prstGeom>
          <a:noFill/>
        </p:spPr>
        <p:txBody>
          <a:bodyPr wrap="square">
            <a:spAutoFit/>
          </a:bodyPr>
          <a:lstStyle/>
          <a:p>
            <a:r>
              <a:rPr sz="1300" b="1">
                <a:solidFill>
                  <a:srgbClr val="2C2C2C"/>
                </a:solidFill>
                <a:latin typeface="KaiTi"/>
              </a:rPr>
              <a:t>1️⃣ 想 一 片 干 净 的 海 洋</a:t>
            </a:r>
          </a:p>
        </p:txBody>
      </p:sp>
      <p:sp>
        <p:nvSpPr>
          <p:cNvPr id="14" name="TextBox 13"/>
          <p:cNvSpPr txBox="1"/>
          <p:nvPr/>
        </p:nvSpPr>
        <p:spPr>
          <a:xfrm>
            <a:off x="4800600" y="1920240"/>
            <a:ext cx="3931920" cy="411480"/>
          </a:xfrm>
          <a:prstGeom prst="rect">
            <a:avLst/>
          </a:prstGeom>
          <a:noFill/>
        </p:spPr>
        <p:txBody>
          <a:bodyPr wrap="square">
            <a:spAutoFit/>
          </a:bodyPr>
          <a:lstStyle/>
          <a:p>
            <a:r>
              <a:rPr sz="1300" b="1">
                <a:solidFill>
                  <a:srgbClr val="2C2C2C"/>
                </a:solidFill>
                <a:latin typeface="KaiTi"/>
              </a:rPr>
              <a:t>2️⃣ 用 材 料 拼 出 海 和 动 物</a:t>
            </a:r>
          </a:p>
        </p:txBody>
      </p:sp>
      <p:sp>
        <p:nvSpPr>
          <p:cNvPr id="15" name="TextBox 14"/>
          <p:cNvSpPr txBox="1"/>
          <p:nvPr/>
        </p:nvSpPr>
        <p:spPr>
          <a:xfrm>
            <a:off x="4800600" y="2423160"/>
            <a:ext cx="3931920" cy="411480"/>
          </a:xfrm>
          <a:prstGeom prst="rect">
            <a:avLst/>
          </a:prstGeom>
          <a:noFill/>
        </p:spPr>
        <p:txBody>
          <a:bodyPr wrap="square">
            <a:spAutoFit/>
          </a:bodyPr>
          <a:lstStyle/>
          <a:p>
            <a:r>
              <a:rPr sz="1300" b="1">
                <a:solidFill>
                  <a:srgbClr val="2C2C2C"/>
                </a:solidFill>
                <a:latin typeface="KaiTi"/>
              </a:rPr>
              <a:t>3️⃣ 贴 牢, 晾 一 下</a:t>
            </a:r>
          </a:p>
        </p:txBody>
      </p:sp>
      <p:sp>
        <p:nvSpPr>
          <p:cNvPr id="16" name="TextBox 15"/>
          <p:cNvSpPr txBox="1"/>
          <p:nvPr/>
        </p:nvSpPr>
        <p:spPr>
          <a:xfrm>
            <a:off x="4800600" y="2926080"/>
            <a:ext cx="3931920" cy="411480"/>
          </a:xfrm>
          <a:prstGeom prst="rect">
            <a:avLst/>
          </a:prstGeom>
          <a:noFill/>
        </p:spPr>
        <p:txBody>
          <a:bodyPr wrap="square">
            <a:spAutoFit/>
          </a:bodyPr>
          <a:lstStyle/>
          <a:p>
            <a:r>
              <a:rPr sz="1300" b="1">
                <a:solidFill>
                  <a:srgbClr val="2C2C2C"/>
                </a:solidFill>
                <a:latin typeface="KaiTi"/>
              </a:rPr>
              <a:t>4️⃣ 介 绍 我 的 作 品</a:t>
            </a:r>
          </a:p>
        </p:txBody>
      </p:sp>
      <p:sp>
        <p:nvSpPr>
          <p:cNvPr id="17" name="Rounded Rectangle 16"/>
          <p:cNvSpPr/>
          <p:nvPr/>
        </p:nvSpPr>
        <p:spPr>
          <a:xfrm>
            <a:off x="274320" y="4297680"/>
            <a:ext cx="8595360" cy="502920"/>
          </a:xfrm>
          <a:prstGeom prst="roundRect">
            <a:avLst/>
          </a:prstGeom>
          <a:solidFill>
            <a:srgbClr val="0F1A3A"/>
          </a:solidFill>
          <a:ln w="25400">
            <a:solidFill>
              <a:srgbClr val="F5C2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65760" y="4343400"/>
            <a:ext cx="8412480" cy="256032"/>
          </a:xfrm>
          <a:prstGeom prst="rect">
            <a:avLst/>
          </a:prstGeom>
          <a:noFill/>
        </p:spPr>
        <p:txBody>
          <a:bodyPr wrap="square">
            <a:spAutoFit/>
          </a:bodyPr>
          <a:lstStyle/>
          <a:p>
            <a:pPr algn="ctr"/>
            <a:r>
              <a:rPr sz="1200" b="1">
                <a:solidFill>
                  <a:srgbClr val="F5C242"/>
                </a:solidFill>
                <a:latin typeface="KaiTi"/>
              </a:rPr>
              <a:t>💬 句 型: 这 是 干 净 的 海 洋, 有 ______。</a:t>
            </a:r>
          </a:p>
        </p:txBody>
      </p:sp>
      <p:sp>
        <p:nvSpPr>
          <p:cNvPr id="19" name="TextBox 18"/>
          <p:cNvSpPr txBox="1"/>
          <p:nvPr/>
        </p:nvSpPr>
        <p:spPr>
          <a:xfrm>
            <a:off x="365760" y="4599432"/>
            <a:ext cx="8412480" cy="201168"/>
          </a:xfrm>
          <a:prstGeom prst="rect">
            <a:avLst/>
          </a:prstGeom>
          <a:noFill/>
        </p:spPr>
        <p:txBody>
          <a:bodyPr wrap="square">
            <a:spAutoFit/>
          </a:bodyPr>
          <a:lstStyle/>
          <a:p>
            <a:pPr algn="ctr"/>
            <a:r>
              <a:rPr sz="900" b="0">
                <a:solidFill>
                  <a:srgbClr val="FFF3E0"/>
                </a:solidFill>
                <a:latin typeface="KaiTi"/>
              </a:rPr>
              <a:t>This is a clean ocean with ___.</a:t>
            </a:r>
          </a:p>
        </p:txBody>
      </p:sp>
      <p:sp>
        <p:nvSpPr>
          <p:cNvPr id="20" name="TextBox 19"/>
          <p:cNvSpPr txBox="1"/>
          <p:nvPr/>
        </p:nvSpPr>
        <p:spPr>
          <a:xfrm>
            <a:off x="8412480" y="192024"/>
            <a:ext cx="457200" cy="310896"/>
          </a:xfrm>
          <a:prstGeom prst="rect">
            <a:avLst/>
          </a:prstGeom>
          <a:noFill/>
        </p:spPr>
        <p:txBody>
          <a:bodyPr wrap="square">
            <a:spAutoFit/>
          </a:bodyPr>
          <a:lstStyle/>
          <a:p>
            <a:pPr algn="r"/>
            <a:r>
              <a:rPr sz="1200" b="1">
                <a:solidFill>
                  <a:srgbClr val="FFFFFF"/>
                </a:solidFill>
                <a:latin typeface="KaiTi"/>
              </a:rPr>
              <a:t>50</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6F8EC"/>
        </a:solidFill>
        <a:effectLst/>
      </p:bgPr>
    </p:bg>
    <p:spTree>
      <p:nvGrpSpPr>
        <p:cNvPr id="1" name=""/>
        <p:cNvGrpSpPr/>
        <p:nvPr/>
      </p:nvGrpSpPr>
      <p:grpSpPr>
        <a:xfrm>
          <a:off x="0" y="0"/>
          <a:ext cx="0" cy="0"/>
          <a:chOff x="0" y="0"/>
          <a:chExt cx="0" cy="0"/>
        </a:xfrm>
      </p:grpSpPr>
      <p:sp>
        <p:nvSpPr>
          <p:cNvPr id="2" name="Rounded Rectangle 1"/>
          <p:cNvSpPr/>
          <p:nvPr/>
        </p:nvSpPr>
        <p:spPr>
          <a:xfrm>
            <a:off x="274320" y="137160"/>
            <a:ext cx="8595360" cy="502920"/>
          </a:xfrm>
          <a:prstGeom prst="roundRect">
            <a:avLst/>
          </a:prstGeom>
          <a:solidFill>
            <a:srgbClr val="0B5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64592"/>
            <a:ext cx="8412480" cy="457200"/>
          </a:xfrm>
          <a:prstGeom prst="rect">
            <a:avLst/>
          </a:prstGeom>
          <a:noFill/>
        </p:spPr>
        <p:txBody>
          <a:bodyPr wrap="square">
            <a:spAutoFit/>
          </a:bodyPr>
          <a:lstStyle/>
          <a:p>
            <a:r>
              <a:rPr sz="2000" b="1">
                <a:solidFill>
                  <a:srgbClr val="FFFFFF"/>
                </a:solidFill>
                <a:latin typeface="KaiTi"/>
              </a:rPr>
              <a:t>🖼️ Project 1 · 参 考 作 品  Examples</a:t>
            </a:r>
          </a:p>
        </p:txBody>
      </p:sp>
      <p:sp>
        <p:nvSpPr>
          <p:cNvPr id="4" name="Rectangle 3"/>
          <p:cNvSpPr/>
          <p:nvPr/>
        </p:nvSpPr>
        <p:spPr>
          <a:xfrm>
            <a:off x="411480" y="896112"/>
            <a:ext cx="2587752" cy="1737360"/>
          </a:xfrm>
          <a:prstGeom prst="rect">
            <a:avLst/>
          </a:prstGeom>
          <a:solidFill>
            <a:srgbClr val="E8EEE0"/>
          </a:solidFill>
          <a:ln w="25400">
            <a:solidFill>
              <a:srgbClr val="0B5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80" y="987552"/>
            <a:ext cx="2587752" cy="256032"/>
          </a:xfrm>
          <a:prstGeom prst="rect">
            <a:avLst/>
          </a:prstGeom>
          <a:noFill/>
        </p:spPr>
        <p:txBody>
          <a:bodyPr wrap="square">
            <a:spAutoFit/>
          </a:bodyPr>
          <a:lstStyle/>
          <a:p>
            <a:pPr algn="ctr"/>
            <a:r>
              <a:rPr sz="1000" b="1">
                <a:solidFill>
                  <a:srgbClr val="0B5C8C"/>
                </a:solidFill>
                <a:latin typeface="KaiTi"/>
              </a:rPr>
              <a:t>📷 真 实 照 片 · Real Photo</a:t>
            </a:r>
          </a:p>
        </p:txBody>
      </p:sp>
      <p:sp>
        <p:nvSpPr>
          <p:cNvPr id="6" name="TextBox 5"/>
          <p:cNvSpPr txBox="1"/>
          <p:nvPr/>
        </p:nvSpPr>
        <p:spPr>
          <a:xfrm>
            <a:off x="411480" y="1490472"/>
            <a:ext cx="2587752" cy="292608"/>
          </a:xfrm>
          <a:prstGeom prst="rect">
            <a:avLst/>
          </a:prstGeom>
          <a:noFill/>
        </p:spPr>
        <p:txBody>
          <a:bodyPr wrap="square">
            <a:spAutoFit/>
          </a:bodyPr>
          <a:lstStyle/>
          <a:p>
            <a:pPr algn="ctr"/>
            <a:r>
              <a:rPr sz="1200" b="1">
                <a:solidFill>
                  <a:srgbClr val="0B5C8C"/>
                </a:solidFill>
                <a:latin typeface="KaiTi"/>
              </a:rPr>
              <a:t>👇 在 这 里 插 入</a:t>
            </a:r>
          </a:p>
        </p:txBody>
      </p:sp>
      <p:sp>
        <p:nvSpPr>
          <p:cNvPr id="7" name="TextBox 6"/>
          <p:cNvSpPr txBox="1"/>
          <p:nvPr/>
        </p:nvSpPr>
        <p:spPr>
          <a:xfrm>
            <a:off x="502920" y="1856231"/>
            <a:ext cx="2404872" cy="502920"/>
          </a:xfrm>
          <a:prstGeom prst="rect">
            <a:avLst/>
          </a:prstGeom>
          <a:noFill/>
        </p:spPr>
        <p:txBody>
          <a:bodyPr wrap="square">
            <a:spAutoFit/>
          </a:bodyPr>
          <a:lstStyle/>
          <a:p>
            <a:pPr algn="ctr"/>
            <a:r>
              <a:rPr sz="1100" b="1">
                <a:solidFill>
                  <a:srgbClr val="2C2C2C"/>
                </a:solidFill>
                <a:latin typeface="KaiTi"/>
              </a:rPr>
              <a:t>海 洋 拼 贴 参 考</a:t>
            </a:r>
          </a:p>
        </p:txBody>
      </p:sp>
      <p:sp>
        <p:nvSpPr>
          <p:cNvPr id="8" name="TextBox 7"/>
          <p:cNvSpPr txBox="1"/>
          <p:nvPr/>
        </p:nvSpPr>
        <p:spPr>
          <a:xfrm>
            <a:off x="502920" y="2359152"/>
            <a:ext cx="2404872" cy="292608"/>
          </a:xfrm>
          <a:prstGeom prst="rect">
            <a:avLst/>
          </a:prstGeom>
          <a:noFill/>
        </p:spPr>
        <p:txBody>
          <a:bodyPr wrap="square">
            <a:spAutoFit/>
          </a:bodyPr>
          <a:lstStyle/>
          <a:p>
            <a:pPr algn="ctr"/>
            <a:r>
              <a:rPr sz="900" b="0">
                <a:solidFill>
                  <a:srgbClr val="888888"/>
                </a:solidFill>
                <a:latin typeface="KaiTi"/>
              </a:rPr>
              <a:t>collage example</a:t>
            </a:r>
          </a:p>
        </p:txBody>
      </p:sp>
      <p:sp>
        <p:nvSpPr>
          <p:cNvPr id="9" name="Rectangle 8"/>
          <p:cNvSpPr/>
          <p:nvPr/>
        </p:nvSpPr>
        <p:spPr>
          <a:xfrm>
            <a:off x="3273552" y="896112"/>
            <a:ext cx="2587752" cy="1737360"/>
          </a:xfrm>
          <a:prstGeom prst="rect">
            <a:avLst/>
          </a:prstGeom>
          <a:solidFill>
            <a:srgbClr val="E8EEE0"/>
          </a:solidFill>
          <a:ln w="25400">
            <a:solidFill>
              <a:srgbClr val="0B5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273552" y="987552"/>
            <a:ext cx="2587752" cy="256032"/>
          </a:xfrm>
          <a:prstGeom prst="rect">
            <a:avLst/>
          </a:prstGeom>
          <a:noFill/>
        </p:spPr>
        <p:txBody>
          <a:bodyPr wrap="square">
            <a:spAutoFit/>
          </a:bodyPr>
          <a:lstStyle/>
          <a:p>
            <a:pPr algn="ctr"/>
            <a:r>
              <a:rPr sz="1000" b="1">
                <a:solidFill>
                  <a:srgbClr val="0B5C8C"/>
                </a:solidFill>
                <a:latin typeface="KaiTi"/>
              </a:rPr>
              <a:t>📷 真 实 照 片 · Real Photo</a:t>
            </a:r>
          </a:p>
        </p:txBody>
      </p:sp>
      <p:sp>
        <p:nvSpPr>
          <p:cNvPr id="11" name="TextBox 10"/>
          <p:cNvSpPr txBox="1"/>
          <p:nvPr/>
        </p:nvSpPr>
        <p:spPr>
          <a:xfrm>
            <a:off x="3273552" y="1490472"/>
            <a:ext cx="2587752" cy="292608"/>
          </a:xfrm>
          <a:prstGeom prst="rect">
            <a:avLst/>
          </a:prstGeom>
          <a:noFill/>
        </p:spPr>
        <p:txBody>
          <a:bodyPr wrap="square">
            <a:spAutoFit/>
          </a:bodyPr>
          <a:lstStyle/>
          <a:p>
            <a:pPr algn="ctr"/>
            <a:r>
              <a:rPr sz="1200" b="1">
                <a:solidFill>
                  <a:srgbClr val="0B5C8C"/>
                </a:solidFill>
                <a:latin typeface="KaiTi"/>
              </a:rPr>
              <a:t>👇 在 这 里 插 入</a:t>
            </a:r>
          </a:p>
        </p:txBody>
      </p:sp>
      <p:sp>
        <p:nvSpPr>
          <p:cNvPr id="12" name="TextBox 11"/>
          <p:cNvSpPr txBox="1"/>
          <p:nvPr/>
        </p:nvSpPr>
        <p:spPr>
          <a:xfrm>
            <a:off x="3364992" y="1856231"/>
            <a:ext cx="2404872" cy="502920"/>
          </a:xfrm>
          <a:prstGeom prst="rect">
            <a:avLst/>
          </a:prstGeom>
          <a:noFill/>
        </p:spPr>
        <p:txBody>
          <a:bodyPr wrap="square">
            <a:spAutoFit/>
          </a:bodyPr>
          <a:lstStyle/>
          <a:p>
            <a:pPr algn="ctr"/>
            <a:r>
              <a:rPr sz="1100" b="1">
                <a:solidFill>
                  <a:srgbClr val="2C2C2C"/>
                </a:solidFill>
                <a:latin typeface="KaiTi"/>
              </a:rPr>
              <a:t>海 洋 拼 贴 参 考</a:t>
            </a:r>
          </a:p>
        </p:txBody>
      </p:sp>
      <p:sp>
        <p:nvSpPr>
          <p:cNvPr id="13" name="TextBox 12"/>
          <p:cNvSpPr txBox="1"/>
          <p:nvPr/>
        </p:nvSpPr>
        <p:spPr>
          <a:xfrm>
            <a:off x="3364992" y="2359152"/>
            <a:ext cx="2404872" cy="292608"/>
          </a:xfrm>
          <a:prstGeom prst="rect">
            <a:avLst/>
          </a:prstGeom>
          <a:noFill/>
        </p:spPr>
        <p:txBody>
          <a:bodyPr wrap="square">
            <a:spAutoFit/>
          </a:bodyPr>
          <a:lstStyle/>
          <a:p>
            <a:pPr algn="ctr"/>
            <a:r>
              <a:rPr sz="900" b="0">
                <a:solidFill>
                  <a:srgbClr val="888888"/>
                </a:solidFill>
                <a:latin typeface="KaiTi"/>
              </a:rPr>
              <a:t>collage example</a:t>
            </a:r>
          </a:p>
        </p:txBody>
      </p:sp>
      <p:sp>
        <p:nvSpPr>
          <p:cNvPr id="14" name="Rectangle 13"/>
          <p:cNvSpPr/>
          <p:nvPr/>
        </p:nvSpPr>
        <p:spPr>
          <a:xfrm>
            <a:off x="6135624" y="896112"/>
            <a:ext cx="2587752" cy="1737360"/>
          </a:xfrm>
          <a:prstGeom prst="rect">
            <a:avLst/>
          </a:prstGeom>
          <a:solidFill>
            <a:srgbClr val="E8EEE0"/>
          </a:solidFill>
          <a:ln w="25400">
            <a:solidFill>
              <a:srgbClr val="0B5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135624" y="987552"/>
            <a:ext cx="2587752" cy="256032"/>
          </a:xfrm>
          <a:prstGeom prst="rect">
            <a:avLst/>
          </a:prstGeom>
          <a:noFill/>
        </p:spPr>
        <p:txBody>
          <a:bodyPr wrap="square">
            <a:spAutoFit/>
          </a:bodyPr>
          <a:lstStyle/>
          <a:p>
            <a:pPr algn="ctr"/>
            <a:r>
              <a:rPr sz="1000" b="1">
                <a:solidFill>
                  <a:srgbClr val="0B5C8C"/>
                </a:solidFill>
                <a:latin typeface="KaiTi"/>
              </a:rPr>
              <a:t>📷 真 实 照 片 · Real Photo</a:t>
            </a:r>
          </a:p>
        </p:txBody>
      </p:sp>
      <p:sp>
        <p:nvSpPr>
          <p:cNvPr id="16" name="TextBox 15"/>
          <p:cNvSpPr txBox="1"/>
          <p:nvPr/>
        </p:nvSpPr>
        <p:spPr>
          <a:xfrm>
            <a:off x="6135624" y="1490472"/>
            <a:ext cx="2587752" cy="292608"/>
          </a:xfrm>
          <a:prstGeom prst="rect">
            <a:avLst/>
          </a:prstGeom>
          <a:noFill/>
        </p:spPr>
        <p:txBody>
          <a:bodyPr wrap="square">
            <a:spAutoFit/>
          </a:bodyPr>
          <a:lstStyle/>
          <a:p>
            <a:pPr algn="ctr"/>
            <a:r>
              <a:rPr sz="1200" b="1">
                <a:solidFill>
                  <a:srgbClr val="0B5C8C"/>
                </a:solidFill>
                <a:latin typeface="KaiTi"/>
              </a:rPr>
              <a:t>👇 在 这 里 插 入</a:t>
            </a:r>
          </a:p>
        </p:txBody>
      </p:sp>
      <p:sp>
        <p:nvSpPr>
          <p:cNvPr id="17" name="TextBox 16"/>
          <p:cNvSpPr txBox="1"/>
          <p:nvPr/>
        </p:nvSpPr>
        <p:spPr>
          <a:xfrm>
            <a:off x="6227064" y="1856231"/>
            <a:ext cx="2404872" cy="502920"/>
          </a:xfrm>
          <a:prstGeom prst="rect">
            <a:avLst/>
          </a:prstGeom>
          <a:noFill/>
        </p:spPr>
        <p:txBody>
          <a:bodyPr wrap="square">
            <a:spAutoFit/>
          </a:bodyPr>
          <a:lstStyle/>
          <a:p>
            <a:pPr algn="ctr"/>
            <a:r>
              <a:rPr sz="1100" b="1">
                <a:solidFill>
                  <a:srgbClr val="2C2C2C"/>
                </a:solidFill>
                <a:latin typeface="KaiTi"/>
              </a:rPr>
              <a:t>海 洋 拼 贴 参 考</a:t>
            </a:r>
          </a:p>
        </p:txBody>
      </p:sp>
      <p:sp>
        <p:nvSpPr>
          <p:cNvPr id="18" name="TextBox 17"/>
          <p:cNvSpPr txBox="1"/>
          <p:nvPr/>
        </p:nvSpPr>
        <p:spPr>
          <a:xfrm>
            <a:off x="6227064" y="2359152"/>
            <a:ext cx="2404872" cy="292608"/>
          </a:xfrm>
          <a:prstGeom prst="rect">
            <a:avLst/>
          </a:prstGeom>
          <a:noFill/>
        </p:spPr>
        <p:txBody>
          <a:bodyPr wrap="square">
            <a:spAutoFit/>
          </a:bodyPr>
          <a:lstStyle/>
          <a:p>
            <a:pPr algn="ctr"/>
            <a:r>
              <a:rPr sz="900" b="0">
                <a:solidFill>
                  <a:srgbClr val="888888"/>
                </a:solidFill>
                <a:latin typeface="KaiTi"/>
              </a:rPr>
              <a:t>collage example</a:t>
            </a:r>
          </a:p>
        </p:txBody>
      </p:sp>
      <p:sp>
        <p:nvSpPr>
          <p:cNvPr id="19" name="Rectangle 18"/>
          <p:cNvSpPr/>
          <p:nvPr/>
        </p:nvSpPr>
        <p:spPr>
          <a:xfrm>
            <a:off x="411480" y="2907792"/>
            <a:ext cx="2587752" cy="1737360"/>
          </a:xfrm>
          <a:prstGeom prst="rect">
            <a:avLst/>
          </a:prstGeom>
          <a:solidFill>
            <a:srgbClr val="E8EEE0"/>
          </a:solidFill>
          <a:ln w="25400">
            <a:solidFill>
              <a:srgbClr val="0B5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11480" y="2999232"/>
            <a:ext cx="2587752" cy="256032"/>
          </a:xfrm>
          <a:prstGeom prst="rect">
            <a:avLst/>
          </a:prstGeom>
          <a:noFill/>
        </p:spPr>
        <p:txBody>
          <a:bodyPr wrap="square">
            <a:spAutoFit/>
          </a:bodyPr>
          <a:lstStyle/>
          <a:p>
            <a:pPr algn="ctr"/>
            <a:r>
              <a:rPr sz="1000" b="1">
                <a:solidFill>
                  <a:srgbClr val="0B5C8C"/>
                </a:solidFill>
                <a:latin typeface="KaiTi"/>
              </a:rPr>
              <a:t>📷 真 实 照 片 · Real Photo</a:t>
            </a:r>
          </a:p>
        </p:txBody>
      </p:sp>
      <p:sp>
        <p:nvSpPr>
          <p:cNvPr id="21" name="TextBox 20"/>
          <p:cNvSpPr txBox="1"/>
          <p:nvPr/>
        </p:nvSpPr>
        <p:spPr>
          <a:xfrm>
            <a:off x="411480" y="3502152"/>
            <a:ext cx="2587752" cy="292608"/>
          </a:xfrm>
          <a:prstGeom prst="rect">
            <a:avLst/>
          </a:prstGeom>
          <a:noFill/>
        </p:spPr>
        <p:txBody>
          <a:bodyPr wrap="square">
            <a:spAutoFit/>
          </a:bodyPr>
          <a:lstStyle/>
          <a:p>
            <a:pPr algn="ctr"/>
            <a:r>
              <a:rPr sz="1200" b="1">
                <a:solidFill>
                  <a:srgbClr val="0B5C8C"/>
                </a:solidFill>
                <a:latin typeface="KaiTi"/>
              </a:rPr>
              <a:t>👇 在 这 里 插 入</a:t>
            </a:r>
          </a:p>
        </p:txBody>
      </p:sp>
      <p:sp>
        <p:nvSpPr>
          <p:cNvPr id="22" name="TextBox 21"/>
          <p:cNvSpPr txBox="1"/>
          <p:nvPr/>
        </p:nvSpPr>
        <p:spPr>
          <a:xfrm>
            <a:off x="502920" y="3867912"/>
            <a:ext cx="2404872" cy="502920"/>
          </a:xfrm>
          <a:prstGeom prst="rect">
            <a:avLst/>
          </a:prstGeom>
          <a:noFill/>
        </p:spPr>
        <p:txBody>
          <a:bodyPr wrap="square">
            <a:spAutoFit/>
          </a:bodyPr>
          <a:lstStyle/>
          <a:p>
            <a:pPr algn="ctr"/>
            <a:r>
              <a:rPr sz="1100" b="1">
                <a:solidFill>
                  <a:srgbClr val="2C2C2C"/>
                </a:solidFill>
                <a:latin typeface="KaiTi"/>
              </a:rPr>
              <a:t>海 洋 拼 贴 参 考</a:t>
            </a:r>
          </a:p>
        </p:txBody>
      </p:sp>
      <p:sp>
        <p:nvSpPr>
          <p:cNvPr id="23" name="TextBox 22"/>
          <p:cNvSpPr txBox="1"/>
          <p:nvPr/>
        </p:nvSpPr>
        <p:spPr>
          <a:xfrm>
            <a:off x="502920" y="4370832"/>
            <a:ext cx="2404872" cy="292608"/>
          </a:xfrm>
          <a:prstGeom prst="rect">
            <a:avLst/>
          </a:prstGeom>
          <a:noFill/>
        </p:spPr>
        <p:txBody>
          <a:bodyPr wrap="square">
            <a:spAutoFit/>
          </a:bodyPr>
          <a:lstStyle/>
          <a:p>
            <a:pPr algn="ctr"/>
            <a:r>
              <a:rPr sz="900" b="0">
                <a:solidFill>
                  <a:srgbClr val="888888"/>
                </a:solidFill>
                <a:latin typeface="KaiTi"/>
              </a:rPr>
              <a:t>collage example</a:t>
            </a:r>
          </a:p>
        </p:txBody>
      </p:sp>
      <p:sp>
        <p:nvSpPr>
          <p:cNvPr id="24" name="Rectangle 23"/>
          <p:cNvSpPr/>
          <p:nvPr/>
        </p:nvSpPr>
        <p:spPr>
          <a:xfrm>
            <a:off x="3273552" y="2907792"/>
            <a:ext cx="2587752" cy="1737360"/>
          </a:xfrm>
          <a:prstGeom prst="rect">
            <a:avLst/>
          </a:prstGeom>
          <a:solidFill>
            <a:srgbClr val="E8EEE0"/>
          </a:solidFill>
          <a:ln w="25400">
            <a:solidFill>
              <a:srgbClr val="0B5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273552" y="2999232"/>
            <a:ext cx="2587752" cy="256032"/>
          </a:xfrm>
          <a:prstGeom prst="rect">
            <a:avLst/>
          </a:prstGeom>
          <a:noFill/>
        </p:spPr>
        <p:txBody>
          <a:bodyPr wrap="square">
            <a:spAutoFit/>
          </a:bodyPr>
          <a:lstStyle/>
          <a:p>
            <a:pPr algn="ctr"/>
            <a:r>
              <a:rPr sz="1000" b="1">
                <a:solidFill>
                  <a:srgbClr val="0B5C8C"/>
                </a:solidFill>
                <a:latin typeface="KaiTi"/>
              </a:rPr>
              <a:t>📷 真 实 照 片 · Real Photo</a:t>
            </a:r>
          </a:p>
        </p:txBody>
      </p:sp>
      <p:sp>
        <p:nvSpPr>
          <p:cNvPr id="26" name="TextBox 25"/>
          <p:cNvSpPr txBox="1"/>
          <p:nvPr/>
        </p:nvSpPr>
        <p:spPr>
          <a:xfrm>
            <a:off x="3273552" y="3502152"/>
            <a:ext cx="2587752" cy="292608"/>
          </a:xfrm>
          <a:prstGeom prst="rect">
            <a:avLst/>
          </a:prstGeom>
          <a:noFill/>
        </p:spPr>
        <p:txBody>
          <a:bodyPr wrap="square">
            <a:spAutoFit/>
          </a:bodyPr>
          <a:lstStyle/>
          <a:p>
            <a:pPr algn="ctr"/>
            <a:r>
              <a:rPr sz="1200" b="1">
                <a:solidFill>
                  <a:srgbClr val="0B5C8C"/>
                </a:solidFill>
                <a:latin typeface="KaiTi"/>
              </a:rPr>
              <a:t>👇 在 这 里 插 入</a:t>
            </a:r>
          </a:p>
        </p:txBody>
      </p:sp>
      <p:sp>
        <p:nvSpPr>
          <p:cNvPr id="27" name="TextBox 26"/>
          <p:cNvSpPr txBox="1"/>
          <p:nvPr/>
        </p:nvSpPr>
        <p:spPr>
          <a:xfrm>
            <a:off x="3364992" y="3867912"/>
            <a:ext cx="2404872" cy="502920"/>
          </a:xfrm>
          <a:prstGeom prst="rect">
            <a:avLst/>
          </a:prstGeom>
          <a:noFill/>
        </p:spPr>
        <p:txBody>
          <a:bodyPr wrap="square">
            <a:spAutoFit/>
          </a:bodyPr>
          <a:lstStyle/>
          <a:p>
            <a:pPr algn="ctr"/>
            <a:r>
              <a:rPr sz="1100" b="1">
                <a:solidFill>
                  <a:srgbClr val="2C2C2C"/>
                </a:solidFill>
                <a:latin typeface="KaiTi"/>
              </a:rPr>
              <a:t>海 洋 拼 贴 参 考</a:t>
            </a:r>
          </a:p>
        </p:txBody>
      </p:sp>
      <p:sp>
        <p:nvSpPr>
          <p:cNvPr id="28" name="TextBox 27"/>
          <p:cNvSpPr txBox="1"/>
          <p:nvPr/>
        </p:nvSpPr>
        <p:spPr>
          <a:xfrm>
            <a:off x="3364992" y="4370832"/>
            <a:ext cx="2404872" cy="292608"/>
          </a:xfrm>
          <a:prstGeom prst="rect">
            <a:avLst/>
          </a:prstGeom>
          <a:noFill/>
        </p:spPr>
        <p:txBody>
          <a:bodyPr wrap="square">
            <a:spAutoFit/>
          </a:bodyPr>
          <a:lstStyle/>
          <a:p>
            <a:pPr algn="ctr"/>
            <a:r>
              <a:rPr sz="900" b="0">
                <a:solidFill>
                  <a:srgbClr val="888888"/>
                </a:solidFill>
                <a:latin typeface="KaiTi"/>
              </a:rPr>
              <a:t>collage example</a:t>
            </a:r>
          </a:p>
        </p:txBody>
      </p:sp>
      <p:sp>
        <p:nvSpPr>
          <p:cNvPr id="29" name="Rectangle 28"/>
          <p:cNvSpPr/>
          <p:nvPr/>
        </p:nvSpPr>
        <p:spPr>
          <a:xfrm>
            <a:off x="6135624" y="2907792"/>
            <a:ext cx="2587752" cy="1737360"/>
          </a:xfrm>
          <a:prstGeom prst="rect">
            <a:avLst/>
          </a:prstGeom>
          <a:solidFill>
            <a:srgbClr val="E8EEE0"/>
          </a:solidFill>
          <a:ln w="25400">
            <a:solidFill>
              <a:srgbClr val="0B5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135624" y="2999232"/>
            <a:ext cx="2587752" cy="256032"/>
          </a:xfrm>
          <a:prstGeom prst="rect">
            <a:avLst/>
          </a:prstGeom>
          <a:noFill/>
        </p:spPr>
        <p:txBody>
          <a:bodyPr wrap="square">
            <a:spAutoFit/>
          </a:bodyPr>
          <a:lstStyle/>
          <a:p>
            <a:pPr algn="ctr"/>
            <a:r>
              <a:rPr sz="1000" b="1">
                <a:solidFill>
                  <a:srgbClr val="0B5C8C"/>
                </a:solidFill>
                <a:latin typeface="KaiTi"/>
              </a:rPr>
              <a:t>📷 真 实 照 片 · Real Photo</a:t>
            </a:r>
          </a:p>
        </p:txBody>
      </p:sp>
      <p:sp>
        <p:nvSpPr>
          <p:cNvPr id="31" name="TextBox 30"/>
          <p:cNvSpPr txBox="1"/>
          <p:nvPr/>
        </p:nvSpPr>
        <p:spPr>
          <a:xfrm>
            <a:off x="6135624" y="3502152"/>
            <a:ext cx="2587752" cy="292608"/>
          </a:xfrm>
          <a:prstGeom prst="rect">
            <a:avLst/>
          </a:prstGeom>
          <a:noFill/>
        </p:spPr>
        <p:txBody>
          <a:bodyPr wrap="square">
            <a:spAutoFit/>
          </a:bodyPr>
          <a:lstStyle/>
          <a:p>
            <a:pPr algn="ctr"/>
            <a:r>
              <a:rPr sz="1200" b="1">
                <a:solidFill>
                  <a:srgbClr val="0B5C8C"/>
                </a:solidFill>
                <a:latin typeface="KaiTi"/>
              </a:rPr>
              <a:t>👇 在 这 里 插 入</a:t>
            </a:r>
          </a:p>
        </p:txBody>
      </p:sp>
      <p:sp>
        <p:nvSpPr>
          <p:cNvPr id="32" name="TextBox 31"/>
          <p:cNvSpPr txBox="1"/>
          <p:nvPr/>
        </p:nvSpPr>
        <p:spPr>
          <a:xfrm>
            <a:off x="6227064" y="3867912"/>
            <a:ext cx="2404872" cy="502920"/>
          </a:xfrm>
          <a:prstGeom prst="rect">
            <a:avLst/>
          </a:prstGeom>
          <a:noFill/>
        </p:spPr>
        <p:txBody>
          <a:bodyPr wrap="square">
            <a:spAutoFit/>
          </a:bodyPr>
          <a:lstStyle/>
          <a:p>
            <a:pPr algn="ctr"/>
            <a:r>
              <a:rPr sz="1100" b="1">
                <a:solidFill>
                  <a:srgbClr val="2C2C2C"/>
                </a:solidFill>
                <a:latin typeface="KaiTi"/>
              </a:rPr>
              <a:t>海 洋 拼 贴 参 考</a:t>
            </a:r>
          </a:p>
        </p:txBody>
      </p:sp>
      <p:sp>
        <p:nvSpPr>
          <p:cNvPr id="33" name="TextBox 32"/>
          <p:cNvSpPr txBox="1"/>
          <p:nvPr/>
        </p:nvSpPr>
        <p:spPr>
          <a:xfrm>
            <a:off x="6227064" y="4370832"/>
            <a:ext cx="2404872" cy="292608"/>
          </a:xfrm>
          <a:prstGeom prst="rect">
            <a:avLst/>
          </a:prstGeom>
          <a:noFill/>
        </p:spPr>
        <p:txBody>
          <a:bodyPr wrap="square">
            <a:spAutoFit/>
          </a:bodyPr>
          <a:lstStyle/>
          <a:p>
            <a:pPr algn="ctr"/>
            <a:r>
              <a:rPr sz="900" b="0">
                <a:solidFill>
                  <a:srgbClr val="888888"/>
                </a:solidFill>
                <a:latin typeface="KaiTi"/>
              </a:rPr>
              <a:t>collage example</a:t>
            </a:r>
          </a:p>
        </p:txBody>
      </p:sp>
      <p:sp>
        <p:nvSpPr>
          <p:cNvPr id="34" name="TextBox 33"/>
          <p:cNvSpPr txBox="1"/>
          <p:nvPr/>
        </p:nvSpPr>
        <p:spPr>
          <a:xfrm>
            <a:off x="8412480" y="192024"/>
            <a:ext cx="457200" cy="310896"/>
          </a:xfrm>
          <a:prstGeom prst="rect">
            <a:avLst/>
          </a:prstGeom>
          <a:noFill/>
        </p:spPr>
        <p:txBody>
          <a:bodyPr wrap="square">
            <a:spAutoFit/>
          </a:bodyPr>
          <a:lstStyle/>
          <a:p>
            <a:pPr algn="r"/>
            <a:r>
              <a:rPr sz="1200" b="1">
                <a:solidFill>
                  <a:srgbClr val="FFFFFF"/>
                </a:solidFill>
                <a:latin typeface="KaiTi"/>
              </a:rPr>
              <a:t>51</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6F8EC"/>
        </a:solidFill>
        <a:effectLst/>
      </p:bgPr>
    </p:bg>
    <p:spTree>
      <p:nvGrpSpPr>
        <p:cNvPr id="1" name=""/>
        <p:cNvGrpSpPr/>
        <p:nvPr/>
      </p:nvGrpSpPr>
      <p:grpSpPr>
        <a:xfrm>
          <a:off x="0" y="0"/>
          <a:ext cx="0" cy="0"/>
          <a:chOff x="0" y="0"/>
          <a:chExt cx="0" cy="0"/>
        </a:xfrm>
      </p:grpSpPr>
      <p:sp>
        <p:nvSpPr>
          <p:cNvPr id="2" name="Rounded Rectangle 1"/>
          <p:cNvSpPr/>
          <p:nvPr/>
        </p:nvSpPr>
        <p:spPr>
          <a:xfrm>
            <a:off x="274320" y="137160"/>
            <a:ext cx="8595360" cy="502920"/>
          </a:xfrm>
          <a:prstGeom prst="round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64592"/>
            <a:ext cx="8412480" cy="457200"/>
          </a:xfrm>
          <a:prstGeom prst="rect">
            <a:avLst/>
          </a:prstGeom>
          <a:noFill/>
        </p:spPr>
        <p:txBody>
          <a:bodyPr wrap="square">
            <a:spAutoFit/>
          </a:bodyPr>
          <a:lstStyle/>
          <a:p>
            <a:r>
              <a:rPr sz="2000" b="1">
                <a:solidFill>
                  <a:srgbClr val="FFFFFF"/>
                </a:solidFill>
                <a:latin typeface="KaiTi"/>
              </a:rPr>
              <a:t>🛍️ Project 2: 装 饰 环 保 袋 + 承 诺</a:t>
            </a:r>
          </a:p>
        </p:txBody>
      </p:sp>
      <p:sp>
        <p:nvSpPr>
          <p:cNvPr id="4" name="Rounded Rectangle 3"/>
          <p:cNvSpPr/>
          <p:nvPr/>
        </p:nvSpPr>
        <p:spPr>
          <a:xfrm>
            <a:off x="365760" y="868680"/>
            <a:ext cx="4114800" cy="457200"/>
          </a:xfrm>
          <a:prstGeom prst="round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932688"/>
            <a:ext cx="3840480" cy="365760"/>
          </a:xfrm>
          <a:prstGeom prst="rect">
            <a:avLst/>
          </a:prstGeom>
          <a:noFill/>
        </p:spPr>
        <p:txBody>
          <a:bodyPr wrap="square">
            <a:spAutoFit/>
          </a:bodyPr>
          <a:lstStyle/>
          <a:p>
            <a:r>
              <a:rPr sz="1400" b="1">
                <a:solidFill>
                  <a:srgbClr val="FFFFFF"/>
                </a:solidFill>
                <a:latin typeface="KaiTi"/>
              </a:rPr>
              <a:t>🧺 材 料 + 做 法  Materials + Steps</a:t>
            </a:r>
          </a:p>
        </p:txBody>
      </p:sp>
      <p:sp>
        <p:nvSpPr>
          <p:cNvPr id="6" name="TextBox 5"/>
          <p:cNvSpPr txBox="1"/>
          <p:nvPr/>
        </p:nvSpPr>
        <p:spPr>
          <a:xfrm>
            <a:off x="502920" y="1417320"/>
            <a:ext cx="3840480" cy="411480"/>
          </a:xfrm>
          <a:prstGeom prst="rect">
            <a:avLst/>
          </a:prstGeom>
          <a:noFill/>
        </p:spPr>
        <p:txBody>
          <a:bodyPr wrap="square">
            <a:spAutoFit/>
          </a:bodyPr>
          <a:lstStyle/>
          <a:p>
            <a:r>
              <a:rPr sz="1300" b="1">
                <a:solidFill>
                  <a:srgbClr val="2C2C2C"/>
                </a:solidFill>
                <a:latin typeface="KaiTi"/>
              </a:rPr>
              <a:t>🛍️ 一 个 布 袋</a:t>
            </a:r>
          </a:p>
        </p:txBody>
      </p:sp>
      <p:sp>
        <p:nvSpPr>
          <p:cNvPr id="7" name="TextBox 6"/>
          <p:cNvSpPr txBox="1"/>
          <p:nvPr/>
        </p:nvSpPr>
        <p:spPr>
          <a:xfrm>
            <a:off x="502920" y="1920240"/>
            <a:ext cx="3840480" cy="411480"/>
          </a:xfrm>
          <a:prstGeom prst="rect">
            <a:avLst/>
          </a:prstGeom>
          <a:noFill/>
        </p:spPr>
        <p:txBody>
          <a:bodyPr wrap="square">
            <a:spAutoFit/>
          </a:bodyPr>
          <a:lstStyle/>
          <a:p>
            <a:r>
              <a:rPr sz="1300" b="1">
                <a:solidFill>
                  <a:srgbClr val="2C2C2C"/>
                </a:solidFill>
                <a:latin typeface="KaiTi"/>
              </a:rPr>
              <a:t>🖍️ 彩 笔 / 贴 纸</a:t>
            </a:r>
          </a:p>
        </p:txBody>
      </p:sp>
      <p:sp>
        <p:nvSpPr>
          <p:cNvPr id="8" name="TextBox 7"/>
          <p:cNvSpPr txBox="1"/>
          <p:nvPr/>
        </p:nvSpPr>
        <p:spPr>
          <a:xfrm>
            <a:off x="502920" y="2423160"/>
            <a:ext cx="3840480" cy="411480"/>
          </a:xfrm>
          <a:prstGeom prst="rect">
            <a:avLst/>
          </a:prstGeom>
          <a:noFill/>
        </p:spPr>
        <p:txBody>
          <a:bodyPr wrap="square">
            <a:spAutoFit/>
          </a:bodyPr>
          <a:lstStyle/>
          <a:p>
            <a:r>
              <a:rPr sz="1300" b="1">
                <a:solidFill>
                  <a:srgbClr val="2C2C2C"/>
                </a:solidFill>
                <a:latin typeface="KaiTi"/>
              </a:rPr>
              <a:t>1️⃣ 画 海 洋 动 物</a:t>
            </a:r>
          </a:p>
        </p:txBody>
      </p:sp>
      <p:sp>
        <p:nvSpPr>
          <p:cNvPr id="9" name="TextBox 8"/>
          <p:cNvSpPr txBox="1"/>
          <p:nvPr/>
        </p:nvSpPr>
        <p:spPr>
          <a:xfrm>
            <a:off x="502920" y="2926080"/>
            <a:ext cx="3840480" cy="411480"/>
          </a:xfrm>
          <a:prstGeom prst="rect">
            <a:avLst/>
          </a:prstGeom>
          <a:noFill/>
        </p:spPr>
        <p:txBody>
          <a:bodyPr wrap="square">
            <a:spAutoFit/>
          </a:bodyPr>
          <a:lstStyle/>
          <a:p>
            <a:r>
              <a:rPr sz="1300" b="1">
                <a:solidFill>
                  <a:srgbClr val="2C2C2C"/>
                </a:solidFill>
                <a:latin typeface="KaiTi"/>
              </a:rPr>
              <a:t>2️⃣ 写 一 句 承 诺</a:t>
            </a:r>
          </a:p>
        </p:txBody>
      </p:sp>
      <p:sp>
        <p:nvSpPr>
          <p:cNvPr id="10" name="TextBox 9"/>
          <p:cNvSpPr txBox="1"/>
          <p:nvPr/>
        </p:nvSpPr>
        <p:spPr>
          <a:xfrm>
            <a:off x="502920" y="3429000"/>
            <a:ext cx="3840480" cy="411480"/>
          </a:xfrm>
          <a:prstGeom prst="rect">
            <a:avLst/>
          </a:prstGeom>
          <a:noFill/>
        </p:spPr>
        <p:txBody>
          <a:bodyPr wrap="square">
            <a:spAutoFit/>
          </a:bodyPr>
          <a:lstStyle/>
          <a:p>
            <a:r>
              <a:rPr sz="1300" b="1">
                <a:solidFill>
                  <a:srgbClr val="2C2C2C"/>
                </a:solidFill>
                <a:latin typeface="KaiTi"/>
              </a:rPr>
              <a:t>3️⃣ 贴 到 承 诺 墙</a:t>
            </a:r>
          </a:p>
        </p:txBody>
      </p:sp>
      <p:sp>
        <p:nvSpPr>
          <p:cNvPr id="11" name="Rounded Rectangle 10"/>
          <p:cNvSpPr/>
          <p:nvPr/>
        </p:nvSpPr>
        <p:spPr>
          <a:xfrm>
            <a:off x="4663440" y="868680"/>
            <a:ext cx="4114800" cy="3017520"/>
          </a:xfrm>
          <a:prstGeom prst="roundRect">
            <a:avLst/>
          </a:prstGeom>
          <a:solidFill>
            <a:srgbClr val="FFF3E0"/>
          </a:solidFill>
          <a:ln w="31750">
            <a:solidFill>
              <a:srgbClr val="2A9D8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663440" y="1417320"/>
            <a:ext cx="4114800" cy="1280160"/>
          </a:xfrm>
          <a:prstGeom prst="rect">
            <a:avLst/>
          </a:prstGeom>
          <a:noFill/>
        </p:spPr>
        <p:txBody>
          <a:bodyPr wrap="square">
            <a:spAutoFit/>
          </a:bodyPr>
          <a:lstStyle/>
          <a:p>
            <a:pPr algn="ctr"/>
            <a:r>
              <a:rPr sz="6800" b="0">
                <a:solidFill>
                  <a:srgbClr val="2C2C2C"/>
                </a:solidFill>
                <a:latin typeface="KaiTi"/>
              </a:rPr>
              <a:t>🛍️🌊</a:t>
            </a:r>
          </a:p>
        </p:txBody>
      </p:sp>
      <p:sp>
        <p:nvSpPr>
          <p:cNvPr id="13" name="TextBox 12"/>
          <p:cNvSpPr txBox="1"/>
          <p:nvPr/>
        </p:nvSpPr>
        <p:spPr>
          <a:xfrm>
            <a:off x="4754880" y="2926080"/>
            <a:ext cx="3931920" cy="731520"/>
          </a:xfrm>
          <a:prstGeom prst="rect">
            <a:avLst/>
          </a:prstGeom>
          <a:noFill/>
        </p:spPr>
        <p:txBody>
          <a:bodyPr wrap="square">
            <a:spAutoFit/>
          </a:bodyPr>
          <a:lstStyle/>
          <a:p>
            <a:pPr algn="ctr"/>
            <a:r>
              <a:rPr sz="1500" b="1">
                <a:solidFill>
                  <a:srgbClr val="2A9D8F"/>
                </a:solidFill>
                <a:latin typeface="KaiTi"/>
              </a:rPr>
              <a:t>我 的 布 袋, 我 天 天 用!</a:t>
            </a:r>
          </a:p>
        </p:txBody>
      </p:sp>
      <p:sp>
        <p:nvSpPr>
          <p:cNvPr id="14" name="Rounded Rectangle 13"/>
          <p:cNvSpPr/>
          <p:nvPr/>
        </p:nvSpPr>
        <p:spPr>
          <a:xfrm>
            <a:off x="274320" y="4297680"/>
            <a:ext cx="8595360" cy="502920"/>
          </a:xfrm>
          <a:prstGeom prst="roundRect">
            <a:avLst/>
          </a:prstGeom>
          <a:solidFill>
            <a:srgbClr val="0F1A3A"/>
          </a:solidFill>
          <a:ln w="25400">
            <a:solidFill>
              <a:srgbClr val="F5C2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5760" y="4343400"/>
            <a:ext cx="8412480" cy="256032"/>
          </a:xfrm>
          <a:prstGeom prst="rect">
            <a:avLst/>
          </a:prstGeom>
          <a:noFill/>
        </p:spPr>
        <p:txBody>
          <a:bodyPr wrap="square">
            <a:spAutoFit/>
          </a:bodyPr>
          <a:lstStyle/>
          <a:p>
            <a:pPr algn="ctr"/>
            <a:r>
              <a:rPr sz="1200" b="1">
                <a:solidFill>
                  <a:srgbClr val="F5C242"/>
                </a:solidFill>
                <a:latin typeface="KaiTi"/>
              </a:rPr>
              <a:t>💬 句 型: 我 是 海 洋 小 卫 士, 我 可 以 ______。</a:t>
            </a:r>
          </a:p>
        </p:txBody>
      </p:sp>
      <p:sp>
        <p:nvSpPr>
          <p:cNvPr id="16" name="TextBox 15"/>
          <p:cNvSpPr txBox="1"/>
          <p:nvPr/>
        </p:nvSpPr>
        <p:spPr>
          <a:xfrm>
            <a:off x="365760" y="4599432"/>
            <a:ext cx="8412480" cy="201168"/>
          </a:xfrm>
          <a:prstGeom prst="rect">
            <a:avLst/>
          </a:prstGeom>
          <a:noFill/>
        </p:spPr>
        <p:txBody>
          <a:bodyPr wrap="square">
            <a:spAutoFit/>
          </a:bodyPr>
          <a:lstStyle/>
          <a:p>
            <a:pPr algn="ctr"/>
            <a:r>
              <a:rPr sz="900" b="0">
                <a:solidFill>
                  <a:srgbClr val="FFF3E0"/>
                </a:solidFill>
                <a:latin typeface="KaiTi"/>
              </a:rPr>
              <a:t>I'm an Ocean Guardian. I can ___.</a:t>
            </a:r>
          </a:p>
        </p:txBody>
      </p:sp>
      <p:sp>
        <p:nvSpPr>
          <p:cNvPr id="17" name="TextBox 16"/>
          <p:cNvSpPr txBox="1"/>
          <p:nvPr/>
        </p:nvSpPr>
        <p:spPr>
          <a:xfrm>
            <a:off x="8412480" y="192024"/>
            <a:ext cx="457200" cy="310896"/>
          </a:xfrm>
          <a:prstGeom prst="rect">
            <a:avLst/>
          </a:prstGeom>
          <a:noFill/>
        </p:spPr>
        <p:txBody>
          <a:bodyPr wrap="square">
            <a:spAutoFit/>
          </a:bodyPr>
          <a:lstStyle/>
          <a:p>
            <a:pPr algn="r"/>
            <a:r>
              <a:rPr sz="1200" b="1">
                <a:solidFill>
                  <a:srgbClr val="FFFFFF"/>
                </a:solidFill>
                <a:latin typeface="KaiTi"/>
              </a:rPr>
              <a:t>52</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6F8EC"/>
        </a:solidFill>
        <a:effectLst/>
      </p:bgPr>
    </p:bg>
    <p:spTree>
      <p:nvGrpSpPr>
        <p:cNvPr id="1" name=""/>
        <p:cNvGrpSpPr/>
        <p:nvPr/>
      </p:nvGrpSpPr>
      <p:grpSpPr>
        <a:xfrm>
          <a:off x="0" y="0"/>
          <a:ext cx="0" cy="0"/>
          <a:chOff x="0" y="0"/>
          <a:chExt cx="0" cy="0"/>
        </a:xfrm>
      </p:grpSpPr>
      <p:sp>
        <p:nvSpPr>
          <p:cNvPr id="2" name="Rounded Rectangle 1"/>
          <p:cNvSpPr/>
          <p:nvPr/>
        </p:nvSpPr>
        <p:spPr>
          <a:xfrm>
            <a:off x="274320" y="137160"/>
            <a:ext cx="8595360" cy="502920"/>
          </a:xfrm>
          <a:prstGeom prst="roundRect">
            <a:avLst/>
          </a:prstGeom>
          <a:solidFill>
            <a:srgbClr val="0B5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64592"/>
            <a:ext cx="8412480" cy="457200"/>
          </a:xfrm>
          <a:prstGeom prst="rect">
            <a:avLst/>
          </a:prstGeom>
          <a:noFill/>
        </p:spPr>
        <p:txBody>
          <a:bodyPr wrap="square">
            <a:spAutoFit/>
          </a:bodyPr>
          <a:lstStyle/>
          <a:p>
            <a:r>
              <a:rPr sz="2000" b="1">
                <a:solidFill>
                  <a:srgbClr val="FFFFFF"/>
                </a:solidFill>
                <a:latin typeface="KaiTi"/>
              </a:rPr>
              <a:t>🏅 Day 3 海 洋 小 卫 士 徽 章  Ocean Guardian Badge</a:t>
            </a:r>
          </a:p>
        </p:txBody>
      </p:sp>
      <p:sp>
        <p:nvSpPr>
          <p:cNvPr id="4" name="Oval 3"/>
          <p:cNvSpPr/>
          <p:nvPr/>
        </p:nvSpPr>
        <p:spPr>
          <a:xfrm>
            <a:off x="2926080" y="868680"/>
            <a:ext cx="3291840" cy="2743200"/>
          </a:xfrm>
          <a:prstGeom prst="ellipse">
            <a:avLst/>
          </a:prstGeom>
          <a:solidFill>
            <a:srgbClr val="FFFFFF"/>
          </a:solidFill>
          <a:ln w="50800">
            <a:solidFill>
              <a:srgbClr val="0B5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926080" y="1051560"/>
            <a:ext cx="3291840" cy="365760"/>
          </a:xfrm>
          <a:prstGeom prst="rect">
            <a:avLst/>
          </a:prstGeom>
          <a:noFill/>
        </p:spPr>
        <p:txBody>
          <a:bodyPr wrap="square">
            <a:spAutoFit/>
          </a:bodyPr>
          <a:lstStyle/>
          <a:p>
            <a:pPr algn="ctr"/>
            <a:r>
              <a:rPr sz="1600" b="1">
                <a:solidFill>
                  <a:srgbClr val="C8253E"/>
                </a:solidFill>
                <a:latin typeface="KaiTi"/>
              </a:rPr>
              <a:t>DAY 3</a:t>
            </a:r>
          </a:p>
        </p:txBody>
      </p:sp>
      <p:sp>
        <p:nvSpPr>
          <p:cNvPr id="6" name="TextBox 5"/>
          <p:cNvSpPr txBox="1"/>
          <p:nvPr/>
        </p:nvSpPr>
        <p:spPr>
          <a:xfrm>
            <a:off x="2926080" y="1417320"/>
            <a:ext cx="3291840" cy="822960"/>
          </a:xfrm>
          <a:prstGeom prst="rect">
            <a:avLst/>
          </a:prstGeom>
          <a:noFill/>
        </p:spPr>
        <p:txBody>
          <a:bodyPr wrap="square">
            <a:spAutoFit/>
          </a:bodyPr>
          <a:lstStyle/>
          <a:p>
            <a:pPr algn="ctr"/>
            <a:r>
              <a:rPr sz="5200" b="0">
                <a:solidFill>
                  <a:srgbClr val="2C2C2C"/>
                </a:solidFill>
                <a:latin typeface="KaiTi"/>
              </a:rPr>
              <a:t>🌊🐢</a:t>
            </a:r>
          </a:p>
        </p:txBody>
      </p:sp>
      <p:sp>
        <p:nvSpPr>
          <p:cNvPr id="7" name="TextBox 6"/>
          <p:cNvSpPr txBox="1"/>
          <p:nvPr/>
        </p:nvSpPr>
        <p:spPr>
          <a:xfrm>
            <a:off x="2926080" y="2395728"/>
            <a:ext cx="3291840" cy="457200"/>
          </a:xfrm>
          <a:prstGeom prst="rect">
            <a:avLst/>
          </a:prstGeom>
          <a:noFill/>
        </p:spPr>
        <p:txBody>
          <a:bodyPr wrap="square">
            <a:spAutoFit/>
          </a:bodyPr>
          <a:lstStyle/>
          <a:p>
            <a:pPr algn="ctr"/>
            <a:r>
              <a:rPr sz="2000" b="1">
                <a:solidFill>
                  <a:srgbClr val="0B5C8C"/>
                </a:solidFill>
                <a:latin typeface="KaiTi"/>
              </a:rPr>
              <a:t>海 洋 小 卫 士</a:t>
            </a:r>
          </a:p>
        </p:txBody>
      </p:sp>
      <p:sp>
        <p:nvSpPr>
          <p:cNvPr id="8" name="TextBox 7"/>
          <p:cNvSpPr txBox="1"/>
          <p:nvPr/>
        </p:nvSpPr>
        <p:spPr>
          <a:xfrm>
            <a:off x="2926080" y="2907792"/>
            <a:ext cx="3291840" cy="365760"/>
          </a:xfrm>
          <a:prstGeom prst="rect">
            <a:avLst/>
          </a:prstGeom>
          <a:noFill/>
        </p:spPr>
        <p:txBody>
          <a:bodyPr wrap="square">
            <a:spAutoFit/>
          </a:bodyPr>
          <a:lstStyle/>
          <a:p>
            <a:pPr algn="ctr"/>
            <a:r>
              <a:rPr sz="1300" b="1">
                <a:solidFill>
                  <a:srgbClr val="2E7D32"/>
                </a:solidFill>
                <a:latin typeface="KaiTi"/>
              </a:rPr>
              <a:t>✓ COMPLETED</a:t>
            </a:r>
          </a:p>
        </p:txBody>
      </p:sp>
      <p:sp>
        <p:nvSpPr>
          <p:cNvPr id="9" name="TextBox 8"/>
          <p:cNvSpPr txBox="1"/>
          <p:nvPr/>
        </p:nvSpPr>
        <p:spPr>
          <a:xfrm>
            <a:off x="365760" y="3794760"/>
            <a:ext cx="8412480" cy="457200"/>
          </a:xfrm>
          <a:prstGeom prst="rect">
            <a:avLst/>
          </a:prstGeom>
          <a:noFill/>
        </p:spPr>
        <p:txBody>
          <a:bodyPr wrap="square">
            <a:spAutoFit/>
          </a:bodyPr>
          <a:lstStyle/>
          <a:p>
            <a:pPr algn="ctr"/>
            <a:r>
              <a:rPr sz="2000" b="0">
                <a:solidFill>
                  <a:srgbClr val="2C2C2C"/>
                </a:solidFill>
                <a:latin typeface="KaiTi"/>
              </a:rPr>
              <a:t>⭐ ⭐ ⭐ ⭐ ⭐ ⭐   6 颗 星 都 拿 到 啦!</a:t>
            </a:r>
          </a:p>
        </p:txBody>
      </p:sp>
      <p:sp>
        <p:nvSpPr>
          <p:cNvPr id="10" name="TextBox 9"/>
          <p:cNvSpPr txBox="1"/>
          <p:nvPr/>
        </p:nvSpPr>
        <p:spPr>
          <a:xfrm>
            <a:off x="365760" y="4370832"/>
            <a:ext cx="8412480" cy="274320"/>
          </a:xfrm>
          <a:prstGeom prst="rect">
            <a:avLst/>
          </a:prstGeom>
          <a:noFill/>
        </p:spPr>
        <p:txBody>
          <a:bodyPr wrap="square">
            <a:spAutoFit/>
          </a:bodyPr>
          <a:lstStyle/>
          <a:p>
            <a:pPr algn="ctr"/>
            <a:r>
              <a:rPr sz="1100" b="0">
                <a:solidFill>
                  <a:srgbClr val="888888"/>
                </a:solidFill>
                <a:latin typeface="KaiTi"/>
              </a:rPr>
              <a:t>学 会 了 6 种 塑 料 · 6 个 替 代 · 我 会 认 6 词 · 我 会 写 3 词</a:t>
            </a:r>
          </a:p>
        </p:txBody>
      </p:sp>
      <p:sp>
        <p:nvSpPr>
          <p:cNvPr id="11" name="TextBox 10"/>
          <p:cNvSpPr txBox="1"/>
          <p:nvPr/>
        </p:nvSpPr>
        <p:spPr>
          <a:xfrm>
            <a:off x="8412480" y="192024"/>
            <a:ext cx="457200" cy="310896"/>
          </a:xfrm>
          <a:prstGeom prst="rect">
            <a:avLst/>
          </a:prstGeom>
          <a:noFill/>
        </p:spPr>
        <p:txBody>
          <a:bodyPr wrap="square">
            <a:spAutoFit/>
          </a:bodyPr>
          <a:lstStyle/>
          <a:p>
            <a:pPr algn="r"/>
            <a:r>
              <a:rPr sz="1200" b="1">
                <a:solidFill>
                  <a:srgbClr val="FFFFFF"/>
                </a:solidFill>
                <a:latin typeface="KaiTi"/>
              </a:rPr>
              <a:t>53</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6F8EC"/>
        </a:solidFill>
        <a:effectLst/>
      </p:bgPr>
    </p:bg>
    <p:spTree>
      <p:nvGrpSpPr>
        <p:cNvPr id="1" name=""/>
        <p:cNvGrpSpPr/>
        <p:nvPr/>
      </p:nvGrpSpPr>
      <p:grpSpPr>
        <a:xfrm>
          <a:off x="0" y="0"/>
          <a:ext cx="0" cy="0"/>
          <a:chOff x="0" y="0"/>
          <a:chExt cx="0" cy="0"/>
        </a:xfrm>
      </p:grpSpPr>
      <p:sp>
        <p:nvSpPr>
          <p:cNvPr id="2" name="Rounded Rectangle 1"/>
          <p:cNvSpPr/>
          <p:nvPr/>
        </p:nvSpPr>
        <p:spPr>
          <a:xfrm>
            <a:off x="274320" y="137160"/>
            <a:ext cx="8595360" cy="502920"/>
          </a:xfrm>
          <a:prstGeom prst="roundRect">
            <a:avLst/>
          </a:prstGeom>
          <a:solidFill>
            <a:srgbClr val="0B5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64592"/>
            <a:ext cx="8412480" cy="457200"/>
          </a:xfrm>
          <a:prstGeom prst="rect">
            <a:avLst/>
          </a:prstGeom>
          <a:noFill/>
        </p:spPr>
        <p:txBody>
          <a:bodyPr wrap="square">
            <a:spAutoFit/>
          </a:bodyPr>
          <a:lstStyle/>
          <a:p>
            <a:r>
              <a:rPr sz="2000" b="1">
                <a:solidFill>
                  <a:srgbClr val="FFFFFF"/>
                </a:solidFill>
                <a:latin typeface="KaiTi"/>
              </a:rPr>
              <a:t>🎤 分 享 + 再 见!  Share + Goodbye</a:t>
            </a:r>
          </a:p>
        </p:txBody>
      </p:sp>
      <p:sp>
        <p:nvSpPr>
          <p:cNvPr id="4" name="Rounded Rectangle 3"/>
          <p:cNvSpPr/>
          <p:nvPr/>
        </p:nvSpPr>
        <p:spPr>
          <a:xfrm>
            <a:off x="365760" y="868680"/>
            <a:ext cx="8412480" cy="1874519"/>
          </a:xfrm>
          <a:prstGeom prst="roundRect">
            <a:avLst/>
          </a:prstGeom>
          <a:solidFill>
            <a:srgbClr val="0F1A3A"/>
          </a:solidFill>
          <a:ln w="38100">
            <a:solidFill>
              <a:srgbClr val="F5C2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960120"/>
            <a:ext cx="8229600" cy="320040"/>
          </a:xfrm>
          <a:prstGeom prst="rect">
            <a:avLst/>
          </a:prstGeom>
          <a:noFill/>
        </p:spPr>
        <p:txBody>
          <a:bodyPr wrap="square">
            <a:spAutoFit/>
          </a:bodyPr>
          <a:lstStyle/>
          <a:p>
            <a:pPr algn="ctr"/>
            <a:r>
              <a:rPr sz="1400" b="1">
                <a:solidFill>
                  <a:srgbClr val="F5C242"/>
                </a:solidFill>
                <a:latin typeface="KaiTi"/>
              </a:rPr>
              <a:t>💬 今 天 我 学 了 — 句 型  Today's Sentence Frames</a:t>
            </a:r>
          </a:p>
        </p:txBody>
      </p:sp>
      <p:sp>
        <p:nvSpPr>
          <p:cNvPr id="6" name="TextBox 5"/>
          <p:cNvSpPr txBox="1"/>
          <p:nvPr/>
        </p:nvSpPr>
        <p:spPr>
          <a:xfrm>
            <a:off x="502920" y="1371600"/>
            <a:ext cx="8229600" cy="411480"/>
          </a:xfrm>
          <a:prstGeom prst="rect">
            <a:avLst/>
          </a:prstGeom>
          <a:noFill/>
        </p:spPr>
        <p:txBody>
          <a:bodyPr wrap="square">
            <a:spAutoFit/>
          </a:bodyPr>
          <a:lstStyle/>
          <a:p>
            <a:pPr algn="ctr"/>
            <a:r>
              <a:rPr sz="1800" b="1">
                <a:solidFill>
                  <a:srgbClr val="F5C242"/>
                </a:solidFill>
                <a:latin typeface="KaiTi"/>
              </a:rPr>
              <a:t>我 是 海 洋 小 卫 士, 我 可 以 ______。</a:t>
            </a:r>
          </a:p>
        </p:txBody>
      </p:sp>
      <p:sp>
        <p:nvSpPr>
          <p:cNvPr id="7" name="TextBox 6"/>
          <p:cNvSpPr txBox="1"/>
          <p:nvPr/>
        </p:nvSpPr>
        <p:spPr>
          <a:xfrm>
            <a:off x="502920" y="1828800"/>
            <a:ext cx="8229600" cy="411480"/>
          </a:xfrm>
          <a:prstGeom prst="rect">
            <a:avLst/>
          </a:prstGeom>
          <a:noFill/>
        </p:spPr>
        <p:txBody>
          <a:bodyPr wrap="square">
            <a:spAutoFit/>
          </a:bodyPr>
          <a:lstStyle/>
          <a:p>
            <a:pPr algn="ctr"/>
            <a:r>
              <a:rPr sz="1800" b="1">
                <a:solidFill>
                  <a:srgbClr val="F5C242"/>
                </a:solidFill>
                <a:latin typeface="KaiTi"/>
              </a:rPr>
              <a:t>____ 不 好, 我 应 该 ____。</a:t>
            </a:r>
          </a:p>
        </p:txBody>
      </p:sp>
      <p:sp>
        <p:nvSpPr>
          <p:cNvPr id="8" name="TextBox 7"/>
          <p:cNvSpPr txBox="1"/>
          <p:nvPr/>
        </p:nvSpPr>
        <p:spPr>
          <a:xfrm>
            <a:off x="502920" y="2423160"/>
            <a:ext cx="8229600" cy="256032"/>
          </a:xfrm>
          <a:prstGeom prst="rect">
            <a:avLst/>
          </a:prstGeom>
          <a:noFill/>
        </p:spPr>
        <p:txBody>
          <a:bodyPr wrap="square">
            <a:spAutoFit/>
          </a:bodyPr>
          <a:lstStyle/>
          <a:p>
            <a:pPr algn="ctr"/>
            <a:r>
              <a:rPr sz="1000" b="0">
                <a:solidFill>
                  <a:srgbClr val="FFF3E0"/>
                </a:solidFill>
                <a:latin typeface="KaiTi"/>
              </a:rPr>
              <a:t>I'm an Ocean Guardian — I can ___ / I should ___.</a:t>
            </a:r>
          </a:p>
        </p:txBody>
      </p:sp>
      <p:sp>
        <p:nvSpPr>
          <p:cNvPr id="9" name="Rounded Rectangle 8"/>
          <p:cNvSpPr/>
          <p:nvPr/>
        </p:nvSpPr>
        <p:spPr>
          <a:xfrm>
            <a:off x="365760" y="2926080"/>
            <a:ext cx="8412480" cy="1920240"/>
          </a:xfrm>
          <a:prstGeom prst="roundRect">
            <a:avLst/>
          </a:prstGeom>
          <a:solidFill>
            <a:srgbClr val="FFFFFF"/>
          </a:solidFill>
          <a:ln w="31750">
            <a:solidFill>
              <a:srgbClr val="0B5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2920" y="3063240"/>
            <a:ext cx="8229600" cy="320040"/>
          </a:xfrm>
          <a:prstGeom prst="rect">
            <a:avLst/>
          </a:prstGeom>
          <a:noFill/>
        </p:spPr>
        <p:txBody>
          <a:bodyPr wrap="square">
            <a:spAutoFit/>
          </a:bodyPr>
          <a:lstStyle/>
          <a:p>
            <a:pPr algn="ctr"/>
            <a:r>
              <a:rPr sz="1400" b="1">
                <a:solidFill>
                  <a:srgbClr val="0B5C8C"/>
                </a:solidFill>
                <a:latin typeface="KaiTi"/>
              </a:rPr>
              <a:t>🔮 明 天 见  See You Tomorrow</a:t>
            </a:r>
          </a:p>
        </p:txBody>
      </p:sp>
      <p:sp>
        <p:nvSpPr>
          <p:cNvPr id="11" name="TextBox 10"/>
          <p:cNvSpPr txBox="1"/>
          <p:nvPr/>
        </p:nvSpPr>
        <p:spPr>
          <a:xfrm>
            <a:off x="502920" y="3474720"/>
            <a:ext cx="8229600" cy="457200"/>
          </a:xfrm>
          <a:prstGeom prst="rect">
            <a:avLst/>
          </a:prstGeom>
          <a:noFill/>
        </p:spPr>
        <p:txBody>
          <a:bodyPr wrap="square">
            <a:spAutoFit/>
          </a:bodyPr>
          <a:lstStyle/>
          <a:p>
            <a:pPr algn="ctr"/>
            <a:r>
              <a:rPr sz="1800" b="1">
                <a:solidFill>
                  <a:srgbClr val="2C2C2C"/>
                </a:solidFill>
                <a:latin typeface="KaiTi"/>
              </a:rPr>
              <a:t>🏠  Day 4 — 家 庭 零 废 弃</a:t>
            </a:r>
          </a:p>
        </p:txBody>
      </p:sp>
      <p:sp>
        <p:nvSpPr>
          <p:cNvPr id="12" name="TextBox 11"/>
          <p:cNvSpPr txBox="1"/>
          <p:nvPr/>
        </p:nvSpPr>
        <p:spPr>
          <a:xfrm>
            <a:off x="502920" y="3931920"/>
            <a:ext cx="8229600" cy="274320"/>
          </a:xfrm>
          <a:prstGeom prst="rect">
            <a:avLst/>
          </a:prstGeom>
          <a:noFill/>
        </p:spPr>
        <p:txBody>
          <a:bodyPr wrap="square">
            <a:spAutoFit/>
          </a:bodyPr>
          <a:lstStyle/>
          <a:p>
            <a:pPr algn="ctr"/>
            <a:r>
              <a:rPr sz="1100" b="0">
                <a:solidFill>
                  <a:srgbClr val="888888"/>
                </a:solidFill>
                <a:latin typeface="KaiTi"/>
              </a:rPr>
              <a:t>Family Zero Waste — 在 家 怎 样 零 废 弃?</a:t>
            </a:r>
          </a:p>
        </p:txBody>
      </p:sp>
      <p:sp>
        <p:nvSpPr>
          <p:cNvPr id="13" name="TextBox 12"/>
          <p:cNvSpPr txBox="1"/>
          <p:nvPr/>
        </p:nvSpPr>
        <p:spPr>
          <a:xfrm>
            <a:off x="502920" y="4343400"/>
            <a:ext cx="8229600" cy="292608"/>
          </a:xfrm>
          <a:prstGeom prst="rect">
            <a:avLst/>
          </a:prstGeom>
          <a:noFill/>
        </p:spPr>
        <p:txBody>
          <a:bodyPr wrap="square">
            <a:spAutoFit/>
          </a:bodyPr>
          <a:lstStyle/>
          <a:p>
            <a:pPr algn="ctr"/>
            <a:r>
              <a:rPr sz="1200" b="1">
                <a:solidFill>
                  <a:srgbClr val="0B5C8C"/>
                </a:solidFill>
                <a:latin typeface="KaiTi"/>
              </a:rPr>
              <a:t>👋 想 一 想: 你 今 天 最 喜 欢 的 是 什 么?</a:t>
            </a:r>
          </a:p>
        </p:txBody>
      </p:sp>
      <p:sp>
        <p:nvSpPr>
          <p:cNvPr id="14" name="TextBox 13"/>
          <p:cNvSpPr txBox="1"/>
          <p:nvPr/>
        </p:nvSpPr>
        <p:spPr>
          <a:xfrm>
            <a:off x="8412480" y="192024"/>
            <a:ext cx="457200" cy="310896"/>
          </a:xfrm>
          <a:prstGeom prst="rect">
            <a:avLst/>
          </a:prstGeom>
          <a:noFill/>
        </p:spPr>
        <p:txBody>
          <a:bodyPr wrap="square">
            <a:spAutoFit/>
          </a:bodyPr>
          <a:lstStyle/>
          <a:p>
            <a:pPr algn="r"/>
            <a:r>
              <a:rPr sz="1200" b="1">
                <a:solidFill>
                  <a:srgbClr val="FFFFFF"/>
                </a:solidFill>
                <a:latin typeface="KaiTi"/>
              </a:rPr>
              <a:t>54</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425.2,&quot;left&quot;:37.94448818897638,&quot;top&quot;:54.55,&quot;width&quot;:892.1555118110236}"/>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425.2,&quot;left&quot;:37.94448818897638,&quot;top&quot;:54.55,&quot;width&quot;:892.1555118110236}"/>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425.2,&quot;left&quot;:37.94448818897638,&quot;top&quot;:54.55,&quot;width&quot;:892.1555118110236}"/>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425.2,&quot;left&quot;:37.94448818897638,&quot;top&quot;:54.55,&quot;width&quot;:892.1555118110236}"/>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425.2,&quot;left&quot;:37.94448818897638,&quot;top&quot;:54.55,&quot;width&quot;:892.1555118110236}"/>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425.2,&quot;left&quot;:37.94448818897638,&quot;top&quot;:54.55,&quot;width&quot;:892.1555118110236}"/>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425.2,&quot;left&quot;:37.94448818897638,&quot;top&quot;:54.55,&quot;width&quot;:892.1555118110236}"/>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425.2,&quot;left&quot;:37.94448818897638,&quot;top&quot;:54.55,&quot;width&quot;:892.1555118110236}"/>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425.2,&quot;left&quot;:37.94448818897638,&quot;top&quot;:54.55,&quot;width&quot;:892.1555118110236}"/>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425.2,&quot;left&quot;:37.94448818897638,&quot;top&quot;:54.55,&quot;width&quot;:892.1555118110236}"/>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425.2,&quot;left&quot;:37.94448818897638,&quot;top&quot;:54.55,&quot;width&quot;:892.1555118110236}"/>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425.2,&quot;left&quot;:37.94448818897638,&quot;top&quot;:54.55,&quot;width&quot;:892.1555118110236}"/>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425.2,&quot;left&quot;:37.94448818897638,&quot;top&quot;:54.55,&quot;width&quot;:892.1555118110236}"/>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425.2,&quot;left&quot;:37.94448818897638,&quot;top&quot;:54.55,&quot;width&quot;:892.1555118110236}"/>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425.2,&quot;left&quot;:37.94448818897638,&quot;top&quot;:54.55,&quot;width&quot;:892.1555118110236}"/>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368.45,&quot;left&quot;:23.15,&quot;top&quot;:94.1,&quot;width&quot;:915.0031496062991}"/>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368.45,&quot;left&quot;:23.15,&quot;top&quot;:94.1,&quot;width&quot;:915.0031496062991}"/>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368.45,&quot;left&quot;:23.15,&quot;top&quot;:94.1,&quot;width&quot;:915.0031496062991}"/>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368.45,&quot;left&quot;:23.15,&quot;top&quot;:94.1,&quot;width&quot;:915.0031496062991}"/>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368.45,&quot;left&quot;:23.15,&quot;top&quot;:94.1,&quot;width&quot;:915.0031496062991}"/>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368.45,&quot;left&quot;:23.15,&quot;top&quot;:94.1,&quot;width&quot;:915.0031496062991}"/>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368.45,&quot;left&quot;:23.15,&quot;top&quot;:94.1,&quot;width&quot;:915.0031496062991}"/>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368.45,&quot;left&quot;:23.15,&quot;top&quot;:94.1,&quot;width&quot;:915.0031496062991}"/>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368.45,&quot;left&quot;:23.15,&quot;top&quot;:94.1,&quot;width&quot;:915.003149606299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DC3B3"/>
        </a:solidFill>
        <a:ln>
          <a:noFill/>
        </a:ln>
      </a:spPr>
      <a:bodyPr rtlCol="0" anchor="ctr"/>
      <a:lstStyle>
        <a:defPPr marL="342900" indent="-342900" algn="l">
          <a:lnSpc>
            <a:spcPct val="150000"/>
          </a:lnSpc>
          <a:buFont typeface="Wingdings" panose="05000000000000000000" charset="0"/>
          <a:buChar char="l"/>
          <a:defRPr lang="zh-CN" altLang="en-US" sz="2400">
            <a:solidFill>
              <a:schemeClr val="tx1"/>
            </a:solidFill>
            <a:latin typeface="黑体" panose="02010609060101010101" charset="-122"/>
            <a:ea typeface="黑体" panose="02010609060101010101" charset="-122"/>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lnSpc>
            <a:spcPct val="150000"/>
          </a:lnSpc>
          <a:defRPr lang="zh-CN" altLang="zh-CN" sz="2000">
            <a:solidFill>
              <a:srgbClr val="FF0000"/>
            </a:solidFill>
            <a:latin typeface="黑体" panose="02010609060101010101" charset="-122"/>
            <a:ea typeface="黑体" panose="02010609060101010101" charset="-122"/>
            <a:cs typeface="黑体" panose="02010609060101010101" charset="-122"/>
            <a:sym typeface="+mn-ea"/>
          </a:defRPr>
        </a:defPPr>
      </a:lstStyle>
    </a:txDef>
  </a:objectDefaul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731</TotalTime>
  <Words>3470</Words>
  <Application>Microsoft Macintosh PowerPoint</Application>
  <PresentationFormat>On-screen Show (16:9)</PresentationFormat>
  <Paragraphs>549</Paragraphs>
  <Slides>65</Slides>
  <Notes>12</Notes>
  <HiddenSlides>1</HiddenSlides>
  <MMClips>2</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65</vt:i4>
      </vt:variant>
    </vt:vector>
  </HeadingPairs>
  <TitlesOfParts>
    <vt:vector size="73" baseType="lpstr">
      <vt:lpstr>KaiTi</vt:lpstr>
      <vt:lpstr>黑体</vt:lpstr>
      <vt:lpstr>Aptos</vt:lpstr>
      <vt:lpstr>Arial</vt:lpstr>
      <vt:lpstr>Calibri</vt:lpstr>
      <vt:lpstr>Wingdings</vt:lpstr>
      <vt:lpstr>Office Theme</vt:lpstr>
      <vt:lpstr>默认设计模板</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活动延伸</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Huan Li</cp:lastModifiedBy>
  <cp:revision>20</cp:revision>
  <dcterms:created xsi:type="dcterms:W3CDTF">2013-01-27T09:14:16Z</dcterms:created>
  <dcterms:modified xsi:type="dcterms:W3CDTF">2026-07-01T17:42:50Z</dcterms:modified>
  <cp:category/>
</cp:coreProperties>
</file>