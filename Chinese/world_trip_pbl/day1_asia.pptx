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0"/>
            <a:ext cx="822960" cy="822960"/>
          </a:xfrm>
          <a:prstGeom prst="ellipse">
            <a:avLst/>
          </a:prstGeom>
          <a:solidFill>
            <a:srgbClr val="C62828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0" y="3474720"/>
            <a:ext cx="640080" cy="640080"/>
          </a:xfrm>
          <a:prstGeom prst="ellipse">
            <a:avLst/>
          </a:prstGeom>
          <a:solidFill>
            <a:srgbClr val="FF8F00">
              <a:alpha val="4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572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Camp</a:t>
            </a:r>
            <a:endParaRPr lang="en-US" sz="36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环球探索沉浸式夏令营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1691640"/>
            <a:ext cx="4572000" cy="36576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0" y="1920240"/>
            <a:ext cx="5486400" cy="2560320"/>
          </a:xfrm>
          <a:prstGeom prst="roundRect">
            <a:avLst>
              <a:gd name="adj" fmla="val 5357"/>
            </a:avLst>
          </a:prstGeom>
          <a:solidFill>
            <a:srgbClr val="FFF8E1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03120" y="20116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BOARDING PASS  登机牌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103120" y="2514600"/>
            <a:ext cx="4937760" cy="182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26060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航班: GR-001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目的地:  亚洲 ASIA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日期: June 8, 2025  (6/8)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登机口: Room 101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旅客: ________________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 seatbelts!  系好安全带！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📅 本周行程  Weekly Itinerary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D32F2F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1627632"/>
            <a:ext cx="1280160" cy="27432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" y="34747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TODAY!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05740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05740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94560" y="1627632"/>
            <a:ext cx="1280160" cy="27432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4" name="Text 12"/>
          <p:cNvSpPr/>
          <p:nvPr/>
        </p:nvSpPr>
        <p:spPr>
          <a:xfrm>
            <a:off x="205740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74904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74904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86200" y="1627632"/>
            <a:ext cx="1280160" cy="2743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374904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068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4068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577840" y="1627632"/>
            <a:ext cx="1280160" cy="2743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/>
          <p:nvPr/>
        </p:nvSpPr>
        <p:spPr>
          <a:xfrm>
            <a:off x="544068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美洲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Americas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132320" y="1097280"/>
            <a:ext cx="1554480" cy="3200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132320" y="1188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69480" y="1627632"/>
            <a:ext cx="1280160" cy="27432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1828800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展览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Exhibition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6/8 - 6/12  五天环游世界！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今天目标  Today's Goals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深入了解亚洲3个国家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 China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🇯🇵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9184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 Japan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2648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 India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1A237E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2461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学习目标 Learning Targets: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每个国家的基本信息（国旗、首都、人口、语言）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文化特色与旅行礼节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代表美食与饮食习惯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比较三个国家的异同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认识七大洲  Seven Continents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D32F2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最大!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468880" y="91440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Africa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6888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0" y="91440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北美洲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N. America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7CB34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7180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B3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南美洲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CB3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 America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4320" y="38404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68880" y="283464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468880" y="297180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大洋洲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Oceania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68880" y="38404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2834640"/>
            <a:ext cx="192024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90A4AE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663440" y="297180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0A4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南极洲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0A4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Antarctica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63440" y="38404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6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0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🗺️ 世界地图  World Map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011680" cy="1645920"/>
          </a:xfrm>
          <a:prstGeom prst="roundRect">
            <a:avLst>
              <a:gd name="adj" fmla="val 16667"/>
            </a:avLst>
          </a:prstGeom>
          <a:solidFill>
            <a:srgbClr val="2E7D32">
              <a:alpha val="4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2011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北美洲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88720" y="2834640"/>
            <a:ext cx="1280160" cy="1645920"/>
          </a:xfrm>
          <a:prstGeom prst="roundRect">
            <a:avLst>
              <a:gd name="adj" fmla="val 21429"/>
            </a:avLst>
          </a:prstGeom>
          <a:solidFill>
            <a:srgbClr val="7CB342">
              <a:alpha val="4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834640"/>
            <a:ext cx="1280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南美洲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74720" y="1005840"/>
            <a:ext cx="1371600" cy="1097280"/>
          </a:xfrm>
          <a:prstGeom prst="roundRect">
            <a:avLst>
              <a:gd name="adj" fmla="val 25000"/>
            </a:avLst>
          </a:prstGeom>
          <a:solidFill>
            <a:srgbClr val="1565C0">
              <a:alpha val="4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00584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194560"/>
            <a:ext cx="1645920" cy="2011680"/>
          </a:xfrm>
          <a:prstGeom prst="roundRect">
            <a:avLst>
              <a:gd name="adj" fmla="val 16667"/>
            </a:avLst>
          </a:prstGeom>
          <a:solidFill>
            <a:srgbClr val="FF8F00">
              <a:alpha val="4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2194560"/>
            <a:ext cx="16459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03520" y="914400"/>
            <a:ext cx="2926080" cy="2377440"/>
          </a:xfrm>
          <a:prstGeom prst="roundRect">
            <a:avLst>
              <a:gd name="adj" fmla="val 11538"/>
            </a:avLst>
          </a:prstGeom>
          <a:solidFill>
            <a:srgbClr val="D32F2F">
              <a:alpha val="90000"/>
            </a:srgbClr>
          </a:solidFill>
          <a:ln w="31750">
            <a:solidFill>
              <a:srgbClr val="C62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914400"/>
            <a:ext cx="29260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83680" y="3474720"/>
            <a:ext cx="1645920" cy="1097280"/>
          </a:xfrm>
          <a:prstGeom prst="roundRect">
            <a:avLst>
              <a:gd name="adj" fmla="val 25000"/>
            </a:avLst>
          </a:prstGeom>
          <a:solidFill>
            <a:srgbClr val="00897B">
              <a:alpha val="4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47472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大洋洲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4389120"/>
            <a:ext cx="3657600" cy="548640"/>
          </a:xfrm>
          <a:prstGeom prst="roundRect">
            <a:avLst>
              <a:gd name="adj" fmla="val 50000"/>
            </a:avLst>
          </a:prstGeom>
          <a:solidFill>
            <a:srgbClr val="90A4AE">
              <a:alpha val="4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0" y="4389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南极洲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383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here!  我们在这里！ →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🌏 认识亚洲  About Asia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世界最大的洲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Continent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15468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48个国家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5468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Countries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03504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46亿人口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3504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Billion People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⛰️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27432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珠穆朗玛峰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7432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Mt. Everest (8,849m)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5468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315468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面积4,458万km²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15468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30% of Earth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03504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03504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2,300+种语言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03504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Diverse!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亚洲是世界上人口最多、面积最大的洲！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0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🗺️ 亚洲地图  Asia Map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1371600"/>
            <a:ext cx="2743200" cy="1828800"/>
          </a:xfrm>
          <a:prstGeom prst="roundRect">
            <a:avLst>
              <a:gd name="adj" fmla="val 10000"/>
            </a:avLst>
          </a:prstGeom>
          <a:solidFill>
            <a:srgbClr val="E53935">
              <a:alpha val="85000"/>
            </a:srgbClr>
          </a:solidFill>
          <a:ln w="31750">
            <a:solidFill>
              <a:srgbClr val="E539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137160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中国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1371600"/>
            <a:ext cx="1371600" cy="1097280"/>
          </a:xfrm>
          <a:prstGeom prst="roundRect">
            <a:avLst>
              <a:gd name="adj" fmla="val 16667"/>
            </a:avLst>
          </a:prstGeom>
          <a:solidFill>
            <a:srgbClr val="D32F2F">
              <a:alpha val="85000"/>
            </a:srgbClr>
          </a:solidFill>
          <a:ln w="31750">
            <a:solidFill>
              <a:srgbClr val="D32F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0" y="13716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日本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Japan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0" y="2743200"/>
            <a:ext cx="1828800" cy="1828800"/>
          </a:xfrm>
          <a:prstGeom prst="roundRect">
            <a:avLst>
              <a:gd name="adj" fmla="val 10000"/>
            </a:avLst>
          </a:prstGeom>
          <a:solidFill>
            <a:srgbClr val="FF9800">
              <a:alpha val="85000"/>
            </a:srgbClr>
          </a:solidFill>
          <a:ln w="31750">
            <a:solidFill>
              <a:srgbClr val="FF9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7432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印度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303520" y="3200400"/>
            <a:ext cx="1645920" cy="1371600"/>
          </a:xfrm>
          <a:prstGeom prst="roundRect">
            <a:avLst>
              <a:gd name="adj" fmla="val 13333"/>
            </a:avLst>
          </a:prstGeom>
          <a:solidFill>
            <a:srgbClr val="00897B">
              <a:alpha val="4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3200400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东南亚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Asia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0" y="1371600"/>
            <a:ext cx="1828800" cy="1371600"/>
          </a:xfrm>
          <a:prstGeom prst="roundRect">
            <a:avLst>
              <a:gd name="adj" fmla="val 13333"/>
            </a:avLst>
          </a:prstGeom>
          <a:solidFill>
            <a:srgbClr val="90A4AE">
              <a:alpha val="4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828800" y="13716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Asia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011680"/>
            <a:ext cx="1828800" cy="1645920"/>
          </a:xfrm>
          <a:prstGeom prst="roundRect">
            <a:avLst>
              <a:gd name="adj" fmla="val 11111"/>
            </a:avLst>
          </a:prstGeom>
          <a:solidFill>
            <a:srgbClr val="FF8F00">
              <a:alpha val="4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01168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W. Asia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今天我们去这三个国家！Today we visit these 3 countries!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中国概览  China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china_great_wa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国旗：红色，五颗黄星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人口：约14亿（世界第一！）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语言：中文（普通话）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377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首都：北京 Beijing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834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面积：世界第三大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291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🐼 国宝：大熊猫 Giant Panda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749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四大文明古国之一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中国有五千年的历史！China has 5,000 years of history!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首都：北京  Capital: Beijing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china_beij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北京是中国的首都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有3000多年历史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2200万人口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故宫、天安门、长城都在北京附近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2008年和2022年奥运会城市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北京在中国的北方，这就是为什么叫「北」京！</a:t>
            </a:r>
            <a:endParaRPr lang="en-US" sz="1200" dirty="0"/>
          </a:p>
        </p:txBody>
      </p:sp>
      <p:pic>
        <p:nvPicPr>
          <p:cNvPr id="9" name="Image 1" descr="/Users/Huan/projects/summercourse/Chinese/world_trip_pbl/images/china_forbidden_cit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4206240"/>
            <a:ext cx="182880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🏯 长城  The Great Wall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china_great_wa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长城有21,196公里长！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有2000多年历史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从太空看不到长城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（这是一个误解！）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是世界七大奇迹之一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每年有1000万人参观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用来防御北方游牧民族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万里长城万里长！The Great Wall stretches 21,196 km!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四大发明  Four Great Inventions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china_invention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📜 造纸术 Paper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325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AD — 蔡伦发明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3492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印刷术 Printing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011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868 AD — 最早的印刷书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34924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💥 火药 Gunpowder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2697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9th century — 原来是炼丹用的！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🧭 指南针 Compass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4924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11th century — 帮助航海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349240" y="3840480"/>
            <a:ext cx="320040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5" name="Text 12"/>
          <p:cNvSpPr/>
          <p:nvPr/>
        </p:nvSpPr>
        <p:spPr>
          <a:xfrm>
            <a:off x="534924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这四大发明改变了整个世界！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🎆 春节  Chinese New Year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china_spring_festiv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春节是中国最重要的节日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全家人一起吃年夜饭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吃饺子、放鞭炮、贴春联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给孩子红包（压岁钱）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舞龙舞狮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持续15天！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「你们过春节吗？你收到过红包吗？」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🥢 中国饮食文化  Chinese Food Culture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china_dumpling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96012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🥟 八大菜系 Eight Cuisines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🥟 饺子 面条 炒饭 烤鸭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🌶️ 味道各不同: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南甜 北咸 东辣 西酸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🥢 筷子有3000年历史！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🍵 茶文化——中国是茶的故乡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794760"/>
            <a:ext cx="320040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「你家过年吃什么？」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中国菜是世界上种类最多的菜系之一！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中国旅行礼节  China Travel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在中国旅行要注意：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用双手递东西表示尊重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🥢  吃饭时不要把筷子插在饭里（不吉利）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  收到礼物不当面打开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 见面握手，不拥抱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数字4不吉利（发音像「死」）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送礼不要用白色包装（白色=丧事）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1422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🍵  别人给你倒茶，轻敲桌面表示感谢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尊重当地文化是旅行者最重要的礼节！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中国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中国的首都是哪里？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北京 Beijing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中国人用什么吃饭？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筷子 Chopsticks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中国有几大发明？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四大发明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吃饭时筷子不能怎么放？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不能插在饭里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中国有多少人口？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约14亿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中国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中国的四大发明是什么？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造纸、印刷、火药、指南针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中国人过年吃什么？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饺子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长城有多长？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21,196公里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北京举办过几次奥运会？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两次（2008和2022）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收到礼物时，中国人一般怎么做？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不当面打开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日本概览  Japan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japan_fuj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国旗：白底红圆（太阳）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人口：约1.25亿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语言：日语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377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首都：东京 Tokyo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834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🏝️ 由6,852个岛屿组成！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291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🗻 富士山：日本最高峰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749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🚄 新干线：时速320km!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日本是世界上最安全、最干净的国家之一！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🏙️ 首都：东京  Capital: Tokyo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japan_toky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东京是日本的首都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世界上最大的城市之一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3700万人口（大都市圈）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2021年举办了奥运会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新宿站每天350万人通过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有世界上最复杂的地铁系统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「东京」的意思是「东方的首都」！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🌸 樱花与富士山  Cherry Blossoms &amp; Mt. Fuji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japan_cherry_bloss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🌸 樱花 Cherry Blossoms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樱花(sakura)是日本的象征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每年3-4月盛开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「花见」——赏花野餐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🗻 富士山 Mt. Fuji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高3,776米，日本最高峰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活火山！最后喷发1707年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联合国世界文化遗产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樱花只开一周，象征生命的短暂与美丽！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🎮 动漫与流行文化  Anime &amp; Pop Culture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japan_pokem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96012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Pokemon宝可梦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全世界孩子都爱！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🐉 Dragon Ball龙珠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Naruto火影忍者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Nintendo任天堂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Mario马里奥的家！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宫崎骏 Studio Ghibli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龙猫、千与千寻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🚄 新干线时速320km！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电车准时到秒！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4114800"/>
            <a:ext cx="320040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4160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「你最喜欢哪个日本动漫？」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🍣 日本美食  Japanese Food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japan_sush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960120"/>
            <a:ext cx="32004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🍣 寿司 sushi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全球最受欢迎的日本料理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拉面 ramen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日本有5万多家拉面店！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🍤 天妇罗 tempura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炸虾炸蔬菜，酥脆美味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🍵 抹茶 matcha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日本茶道文化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🍱 便当 bento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午餐像艺术品！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840480"/>
            <a:ext cx="320040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特别：吃面条时发出声音是礼貌的！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日本料理2013年入选联合国非物质文化遗产！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日本旅行礼节  Japan Travel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在日本旅行要注意：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🙇  见面鞠躬（不握手！）弯腰越深越尊重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👟  进屋必须脱鞋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 吃饭前说「いただきます」(我开动了)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🤫  不要在公共交通上大声说话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不要给小费（被认为不礼貌）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不要边走边吃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1422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电车上手机要调静音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日本人非常注重礼节和规矩！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日本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日本由多少个岛屿组成？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6,852个！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在日本见面应该怎么做？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鞠躬 Bow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进别人家要做什么？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脱鞋 Take off shoes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在日本吃拉面可以发出声音吗？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可以！这是礼貌的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富士山有多高？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3,776米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日本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Pokemon(宝可梦)来自哪个国家？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日本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东京有多少人口（大都市圈）？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3700万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在日本可以给服务员小费吗？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不可以，被认为不礼貌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日本的樱花在什么季节开放？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春天（3-4月）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新干线的时速是多少？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320公里！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印度概览  India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india_taj_mah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国旗：橙白绿三色+蓝色法轮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49240" y="14173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人口：约14亿（世界第一！）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49240" y="18288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语言：印地语+英语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49240" y="21488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（22种官方语言！）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49240" y="246888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首都：新德里 New Delhi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49240" y="28803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发明了数字「0」！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49240" y="32918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🐘 国家动物：孟加拉虎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49240" y="370332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宝莱坞：世界最大电影业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印度是世界上人口最多的民主国家！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🏞️ 恒河  The Ganges River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india_gang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恒河是印度最神圣的河流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全长2,525公里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印度人在恒河里沐浴祈祷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相信恒河水能洗去罪孽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瓦拉纳西是恒河边最神圣的城市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每天傍晚有恒河祭典仪式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恒河对印度人就像黄河对中国人一样重要！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洒红节与排灯节  Holi &amp; Diwali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india_hol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洒红节 Holi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颜色节！互相泼彩色粉末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庆祝春天到来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全世界最多彩的节日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🪔 排灯节 Diwali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灯光节，像中国的春节！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家家户户点灯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放烟花，吃甜点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庆祝光明战胜黑暗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印度节日多彩多姿，一年有上百个节日！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🍛 印度美食与饮食禁忌  Indian Food &amp; Taboos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5303520" cy="3931920"/>
          </a:xfrm>
          <a:prstGeom prst="roundRect">
            <a:avLst>
              <a:gd name="adj" fmla="val 3488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🍛 咖喱 curry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印度最有名的食物，种类超多！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🫓 飞饼 naan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用来蘸咖喱吃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奶茶 chai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印度的国民饮料！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🌶️ 香料 spices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咖喱粉、姜黄、小茴香...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3474720"/>
            <a:ext cx="4846320" cy="18288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35204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饮食禁忌: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🐄 印度教徒不吃牛肉——牛是神圣的！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🐷 穆斯林不吃猪肉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🥬 很多印度人吃素(vegetarian)!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806440" y="868680"/>
            <a:ext cx="3017520" cy="39319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89320" y="9601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🌶️ 印度饮食特色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89320" y="14173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印度是世界上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素食人口最多的国家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103120"/>
            <a:ext cx="2103120" cy="914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5989320" y="21945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印度有超过30种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不同的咖喱！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2880360"/>
            <a:ext cx="2103120" cy="914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5989320" y="297180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印度的香料出口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占全球70%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3657600"/>
            <a:ext cx="2103120" cy="914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7490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印度奶茶(chai)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每天消费超过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10亿杯！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印度旅行礼节  India Travel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FFE0B2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在印度旅行要注意：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 双手合十说「Namaste」(你好)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🤚  用右手吃饭和递东西（左手被认为不干净）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不要摸别人的头（头是神圣的）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👟  进寺庙要脱鞋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🐄  很多人不吃牛肉（宗教原因）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👗  穿着要保守，特别是去寺庙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1422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 男性不要主动和女性握手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印度是一个多宗教、多文化的国家！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印度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印度有多少种官方语言？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22种！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印度人见面怎么打招呼？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双手合十说Namaste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为什么很多印度人不吃牛肉？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牛是神圣的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印度人发明了什么数字？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数字 0 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印度最神圣的河流叫什么？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恒河 Ganges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印度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洒红节(Holi)是什么节日？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颜色节，互相泼彩色粉末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为什么很多印度人吃素？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宗教信仰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排灯节(Diwali)像中国的什么节日？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春节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在印度用哪只手吃饭？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右手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在印度能用左手递东西给别人吗？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不能，左手被认为不干净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Mini Role Play  打招呼练习 (3-5 min)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站起来和旁边的同学练习！Stand up and practice!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432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 China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210312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+ 「你好！」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5468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🇯🇵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15468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 Japan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651760"/>
            <a:ext cx="210312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4" name="Text 12"/>
          <p:cNvSpPr/>
          <p:nvPr/>
        </p:nvSpPr>
        <p:spPr>
          <a:xfrm>
            <a:off x="315468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鞠躬 + 「こんにちは」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03504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 India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2651760"/>
            <a:ext cx="2103120" cy="18288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合十 + 「Namaste」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尊重每个文化的问候方式！Respect every culture's greeting!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🏆 上午竞赛  Morning Challenge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7132320" cy="3200400"/>
          </a:xfrm>
          <a:prstGeom prst="roundRect">
            <a:avLst>
              <a:gd name="adj" fmla="val 4286"/>
            </a:avLst>
          </a:prstGeom>
          <a:solidFill>
            <a:srgbClr val="FFF8E1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1371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分组比赛！Team Challenge!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说出3个国家的首都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每个国家的打招呼方式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3: 说出每个国家不能做的事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4: 用中文介绍一个国家的食物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最快最准确的组得分！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8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457200"/>
            <a:ext cx="1371600" cy="1371600"/>
          </a:xfrm>
          <a:prstGeom prst="ellipse">
            <a:avLst/>
          </a:prstGeom>
          <a:solidFill>
            <a:srgbClr val="FFD54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☀️ 下午开始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8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Afternoon Session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743200" y="2560320"/>
            <a:ext cx="36576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复习 → 对比总结 → 语言学习 → Project Time!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快速复习  Quick Review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说出3个国家 + 每个国家一个特别的礼节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中国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210312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15468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5468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🇯🇵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15468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429000" y="2834640"/>
            <a:ext cx="210312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7" name="Text 15"/>
          <p:cNvSpPr/>
          <p:nvPr/>
        </p:nvSpPr>
        <p:spPr>
          <a:xfrm>
            <a:off x="315468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5468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3504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🇮🇳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03504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印度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309360" y="2834640"/>
            <a:ext cx="2103120" cy="18288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「谁能第一个说出来？」Who can answer first?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🌏 亚洲三国文化对比  Comparison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1645920" cy="576072"/>
          </a:xfrm>
          <a:prstGeom prst="rect">
            <a:avLst/>
          </a:prstGeom>
          <a:solidFill>
            <a:srgbClr val="1A237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868680"/>
            <a:ext cx="2194560" cy="576072"/>
          </a:xfrm>
          <a:prstGeom prst="rect">
            <a:avLst/>
          </a:prstGeom>
          <a:solidFill>
            <a:srgbClr val="E539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中国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06240" y="868680"/>
            <a:ext cx="2194560" cy="576072"/>
          </a:xfrm>
          <a:prstGeom prst="rect">
            <a:avLst/>
          </a:prstGeom>
          <a:solidFill>
            <a:srgbClr val="D32F2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日本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868680"/>
            <a:ext cx="2194560" cy="576072"/>
          </a:xfrm>
          <a:prstGeom prst="rect">
            <a:avLst/>
          </a:prstGeom>
          <a:solidFill>
            <a:srgbClr val="FF98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印度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444752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444752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01168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0624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鞠躬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合十 Namaste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020824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020824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吃饭工具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011680" y="2020824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筷子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06240" y="2020824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筷子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0" y="2020824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手/右手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2596896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596896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重要节日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01168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1168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春节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0624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0624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女儿节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排灯节 Diwali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3172968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172968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代表食物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011680" y="3172968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1168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饺子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206240" y="3172968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0624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寿司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400800" y="3172968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咖喱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3749040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3749040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不能做的事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01168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1168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筷子插饭里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20624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0624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大声说话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40080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左手递东西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325112"/>
            <a:ext cx="1645920" cy="576072"/>
          </a:xfrm>
          <a:prstGeom prst="rect">
            <a:avLst/>
          </a:prstGeom>
          <a:solidFill>
            <a:srgbClr val="1A237E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325112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特别的动物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011680" y="4325112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1168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熊猫 🐼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206240" y="4325112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0624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鹤 🦢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00800" y="4325112"/>
            <a:ext cx="2194560" cy="576072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牛 🐄 (神圣)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三个国家各有特色，你最想去哪个？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🤔 共同点与不同  Similarities &amp; Differences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114800" cy="3657600"/>
          </a:xfrm>
          <a:prstGeom prst="roundRect">
            <a:avLst>
              <a:gd name="adj" fmla="val 3750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共同点 Similarities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1417320"/>
            <a:ext cx="320040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都有悠久的历史和文化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都用米饭做主食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都重视礼节和尊重长辈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都有丰富的节日文化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3657600"/>
          </a:xfrm>
          <a:prstGeom prst="roundRect">
            <a:avLst>
              <a:gd name="adj" fmla="val 3750"/>
            </a:avLst>
          </a:prstGeom>
          <a:solidFill>
            <a:srgbClr val="FFF3E0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❌ 不同点 Differences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1417320"/>
            <a:ext cx="3200400" cy="182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打招呼方式不同（握手/鞠躬/合十）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吃饭工具不同（筷子 vs 手）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宗教信仰不同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食物口味不同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中国多样 / 日本清淡 / 印度香料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🧳 旅行小贴士  Travel Tips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「如果你去亚洲旅行，要记住：」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在中国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2103120" cy="1828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学会用筷子！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不要把筷子插饭里！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5468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5468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在日本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011680"/>
            <a:ext cx="2103120" cy="18288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记得鞠躬！进屋脱鞋！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吃面可以出声！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在印度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011680"/>
            <a:ext cx="2103120" cy="18288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用右手！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双手合十说Namaste！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不要摸头！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371600" y="4114800"/>
            <a:ext cx="6400800" cy="640080"/>
          </a:xfrm>
          <a:prstGeom prst="roundRect">
            <a:avLst>
              <a:gd name="adj" fmla="val 21429"/>
            </a:avLst>
          </a:prstGeom>
          <a:solidFill>
            <a:srgbClr val="1A237E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71600" y="41148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尊重每个国家的文化是最重要的！Respect every culture!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📝 生词卡  Vocabulary Cards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28016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汉字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54480" y="868680"/>
            <a:ext cx="182880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868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868680"/>
            <a:ext cx="128016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68680"/>
            <a:ext cx="182880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868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868680"/>
            <a:ext cx="128016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868680"/>
            <a:ext cx="1280160" cy="384048"/>
          </a:xfrm>
          <a:prstGeom prst="rect">
            <a:avLst/>
          </a:prstGeom>
          <a:solidFill>
            <a:srgbClr val="1A237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饺子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554480" y="125272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54480" y="12527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jiao zi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dumplings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25272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2527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筷子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9224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kuai zi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chopsticks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面条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554480" y="1636776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54480" y="1636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mian tiao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8328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noodles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1636776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1636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鞠躬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49224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 gong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0" y="1636776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寿司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554480" y="2020824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54480" y="20208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 si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38328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sushi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2020824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20208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合十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49224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9224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shi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7240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palms together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432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拉面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1554480" y="2404872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554480" y="2404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mian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38328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ramen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663440" y="2404872"/>
            <a:ext cx="182880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0" y="2404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国旗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49224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9224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guo qi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72400" y="2404872"/>
            <a:ext cx="1280160" cy="38404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flag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7432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咖喱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1554480" y="2788920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554480" y="27889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li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38328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curry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663440" y="2788920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0" y="27889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礼节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49224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9224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jie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77240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7240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etiquette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跟老师一起读！Read with the teacher!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句型练习  Sentence Patterns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「我喜欢吃___」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960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 to eat ___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138160" cy="9144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630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我喜欢吃饺子/寿司/咖喱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2860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「在___，人们用___打招呼」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0" y="22860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___, people greet by ___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8138160" cy="9144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8892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在日本，人们用鞠躬打招呼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56616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6118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「去___旅行要注意___」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traveling to ___, be careful about ___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138160" cy="914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1480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去印度旅行要注意用右手吃饭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和同伴一起练习！Practice with a partner!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Role Play  角色扮演 (10-15 min)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「你到了亚洲三个国家旅行！」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CDD2"/>
          </a:solidFill>
          <a:ln w="1524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39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1: 到中国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用筷子吃饺子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和人握手说「你好」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CE4EC"/>
          </a:solidFill>
          <a:ln w="15240">
            <a:solidFill>
              <a:srgbClr val="D32F2F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2: 到日本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4612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鞠躬，脱鞋进屋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吃寿司说「いただきます」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3E0"/>
          </a:solidFill>
          <a:ln w="15240">
            <a:solidFill>
              <a:srgbClr val="FF98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3: 到印度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合十说「Namaste」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用右手吃咖喱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46120"/>
            <a:ext cx="850392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291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分层 Differentiation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模仿动作 + 说国家名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「你好！我想吃___」+ 做动作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完整对话 + 介绍文化礼节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Project Time!  护照亚洲页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Passport 亚洲页 Template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Where am I?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亚洲 (中国/日本/印度)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0299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👀 What did I see?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长城 / 富士山 / 泰姬陵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27157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🍜 What did I eat?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29718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饺子 / 寿司 / 咖喱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401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Cultural Discovery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鞠躬 / 合十 / 筷子文化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0873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My Sentence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我喜欢吃___。在___，人们...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用彩色笔画出你最喜欢的！Draw your favorite!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📊 Project 分层  Differentiated Tasks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8503920" cy="1097280"/>
          </a:xfrm>
          <a:prstGeom prst="roundRect">
            <a:avLst>
              <a:gd name="adj" fmla="val 12500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 Beginners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画图 + 写词  (饺子 / 寿司 / 咖喱)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2194560"/>
            <a:ext cx="8503920" cy="1097280"/>
          </a:xfrm>
          <a:prstGeom prst="roundRect">
            <a:avLst>
              <a:gd name="adj" fmla="val 12500"/>
            </a:avLst>
          </a:prstGeom>
          <a:solidFill>
            <a:srgbClr val="E8EAF6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 Intermediate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 see ___. I eat ___. In Japan, people bow.」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3474720"/>
            <a:ext cx="8503920" cy="1280160"/>
          </a:xfrm>
          <a:prstGeom prst="roundRect">
            <a:avLst>
              <a:gd name="adj" fmla="val 10714"/>
            </a:avLst>
          </a:prstGeom>
          <a:solidFill>
            <a:srgbClr val="F3E5F5"/>
          </a:solidFill>
          <a:ln w="1524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3520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 Advanced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8862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「In China, I saw the Great Wall. I ate dumplings with chopsticks.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traveling there, don't stick chopsticks in rice because...」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📄 Project 示范  Example Page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7315200" cy="3840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00584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🌏 My Asia Page  我的亚洲页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28800" y="1463040"/>
            <a:ext cx="5486400" cy="18288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160020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🌎 I visited: 亚洲 Asia — 中国, 日本, 印度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2075688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👀 I saw: 长城 Great Wall, 富士山 Mt. Fuji, 泰姬陵 Taj Mahal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2551176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I ate: 饺子 dumplings with 筷子 chopsticks!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3026664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I learned: 在日本要鞠躬，在印度说Namaste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3502152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My sentence: 我最喜欢吃寿司。在中国，人们用筷子吃饭。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[Draw your favorite food or landmark here!]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🗣️ 分享时间  Sharing Time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和同伴分享你的亚洲页！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 your Asia page with a partner!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82296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1A237E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20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句型提示 Sentence Starters: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「我去了___，看到了___。」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「我最喜欢吃___，因为___。」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「在___旅行，要注意___。」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「我觉得最有趣的是___。」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🪪 亚洲签证章  Asia Visa Stamp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0" y="1097280"/>
            <a:ext cx="3657600" cy="3200400"/>
          </a:xfrm>
          <a:prstGeom prst="ellipse">
            <a:avLst/>
          </a:prstGeom>
          <a:solidFill>
            <a:srgbClr val="1A237E"/>
          </a:solidFill>
          <a:ln w="50800">
            <a:solidFill>
              <a:srgbClr val="D32F2F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743200" y="128016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ASIA</a:t>
            </a:r>
            <a:endParaRPr lang="en-US" sz="3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VISITED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6/8/2025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 · 日本 · 印度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恭喜你完成亚洲之旅！Congratulations!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✈️ 明天航班</a:t>
            </a:r>
            <a:endParaRPr lang="en-US" sz="3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Tomorrow's Flight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0" y="1554480"/>
            <a:ext cx="3657600" cy="36576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828800"/>
            <a:ext cx="6400800" cy="2377440"/>
          </a:xfrm>
          <a:prstGeom prst="roundRect">
            <a:avLst>
              <a:gd name="adj" fmla="val 5769"/>
            </a:avLst>
          </a:prstGeom>
          <a:solidFill>
            <a:srgbClr val="FFF8E1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1920240"/>
            <a:ext cx="5852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Flight 航班: GR-002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Destination 目的地: 非洲 AFRICA</a:t>
            </a:r>
            <a:endParaRPr lang="en-US" sz="1800" dirty="0"/>
          </a:p>
          <a:p>
            <a:pPr algn="ctr" indent="0" marL="0">
              <a:buNone/>
            </a:pP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明天我们去非洲！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23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那里的人怎么打招呼？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we fly to Africa! How do people greet there?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tomorrow, explorers!  明天见，小探险家们！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Explorer Camp · Day 1: 亚洲 Asia</dc:title>
  <dc:subject>PptxGenJS Presentation</dc:subject>
  <dc:creator>谷雨中文 GR EDU</dc:creator>
  <cp:lastModifiedBy>谷雨中文 GR EDU</cp:lastModifiedBy>
  <cp:revision>1</cp:revision>
  <dcterms:created xsi:type="dcterms:W3CDTF">2026-03-19T21:17:56Z</dcterms:created>
  <dcterms:modified xsi:type="dcterms:W3CDTF">2026-03-19T21:17:56Z</dcterms:modified>
</cp:coreProperties>
</file>