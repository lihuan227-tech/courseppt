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E2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0"/>
            <a:ext cx="822960" cy="822960"/>
          </a:xfrm>
          <a:prstGeom prst="ellipse">
            <a:avLst/>
          </a:prstGeom>
          <a:solidFill>
            <a:srgbClr val="FF8F00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772400" y="3474720"/>
            <a:ext cx="640080" cy="640080"/>
          </a:xfrm>
          <a:prstGeom prst="ellipse">
            <a:avLst/>
          </a:prstGeom>
          <a:solidFill>
            <a:srgbClr val="4E342E">
              <a:alpha val="4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5720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Explorer Camp</a:t>
            </a:r>
            <a:endParaRPr lang="en-US" sz="36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环球探索沉浸式夏令营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286000" y="1691640"/>
            <a:ext cx="4572000" cy="36576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8" name="Shape 6"/>
          <p:cNvSpPr/>
          <p:nvPr/>
        </p:nvSpPr>
        <p:spPr>
          <a:xfrm>
            <a:off x="1828800" y="1920240"/>
            <a:ext cx="5486400" cy="2560320"/>
          </a:xfrm>
          <a:prstGeom prst="roundRect">
            <a:avLst>
              <a:gd name="adj" fmla="val 5357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103120" y="201168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BOARDING PASS  登机牌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103120" y="2514600"/>
            <a:ext cx="4937760" cy="1828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2606040"/>
            <a:ext cx="4572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航班: GR-002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 目的地:  非洲 AFRICA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日期: June 9, 2025  (6/9)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登机口: Room 101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 旅客: ________________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 seatbelts!  系好安全带！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3E2723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📅 护照进度  Passport Progress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1554480" cy="320040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188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02920" y="1627632"/>
            <a:ext cx="1280160" cy="27432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8288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亚洲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Asia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65760" y="34747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2057400" y="1097280"/>
            <a:ext cx="1554480" cy="3200400"/>
          </a:xfrm>
          <a:prstGeom prst="roundRect">
            <a:avLst>
              <a:gd name="adj" fmla="val 8824"/>
            </a:avLst>
          </a:prstGeom>
          <a:solidFill>
            <a:srgbClr val="FF8F00"/>
          </a:solidFill>
          <a:ln/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057400" y="1188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194560" y="1627632"/>
            <a:ext cx="1280160" cy="27432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14" name="Text 12"/>
          <p:cNvSpPr/>
          <p:nvPr/>
        </p:nvSpPr>
        <p:spPr>
          <a:xfrm>
            <a:off x="2057400" y="18288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非洲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Africa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057400" y="34747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TODAY!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749040" y="1097280"/>
            <a:ext cx="1554480" cy="320040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749040" y="1188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886200" y="1627632"/>
            <a:ext cx="1280160" cy="2743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9" name="Text 17"/>
          <p:cNvSpPr/>
          <p:nvPr/>
        </p:nvSpPr>
        <p:spPr>
          <a:xfrm>
            <a:off x="3749040" y="18288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欧洲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440680" y="1097280"/>
            <a:ext cx="1554480" cy="320040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440680" y="1188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577840" y="1627632"/>
            <a:ext cx="1280160" cy="2743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3" name="Text 21"/>
          <p:cNvSpPr/>
          <p:nvPr/>
        </p:nvSpPr>
        <p:spPr>
          <a:xfrm>
            <a:off x="5440680" y="18288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美洲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Americas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132320" y="1097280"/>
            <a:ext cx="1554480" cy="320040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132320" y="1188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269480" y="1627632"/>
            <a:ext cx="1280160" cy="27432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27" name="Text 25"/>
          <p:cNvSpPr/>
          <p:nvPr/>
        </p:nvSpPr>
        <p:spPr>
          <a:xfrm>
            <a:off x="7132320" y="18288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展览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Exhibition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E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stamp done!  已盖1个章！继续加油！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今天目标  Today's Goals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深入了解非洲3个国家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2560320" cy="1463040"/>
          </a:xfrm>
          <a:prstGeom prst="roundRect">
            <a:avLst>
              <a:gd name="adj" fmla="val 9375"/>
            </a:avLst>
          </a:prstGeom>
          <a:solidFill>
            <a:srgbClr val="FFCDD2"/>
          </a:solidFill>
          <a:ln w="1524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🇪🇬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埃及 Egypt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91840" y="1508760"/>
            <a:ext cx="2560320" cy="1463040"/>
          </a:xfrm>
          <a:prstGeom prst="roundRect">
            <a:avLst>
              <a:gd name="adj" fmla="val 9375"/>
            </a:avLst>
          </a:prstGeom>
          <a:solidFill>
            <a:srgbClr val="C8E6C9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🇰🇪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29184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肯尼亚 Kenya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126480" y="1508760"/>
            <a:ext cx="2560320" cy="1463040"/>
          </a:xfrm>
          <a:prstGeom prst="roundRect">
            <a:avLst>
              <a:gd name="adj" fmla="val 9375"/>
            </a:avLst>
          </a:prstGeom>
          <a:solidFill>
            <a:srgbClr val="BBDEFB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2648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🇿🇦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12648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南非 S. Africa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5240">
            <a:solidFill>
              <a:srgbClr val="3E2723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32461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学习目标 Learning Targets: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每个国家的基本信息（国旗、首都、人口、语言）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非洲独特的自然景观与野生动物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文化特色与旅行礼节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比较三个国家的异同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🌍 认识非洲  About Africa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0058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74320" y="15544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54个国家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74320" y="2011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Countries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54680" y="9144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154680" y="10058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154680" y="15544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14亿人口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154680" y="2011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Billion People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9144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35040" y="10058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🏜️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035040" y="15544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撒哈拉沙漠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035040" y="2011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Sahara — 世界最大沙漠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83464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29260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🏞️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274320" y="3474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尼罗河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74320" y="39319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Nile — 世界最长河流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154680" y="283464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154680" y="29260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3154680" y="3474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2,000+种语言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154680" y="39319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Linguistically Diverse!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35040" y="283464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035040" y="29260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🦁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6035040" y="3474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野生动物天堂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035040" y="39319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Five + Great Migration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非洲是人类文明的发源地！Africa is the cradle of humanity!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0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🗺️ 非洲地图  Africa Map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389120" y="914400"/>
            <a:ext cx="1828800" cy="1097280"/>
          </a:xfrm>
          <a:prstGeom prst="roundRect">
            <a:avLst>
              <a:gd name="adj" fmla="val 16667"/>
            </a:avLst>
          </a:prstGeom>
          <a:solidFill>
            <a:srgbClr val="C62828">
              <a:alpha val="85000"/>
            </a:srgbClr>
          </a:solidFill>
          <a:ln w="31750">
            <a:solidFill>
              <a:srgbClr val="C628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0" y="9144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🇪🇬 埃及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Egypt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0" y="2560320"/>
            <a:ext cx="1645920" cy="1097280"/>
          </a:xfrm>
          <a:prstGeom prst="roundRect">
            <a:avLst>
              <a:gd name="adj" fmla="val 16667"/>
            </a:avLst>
          </a:prstGeom>
          <a:solidFill>
            <a:srgbClr val="2E7D32">
              <a:alpha val="85000"/>
            </a:srgbClr>
          </a:solidFill>
          <a:ln w="31750">
            <a:solidFill>
              <a:srgbClr val="2E7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0" y="256032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🇰🇪 肯尼亚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Kenya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0" y="3657600"/>
            <a:ext cx="2011680" cy="914400"/>
          </a:xfrm>
          <a:prstGeom prst="roundRect">
            <a:avLst>
              <a:gd name="adj" fmla="val 20000"/>
            </a:avLst>
          </a:prstGeom>
          <a:solidFill>
            <a:srgbClr val="1565C0">
              <a:alpha val="85000"/>
            </a:srgbClr>
          </a:solidFill>
          <a:ln w="3175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365760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🇿🇦 南非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S. Africa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828800" y="914400"/>
            <a:ext cx="2286000" cy="1097280"/>
          </a:xfrm>
          <a:prstGeom prst="roundRect">
            <a:avLst>
              <a:gd name="adj" fmla="val 16667"/>
            </a:avLst>
          </a:prstGeom>
          <a:solidFill>
            <a:srgbClr val="90A4AE">
              <a:alpha val="4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828800" y="91440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北非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N. Africa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371600" y="2103120"/>
            <a:ext cx="1828800" cy="1371600"/>
          </a:xfrm>
          <a:prstGeom prst="roundRect">
            <a:avLst>
              <a:gd name="adj" fmla="val 13333"/>
            </a:avLst>
          </a:prstGeom>
          <a:solidFill>
            <a:srgbClr val="8D6E63">
              <a:alpha val="4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21031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西非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W. Africa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0" y="2103120"/>
            <a:ext cx="1828800" cy="1371600"/>
          </a:xfrm>
          <a:prstGeom prst="roundRect">
            <a:avLst>
              <a:gd name="adj" fmla="val 13333"/>
            </a:avLst>
          </a:prstGeom>
          <a:solidFill>
            <a:srgbClr val="A1887F">
              <a:alpha val="4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0" y="21031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中非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C. Africa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0" y="2103120"/>
            <a:ext cx="914400" cy="457200"/>
          </a:xfrm>
          <a:prstGeom prst="roundRect">
            <a:avLst>
              <a:gd name="adj" fmla="val 40000"/>
            </a:avLst>
          </a:prstGeom>
          <a:solidFill>
            <a:srgbClr val="00897B">
              <a:alpha val="4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0" y="21031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东非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E. Africa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今天我们去这三个国家！Today we visit these 3 countries!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🇪🇬 埃及概览  Egypt Overview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africa_pyramid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🏴 国旗：红白黑三色 + 金鹰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349240" y="14630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人口：约1.04亿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349240" y="19202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语言：阿拉伯语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349240" y="23774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首都：开罗 Cairo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349240" y="28346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地跨非洲和亚洲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349240" y="32918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🏺 四大文明古国之一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49240" y="37490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尼罗河流经全境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埃及有5000年的文明史！Egypt has 5,000 years of civilization!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🏛️ 首都：开罗  Capital: Cairo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africa_cai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开罗是埃及的首都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超过2000万人口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非洲最大的城市之一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位于尼罗河畔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阿拉伯文化中心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金字塔就在城市边上！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349240" y="3657600"/>
            <a:ext cx="3200400" cy="1828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8" name="Text 5"/>
          <p:cNvSpPr/>
          <p:nvPr/>
        </p:nvSpPr>
        <p:spPr>
          <a:xfrm>
            <a:off x="5349240" y="37490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「开罗」在阿拉伯语里意思是「胜利之城」！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🏺 金字塔与狮身人面像  Pyramids &amp; Sphinx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africa_sphinx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有4500年历史！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古代世界七大奇迹之一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胡夫金字塔高147米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用230万块石头建成！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每块石头重2.5吨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狮身人面像长73米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至今仍是未解之谜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金字塔是人类最伟大的建筑之一！One of humanity's greatest achievements!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🏞️ 尼罗河  The Nile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africa_ni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世界最长河流：6,650公里！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古埃及文明的摇篮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每年洪水带来肥沃土壤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现在有阿斯旺大坝控制洪水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流经11个非洲国家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从南向北流入地中海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349240" y="3657600"/>
            <a:ext cx="3200400" cy="1828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8" name="Text 5"/>
          <p:cNvSpPr/>
          <p:nvPr/>
        </p:nvSpPr>
        <p:spPr>
          <a:xfrm>
            <a:off x="5349240" y="37490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没有尼罗河就没有埃及文明！No Nile, no Egypt!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🍽️ 埃及美食  Egyptian Food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03920" cy="393192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24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005840"/>
            <a:ext cx="79552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🥣 鹰嘴豆泥 Hummus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中东最受欢迎的酱料，用大饼蘸着吃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🍲 库莎丽 Koshari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埃及国菜！米饭+意面+扁豆+番茄酱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🧆 法拉费尔 Falafel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炸鹰嘴豆丸子，外酥里嫩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🫓 大饼 Pita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每餐必备的主食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🍵 甜茶 Sweet Tea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埃及人特别爱喝加糖的红茶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4160520"/>
            <a:ext cx="7955280" cy="1828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20624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「你吃过鹰嘴豆泥吗？你觉得好吃吗？」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埃及旅行礼节  Egypt Travel Etiquette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03920" cy="3840480"/>
          </a:xfrm>
          <a:prstGeom prst="roundRect">
            <a:avLst>
              <a:gd name="adj" fmla="val 3571"/>
            </a:avLst>
          </a:prstGeom>
          <a:solidFill>
            <a:srgbClr val="FFCDD2"/>
          </a:solidFill>
          <a:ln w="1524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05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🇪🇬 在埃及旅行要注意：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🤚  用右手吃饭和递东西（左手被认为不干净）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9476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🕌  进清真寺要脱鞋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386584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 斋月期间白天不要在公开场合吃东西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💋  亲脸颊是常见的打招呼方式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264408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👗  穿着要保守，尤其是女性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70332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拍照前要先问许可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14223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🙏  「As-salamu alaykum」= 你好（愿和平与你同在）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尊重伊斯兰文化是在埃及旅行的基本礼节！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埃及 Check Understanding (1/2)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埃及的首都是哪里？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开罗 Cairo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世界最长的河流是什么？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尼罗河 Nile (6,650km)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金字塔有多少年历史？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约4,500年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胡夫金字塔用了多少块石头？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230万块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埃及人说什么语言？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阿拉伯语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埃及 Check Understanding (2/2)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埃及的国菜叫什么？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库莎丽 Koshari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进清真寺要注意什么？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要脱鞋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用哪只手吃饭和递东西？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右手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狮身人面像有多长？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73米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尼罗河流经几个国家？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11个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🇰🇪 肯尼亚概览  Kenya Overview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africa_keny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🏴 国旗：黑红绿+马赛盾牌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349240" y="14630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人口：约5,500万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349240" y="19202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斯瓦希里语 + 英语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349240" y="23774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首都：内罗毕 Nairobi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349240" y="28346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赤道穿过肯尼亚！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349240" y="32918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🦁 Safari（野生动物之旅）圣地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49240" y="37490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🏃 世界长跑冠军的摇篮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肯尼亚被称为「Safari之都」！Kenya is the Safari Capital!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🦁 非洲五大动物  The Big Five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africa_l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🦁 狮子 Lion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349240" y="13258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百兽之王，群居动物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349240" y="16916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🐘 大象 Elephant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349240" y="20116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陆地最大的动物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34924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🦏 犀牛 Rhinoceros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349240" y="2697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濒危动物，需要保护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349240" y="30632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🐆 花豹 Leopard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349240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非洲最神秘的猫科动物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349240" y="37490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🐃 水牛 Buffalo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349240" y="40690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非洲最危险的动物之一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在Safari中看到Big Five是最大的愿望！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🐘 动物大迁徙  The Great Migration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africa_elephan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世界上最壮观的自然景象！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200万只动物参与迁徙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包括角马、斑马、瞪羚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从坦桑尼亚到肯尼亚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马赛马拉是最佳观赏地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每年7-10月最壮观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跨越鳄鱼出没的马拉河！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349240" y="4114800"/>
            <a:ext cx="3200400" cy="1828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8" name="Text 5"/>
          <p:cNvSpPr/>
          <p:nvPr/>
        </p:nvSpPr>
        <p:spPr>
          <a:xfrm>
            <a:off x="5349240" y="4160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这是地球上最大的动物迁徙！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🍽️ 肯尼亚美食与文化  Kenya Food &amp; Culture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5303520" cy="3931920"/>
          </a:xfrm>
          <a:prstGeom prst="roundRect">
            <a:avLst>
              <a:gd name="adj" fmla="val 3488"/>
            </a:avLst>
          </a:prstGeom>
          <a:solidFill>
            <a:srgbClr val="C8E6C9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05840"/>
            <a:ext cx="48463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🍚 乌伽黎 Ugali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玉米面做的主食，像年糕一样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🥩 烤肉 Nyama Choma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肯尼亚最受欢迎的菜！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🫓 恰帕提 Chapati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印度传来的薄饼，非常好吃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🍵 肯尼亚红茶 Kenyan Tea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世界第三大茶叶出口国！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806440" y="868680"/>
            <a:ext cx="3017520" cy="39319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89320" y="960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马赛族文化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89320" y="14173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马赛族是肯尼亚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最著名的部族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63640" y="2103120"/>
            <a:ext cx="2103120" cy="91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0" name="Text 8"/>
          <p:cNvSpPr/>
          <p:nvPr/>
        </p:nvSpPr>
        <p:spPr>
          <a:xfrm>
            <a:off x="5989320" y="219456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穿红色斗篷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佩戴彩色珠子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880360"/>
            <a:ext cx="2103120" cy="91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5989320" y="297180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跳跃舞：跳得越高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越受尊敬！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3657600"/>
            <a:ext cx="2103120" cy="91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4" name="Text 12"/>
          <p:cNvSpPr/>
          <p:nvPr/>
        </p:nvSpPr>
        <p:spPr>
          <a:xfrm>
            <a:off x="5989320" y="374904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半游牧生活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与野生动物共存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肯尼亚旅行礼节  Kenya Travel Etiquette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03920" cy="3840480"/>
          </a:xfrm>
          <a:prstGeom prst="roundRect">
            <a:avLst>
              <a:gd name="adj" fmla="val 3571"/>
            </a:avLst>
          </a:prstGeom>
          <a:solidFill>
            <a:srgbClr val="C8E6C9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05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🇰🇪 在肯尼亚旅行要注意：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👋  Jambo! (你好) — 斯瓦希里语的问候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9476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 长握手表示尊重，不要急着松手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386584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☝️  不要用手指指着别人，用整只手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🦁  Safari时保持距离，不要下车！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264408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拍当地人之前要先问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70332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🙏  Hakuna Matata! = 没有烦恼！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14223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👴  尊重长者，让长者先吃饭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Hakuna Matata! 在肯尼亚，每天都是美好的一天！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肯尼亚 Check Understanding (1/2)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肯尼亚的首都是哪里？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内罗毕 Nairobi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非洲五大动物是哪五种？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狮子、大象、犀牛、花豹、水牛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动物大迁徙有多少只动物？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200万只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Jambo是什么意思？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你好！(斯瓦希里语)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肯尼亚人说哪两种语言？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斯瓦希里语和英语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肯尼亚 Check Understanding (2/2)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Ugali是用什么做的？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玉米面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马赛族的跳跃舞有什么意义？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跳得越高越受尊敬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Safari时最重要的规矩是什么？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保持距离，不要下车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Hakuna Matata是什么意思？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没有烦恼！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什么线穿过肯尼亚？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赤道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🇿🇦 南非概览  South Africa Overview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africa_table_mountai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🏴 国旗：6种颜色！世界最多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49240" y="141732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人口：约6,000万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349240" y="18288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11种官方语言！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349240" y="224028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3个首都！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349240" y="25146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(行政/立法/司法各一个)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349240" y="288036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🌈 彩虹之国 Rainbow Nation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349240" y="32918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🏔️ 桌山：世界新七大自然奇观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349240" y="370332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⛵ 好望角在这里！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南非被称为「彩虹之国」因为文化非常多元！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🏔️ 桌山与自然  Table Mountain &amp; Nature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africa_kilimanja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🏔️ 桌山 Table Mountain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山顶像桌子一样平！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世界新七大自然奇观之一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可以坐缆车上去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⛵ 好望角 Cape of Good Hope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非洲大陆的最南端附近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两大洋在这里相遇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🦁 克鲁格国家公园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南非最大的野生动物保护区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南非的自然风光令人叹为观止！Breathtaking nature!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✊ 曼德拉与彩虹之国  Mandela &amp; Rainbow Nation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africa_mandel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纳尔逊·曼德拉的故事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为了种族平等奋斗一生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被关在监狱27年！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出狱后当选南非总统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主张和解，不是报复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获得诺贝尔和平奖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349240" y="3566160"/>
            <a:ext cx="3200400" cy="182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8" name="Text 5"/>
          <p:cNvSpPr/>
          <p:nvPr/>
        </p:nvSpPr>
        <p:spPr>
          <a:xfrm>
            <a:off x="5349240" y="361188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为什么叫「彩虹之国」？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11种语言 = 多元文化共存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不同肤色的人和平生活在一起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曼德拉说：「教育是改变世界最有力的武器。」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🍽️ 南非美食  South African Food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03920" cy="393192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005840"/>
            <a:ext cx="79552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烤肉 Braai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南非人的骄傲！比BBQ更神圣，是社交活动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🥩 干肉条 Biltong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风干的调味肉条，南非最受欢迎的零食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🍚 玉米粥 Pap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和肯尼亚的Ugali类似，南非的主食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🍛 咖喱肉派 Bobotie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南非国菜！咖喱肉+蛋奶冻烤出来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🍵 如意宝茶 Rooibos Tea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只在南非才有的红茶，不含咖啡因！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4160520"/>
            <a:ext cx="7955280" cy="182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20624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「在南非，Braai不只是烤肉，是一种生活方式！」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南非旅行礼节  S. Africa Travel Etiquette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03920" cy="3840480"/>
          </a:xfrm>
          <a:prstGeom prst="roundRect">
            <a:avLst>
              <a:gd name="adj" fmla="val 3571"/>
            </a:avLst>
          </a:prstGeom>
          <a:solidFill>
            <a:srgbClr val="BBDEFB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05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🇿🇦 在南非旅行要注意：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👋  Sawubona! (我看见你了) — 祖鲁语的问候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9476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 三步握手：握手→扣拇指→再握手，表示友谊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386584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🌈  尊重多元文化，南非有11种语言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被邀请去Braai是很大的荣幸！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264408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✊  Ubuntu精神：「我因为你而存在」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70332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😊  南非人非常热情友好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14223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🏞️  尊重自然，不要随意接近野生动物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Ubuntu: I am because we are! 我因为你而存在！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南非 Check Understanding (1/2)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南非有几种官方语言？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11种！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南非为什么叫「彩虹之国」？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多元文化共存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曼德拉被关了多少年？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27年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南非有几个首都？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3个！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南非国旗有几种颜色？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6种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南非 Check Understanding (2/2)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Braai是什么？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南非烤肉/社交活动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桌山的特点是什么？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山顶像桌子一样平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Sawubona是什么意思？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我看见你了（祖鲁语问候）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Ubuntu是什么意思？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我因为你而存在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只在南非才有的茶叫什么？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如意宝茶 Rooibos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☕ 埃塞俄比亚咖啡的故事  Ethiopian Coffee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africa_coffe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EFEBE9"/>
          </a:solidFill>
          <a:ln w="15240">
            <a:solidFill>
              <a:srgbClr val="4E342E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☕ 咖啡的发源地！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传说一个牧羊人发现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山羊吃了红色果子后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变得精力充沛、又蹦又跳！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☕ 咖啡仪式 Coffee Ceremony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生豆现烤现磨现煮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要喝三杯才算礼貌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是社交和待客的重要仪式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全世界的咖啡都来自非洲！Coffee comes from Africa!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Mini Role Play  打招呼练习 (3-5 min)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B1F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站起来和旁边的同学练习！Stand up and practice!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1417320"/>
            <a:ext cx="2651760" cy="2743200"/>
          </a:xfrm>
          <a:prstGeom prst="roundRect">
            <a:avLst>
              <a:gd name="adj" fmla="val 5172"/>
            </a:avLst>
          </a:prstGeom>
          <a:solidFill>
            <a:srgbClr val="FFCDD2"/>
          </a:solidFill>
          <a:ln w="1524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🇪🇬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274320" y="21488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埃及 Egypt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2103120" cy="1828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278892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亲脸颊 +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「As-salamu alaykum」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154680" y="1417320"/>
            <a:ext cx="2651760" cy="2743200"/>
          </a:xfrm>
          <a:prstGeom prst="roundRect">
            <a:avLst>
              <a:gd name="adj" fmla="val 5172"/>
            </a:avLst>
          </a:prstGeom>
          <a:solidFill>
            <a:srgbClr val="C8E6C9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15468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🇰🇪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154680" y="21488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肯尼亚 Kenya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429000" y="2651760"/>
            <a:ext cx="2103120" cy="1828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4" name="Text 12"/>
          <p:cNvSpPr/>
          <p:nvPr/>
        </p:nvSpPr>
        <p:spPr>
          <a:xfrm>
            <a:off x="3154680" y="278892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长握手 +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「Jambo!」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035040" y="1417320"/>
            <a:ext cx="2651760" cy="2743200"/>
          </a:xfrm>
          <a:prstGeom prst="roundRect">
            <a:avLst>
              <a:gd name="adj" fmla="val 5172"/>
            </a:avLst>
          </a:prstGeom>
          <a:solidFill>
            <a:srgbClr val="BBDEFB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03504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🇿🇦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035040" y="21488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南非 S. Africa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309360" y="2651760"/>
            <a:ext cx="2103120" cy="182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0" y="278892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三步握手 +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「Sawubona!」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1F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尊重每个文化的问候方式！Respect every culture's greeting!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E2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🏆 上午竞赛  Morning Challenge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188720"/>
            <a:ext cx="7132320" cy="3200400"/>
          </a:xfrm>
          <a:prstGeom prst="roundRect">
            <a:avLst>
              <a:gd name="adj" fmla="val 4286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188720" y="1371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分组比赛！Team Challenge!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1: 说出3个非洲国家的首都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每个国家的打招呼方式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3: 说出非洲五大动物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4: 用中文介绍一个国家的食物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最快最准确的组得分！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8F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457200"/>
            <a:ext cx="1371600" cy="1371600"/>
          </a:xfrm>
          <a:prstGeom prst="ellipse">
            <a:avLst/>
          </a:prstGeom>
          <a:solidFill>
            <a:srgbClr val="FFD54F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☀️ 下午开始</a:t>
            </a:r>
            <a:endParaRPr lang="en-US" sz="34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3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Afternoon Session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2743200" y="2560320"/>
            <a:ext cx="3657600" cy="36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复习 → 对比总结 → 语言学习 → Project Time!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3E2723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快速复习  Quick Review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说出3个国家 + 每个国家一个特别的礼节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1463040"/>
            <a:ext cx="2651760" cy="2926080"/>
          </a:xfrm>
          <a:prstGeom prst="roundRect">
            <a:avLst>
              <a:gd name="adj" fmla="val 5172"/>
            </a:avLst>
          </a:prstGeom>
          <a:solidFill>
            <a:srgbClr val="FFCDD2"/>
          </a:solidFill>
          <a:ln w="1524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15544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🇪🇬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74320" y="22860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埃及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2103120" cy="1828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2971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特别的礼节：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4320" y="33832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___?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3154680" y="1463040"/>
            <a:ext cx="2651760" cy="2926080"/>
          </a:xfrm>
          <a:prstGeom prst="roundRect">
            <a:avLst>
              <a:gd name="adj" fmla="val 5172"/>
            </a:avLst>
          </a:prstGeom>
          <a:solidFill>
            <a:srgbClr val="C8E6C9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54680" y="15544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🇰🇪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3154680" y="22860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肯尼亚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429000" y="2834640"/>
            <a:ext cx="2103120" cy="1828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/>
          <p:nvPr/>
        </p:nvSpPr>
        <p:spPr>
          <a:xfrm>
            <a:off x="3154680" y="2971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特别的礼节：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154680" y="33832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___?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35040" y="1463040"/>
            <a:ext cx="2651760" cy="2926080"/>
          </a:xfrm>
          <a:prstGeom prst="roundRect">
            <a:avLst>
              <a:gd name="adj" fmla="val 5172"/>
            </a:avLst>
          </a:prstGeom>
          <a:solidFill>
            <a:srgbClr val="BBDEFB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035040" y="15544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🇿🇦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6035040" y="22860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南非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6309360" y="2834640"/>
            <a:ext cx="2103120" cy="182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3" name="Text 21"/>
          <p:cNvSpPr/>
          <p:nvPr/>
        </p:nvSpPr>
        <p:spPr>
          <a:xfrm>
            <a:off x="6035040" y="2971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特别的礼节：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035040" y="33832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___?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E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「谁能第一个说出来？」Who can answer first?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3E272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🌍 非洲三国文化对比  Comparison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1645920" cy="576072"/>
          </a:xfrm>
          <a:prstGeom prst="rect">
            <a:avLst/>
          </a:prstGeom>
          <a:solidFill>
            <a:srgbClr val="3E27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68680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011680" y="868680"/>
            <a:ext cx="2194560" cy="576072"/>
          </a:xfrm>
          <a:prstGeom prst="rect">
            <a:avLst/>
          </a:prstGeom>
          <a:solidFill>
            <a:srgbClr val="C6282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0" y="86868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🇪🇬 埃及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06240" y="868680"/>
            <a:ext cx="2194560" cy="576072"/>
          </a:xfrm>
          <a:prstGeom prst="rect">
            <a:avLst/>
          </a:prstGeom>
          <a:solidFill>
            <a:srgbClr val="2E7D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0" y="86868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🇰🇪 肯尼亚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0" y="868680"/>
            <a:ext cx="2194560" cy="576072"/>
          </a:xfrm>
          <a:prstGeom prst="rect">
            <a:avLst/>
          </a:prstGeom>
          <a:solidFill>
            <a:srgbClr val="1565C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86868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🇿🇦 南非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444752"/>
            <a:ext cx="1645920" cy="576072"/>
          </a:xfrm>
          <a:prstGeom prst="rect">
            <a:avLst/>
          </a:prstGeom>
          <a:solidFill>
            <a:srgbClr val="3E2723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1444752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打招呼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011680" y="1444752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0" y="144475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亲脸颊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06240" y="1444752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144475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Jambo!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0" y="1444752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44475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Sawubona!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2020824"/>
            <a:ext cx="1645920" cy="576072"/>
          </a:xfrm>
          <a:prstGeom prst="rect">
            <a:avLst/>
          </a:prstGeom>
          <a:solidFill>
            <a:srgbClr val="3E2723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2020824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语言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011680" y="2020824"/>
            <a:ext cx="2194560" cy="576072"/>
          </a:xfrm>
          <a:prstGeom prst="rect">
            <a:avLst/>
          </a:prstGeom>
          <a:solidFill>
            <a:srgbClr val="FFF3E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11680" y="2020824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阿拉伯语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206240" y="2020824"/>
            <a:ext cx="2194560" cy="576072"/>
          </a:xfrm>
          <a:prstGeom prst="rect">
            <a:avLst/>
          </a:prstGeom>
          <a:solidFill>
            <a:srgbClr val="FFF3E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06240" y="2020824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斯瓦希里语+英语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0" y="2020824"/>
            <a:ext cx="2194560" cy="576072"/>
          </a:xfrm>
          <a:prstGeom prst="rect">
            <a:avLst/>
          </a:prstGeom>
          <a:solidFill>
            <a:srgbClr val="FFF3E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2020824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11种语言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2596896"/>
            <a:ext cx="1645920" cy="576072"/>
          </a:xfrm>
          <a:prstGeom prst="rect">
            <a:avLst/>
          </a:prstGeom>
          <a:solidFill>
            <a:srgbClr val="3E2723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596896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代表食物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011680" y="2596896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011680" y="2596896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库莎丽 Koshari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06240" y="2596896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206240" y="2596896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烤肉 Nyama Choma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00800" y="2596896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0" y="2596896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烤肉 Braai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" y="3172968"/>
            <a:ext cx="1645920" cy="576072"/>
          </a:xfrm>
          <a:prstGeom prst="rect">
            <a:avLst/>
          </a:prstGeom>
          <a:solidFill>
            <a:srgbClr val="3E2723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172968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特色景点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011680" y="3172968"/>
            <a:ext cx="2194560" cy="576072"/>
          </a:xfrm>
          <a:prstGeom prst="rect">
            <a:avLst/>
          </a:prstGeom>
          <a:solidFill>
            <a:srgbClr val="FFF3E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011680" y="3172968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金字塔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206240" y="3172968"/>
            <a:ext cx="2194560" cy="576072"/>
          </a:xfrm>
          <a:prstGeom prst="rect">
            <a:avLst/>
          </a:prstGeom>
          <a:solidFill>
            <a:srgbClr val="FFF3E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06240" y="3172968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马赛马拉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400800" y="3172968"/>
            <a:ext cx="2194560" cy="576072"/>
          </a:xfrm>
          <a:prstGeom prst="rect">
            <a:avLst/>
          </a:prstGeom>
          <a:solidFill>
            <a:srgbClr val="FFF3E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0" y="3172968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桌山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3749040"/>
            <a:ext cx="1645920" cy="576072"/>
          </a:xfrm>
          <a:prstGeom prst="rect">
            <a:avLst/>
          </a:prstGeom>
          <a:solidFill>
            <a:srgbClr val="3E2723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3749040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有趣的事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011680" y="3749040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011680" y="374904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狮身人面像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206240" y="3749040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206240" y="374904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动物大迁徙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400800" y="3749040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0800" y="374904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彩虹之国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325112"/>
            <a:ext cx="1645920" cy="576072"/>
          </a:xfrm>
          <a:prstGeom prst="rect">
            <a:avLst/>
          </a:prstGeom>
          <a:solidFill>
            <a:srgbClr val="3E2723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325112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特别的动物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011680" y="4325112"/>
            <a:ext cx="2194560" cy="576072"/>
          </a:xfrm>
          <a:prstGeom prst="rect">
            <a:avLst/>
          </a:prstGeom>
          <a:solidFill>
            <a:srgbClr val="FFF3E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011680" y="432511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骆驼 🐪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206240" y="4325112"/>
            <a:ext cx="2194560" cy="576072"/>
          </a:xfrm>
          <a:prstGeom prst="rect">
            <a:avLst/>
          </a:prstGeom>
          <a:solidFill>
            <a:srgbClr val="FFF3E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206240" y="432511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狮子 🦁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400800" y="4325112"/>
            <a:ext cx="2194560" cy="576072"/>
          </a:xfrm>
          <a:prstGeom prst="rect">
            <a:avLst/>
          </a:prstGeom>
          <a:solidFill>
            <a:srgbClr val="FFF3E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00800" y="432511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企鹅 🐧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E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三个国家各有特色，你最想去哪个？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3E2723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🤔 共同点与不同  Similarities &amp; Differences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114800" cy="3657600"/>
          </a:xfrm>
          <a:prstGeom prst="roundRect">
            <a:avLst>
              <a:gd name="adj" fmla="val 3750"/>
            </a:avLst>
          </a:prstGeom>
          <a:solidFill>
            <a:srgbClr val="E8F5E9"/>
          </a:solidFill>
          <a:ln w="15240">
            <a:solidFill>
              <a:srgbClr val="388E3C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005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共同点 Similarities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1417320"/>
            <a:ext cx="3200400" cy="18288"/>
          </a:xfrm>
          <a:prstGeom prst="rect">
            <a:avLst/>
          </a:prstGeom>
          <a:solidFill>
            <a:srgbClr val="388E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55448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都在非洲大陆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都有丰富的野生动物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都重视待客之道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都有独特的美食文化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都有悠久的历史传统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114800" cy="3657600"/>
          </a:xfrm>
          <a:prstGeom prst="roundRect">
            <a:avLst>
              <a:gd name="adj" fmla="val 3750"/>
            </a:avLst>
          </a:prstGeom>
          <a:solidFill>
            <a:srgbClr val="FFF3E0"/>
          </a:solidFill>
          <a:ln w="1524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46320" y="1005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❌ 不同点 Differences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120640" y="1417320"/>
            <a:ext cx="3200400" cy="18288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55448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地理位置不同（北/东/南）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语言完全不同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宗教信仰不同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气候差异很大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埃及沙漠/肯尼亚草原/南非温带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3E2723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🧳 旅行小贴士  Travel Tips Summary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「如果你去非洲旅行，要记住：」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1417320"/>
            <a:ext cx="2651760" cy="2560320"/>
          </a:xfrm>
          <a:prstGeom prst="roundRect">
            <a:avLst>
              <a:gd name="adj" fmla="val 5357"/>
            </a:avLst>
          </a:prstGeom>
          <a:solidFill>
            <a:srgbClr val="FFCDD2"/>
          </a:solidFill>
          <a:ln w="1524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15087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🇪🇬 在埃及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2103120" cy="1828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214884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用右手吃饭！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进清真寺脱鞋！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斋月不公开吃东西！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154680" y="1417320"/>
            <a:ext cx="2651760" cy="2560320"/>
          </a:xfrm>
          <a:prstGeom prst="roundRect">
            <a:avLst>
              <a:gd name="adj" fmla="val 5357"/>
            </a:avLst>
          </a:prstGeom>
          <a:solidFill>
            <a:srgbClr val="C8E6C9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54680" y="15087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🇰🇪 在肯尼亚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429000" y="2011680"/>
            <a:ext cx="2103120" cy="1828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214884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说Jambo!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Safari不要下车！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长握手表尊重！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1417320"/>
            <a:ext cx="2651760" cy="2560320"/>
          </a:xfrm>
          <a:prstGeom prst="roundRect">
            <a:avLst>
              <a:gd name="adj" fmla="val 5357"/>
            </a:avLst>
          </a:prstGeom>
          <a:solidFill>
            <a:srgbClr val="BBDEFB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035040" y="15087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🇿🇦 在南非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309360" y="2011680"/>
            <a:ext cx="2103120" cy="182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172200" y="214884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三步握手！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尊重多元文化！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Ubuntu精神！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371600" y="4114800"/>
            <a:ext cx="6400800" cy="640080"/>
          </a:xfrm>
          <a:prstGeom prst="roundRect">
            <a:avLst>
              <a:gd name="adj" fmla="val 21429"/>
            </a:avLst>
          </a:prstGeom>
          <a:solidFill>
            <a:srgbClr val="3E2723"/>
          </a:solidFill>
          <a:ln/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371600" y="411480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尊重每个国家的文化是最重要的！Respect every culture!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3E272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📝 生词卡  Vocabulary Cards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1280160" cy="384048"/>
          </a:xfrm>
          <a:prstGeom prst="rect">
            <a:avLst/>
          </a:prstGeom>
          <a:solidFill>
            <a:srgbClr val="3E272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6868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汉字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554480" y="868680"/>
            <a:ext cx="1828800" cy="384048"/>
          </a:xfrm>
          <a:prstGeom prst="rect">
            <a:avLst/>
          </a:prstGeom>
          <a:solidFill>
            <a:srgbClr val="3E272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86868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拼音 Pinyin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868680"/>
            <a:ext cx="1280160" cy="384048"/>
          </a:xfrm>
          <a:prstGeom prst="rect">
            <a:avLst/>
          </a:prstGeom>
          <a:solidFill>
            <a:srgbClr val="3E272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86868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English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868680"/>
            <a:ext cx="1828800" cy="384048"/>
          </a:xfrm>
          <a:prstGeom prst="rect">
            <a:avLst/>
          </a:prstGeom>
          <a:solidFill>
            <a:srgbClr val="3E272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86868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汉字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92240" y="868680"/>
            <a:ext cx="1280160" cy="384048"/>
          </a:xfrm>
          <a:prstGeom prst="rect">
            <a:avLst/>
          </a:prstGeom>
          <a:solidFill>
            <a:srgbClr val="3E272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86868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拼音 Pinyin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0" y="868680"/>
            <a:ext cx="1280160" cy="384048"/>
          </a:xfrm>
          <a:prstGeom prst="rect">
            <a:avLst/>
          </a:prstGeom>
          <a:solidFill>
            <a:srgbClr val="3E272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0" y="86868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English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1252728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125272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金字塔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554480" y="1252728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54480" y="125272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 zi ta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83280" y="1252728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3280" y="125272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pyramid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1252728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125272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迁徙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92240" y="1252728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92240" y="125272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qian xi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0" y="1252728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0" y="125272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1636776"/>
            <a:ext cx="1280160" cy="384048"/>
          </a:xfrm>
          <a:prstGeom prst="rect">
            <a:avLst/>
          </a:prstGeom>
          <a:solidFill>
            <a:srgbClr val="FFF3E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1636776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沙漠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1554480" y="1636776"/>
            <a:ext cx="1828800" cy="384048"/>
          </a:xfrm>
          <a:prstGeom prst="rect">
            <a:avLst/>
          </a:prstGeom>
          <a:solidFill>
            <a:srgbClr val="FFF3E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554480" y="1636776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 mo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383280" y="1636776"/>
            <a:ext cx="1280160" cy="384048"/>
          </a:xfrm>
          <a:prstGeom prst="rect">
            <a:avLst/>
          </a:prstGeom>
          <a:solidFill>
            <a:srgbClr val="FFF3E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3280" y="1636776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desert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663440" y="1636776"/>
            <a:ext cx="1828800" cy="384048"/>
          </a:xfrm>
          <a:prstGeom prst="rect">
            <a:avLst/>
          </a:prstGeom>
          <a:solidFill>
            <a:srgbClr val="FFF3E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63440" y="1636776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咖啡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492240" y="1636776"/>
            <a:ext cx="1280160" cy="384048"/>
          </a:xfrm>
          <a:prstGeom prst="rect">
            <a:avLst/>
          </a:prstGeom>
          <a:solidFill>
            <a:srgbClr val="FFF3E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92240" y="1636776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fei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772400" y="1636776"/>
            <a:ext cx="1280160" cy="384048"/>
          </a:xfrm>
          <a:prstGeom prst="rect">
            <a:avLst/>
          </a:prstGeom>
          <a:solidFill>
            <a:srgbClr val="FFF3E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0" y="1636776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coffee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74320" y="2020824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4320" y="2020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狮子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1554480" y="2020824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554480" y="202082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 zi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383280" y="2020824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83280" y="2020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lion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663440" y="2020824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63440" y="202082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彩虹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492240" y="2020824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92240" y="2020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 hong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772400" y="2020824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72400" y="2020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rainbow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74320" y="2404872"/>
            <a:ext cx="1280160" cy="384048"/>
          </a:xfrm>
          <a:prstGeom prst="rect">
            <a:avLst/>
          </a:prstGeom>
          <a:solidFill>
            <a:srgbClr val="FFF3E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74320" y="24048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大象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1554480" y="2404872"/>
            <a:ext cx="1828800" cy="384048"/>
          </a:xfrm>
          <a:prstGeom prst="rect">
            <a:avLst/>
          </a:prstGeom>
          <a:solidFill>
            <a:srgbClr val="FFF3E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554480" y="24048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xiang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3383280" y="2404872"/>
            <a:ext cx="1280160" cy="384048"/>
          </a:xfrm>
          <a:prstGeom prst="rect">
            <a:avLst/>
          </a:prstGeom>
          <a:solidFill>
            <a:srgbClr val="FFF3E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3280" y="24048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elephant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663440" y="2404872"/>
            <a:ext cx="1828800" cy="384048"/>
          </a:xfrm>
          <a:prstGeom prst="rect">
            <a:avLst/>
          </a:prstGeom>
          <a:solidFill>
            <a:srgbClr val="FFF3E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63440" y="24048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和平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492240" y="2404872"/>
            <a:ext cx="1280160" cy="384048"/>
          </a:xfrm>
          <a:prstGeom prst="rect">
            <a:avLst/>
          </a:prstGeom>
          <a:solidFill>
            <a:srgbClr val="FFF3E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492240" y="24048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ping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772400" y="2404872"/>
            <a:ext cx="1280160" cy="384048"/>
          </a:xfrm>
          <a:prstGeom prst="rect">
            <a:avLst/>
          </a:prstGeom>
          <a:solidFill>
            <a:srgbClr val="FFF3E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72400" y="24048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peace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274320" y="2788920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74320" y="278892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尼罗河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1554480" y="2788920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554480" y="278892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luo he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3383280" y="2788920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383280" y="278892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Nile River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4663440" y="2788920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663440" y="278892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礼节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492240" y="2788920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492240" y="278892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jie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7772400" y="2788920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772400" y="278892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etiquette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E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跟老师一起读！Read with the teacher!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3E2723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💬 句型练习  Sentence Patterns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850392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601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「我想去___看___」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0" y="960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want to go to ___ to see ___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8138160" cy="914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46304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我想去埃及看金字塔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240280"/>
            <a:ext cx="850392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" y="228600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「在___，人们说___打招呼」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0" y="228600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___, people say ___ to greet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743200"/>
            <a:ext cx="8138160" cy="91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78892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在肯尼亚，人们说Jambo打招呼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3566160"/>
            <a:ext cx="850392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36118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「___最有名的是___」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0" y="36118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 is most famous for ___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069080"/>
            <a:ext cx="8138160" cy="914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11480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南非最有名的是彩虹之国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E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和同伴一起练习！Practice with a partner!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Role Play  角色扮演 (10-15 min)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1F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「你到了非洲三个国家旅行！」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74320" y="13716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C8E6C9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14173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Round 1: Safari导游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82880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介绍Big Five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「看！那是___！」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54680" y="13716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CDD2"/>
          </a:solidFill>
          <a:ln w="1524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154680" y="14173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Round 2: 埃及餐厅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46120" y="182880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点菜：「我想吃___」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用右手吃大饼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3716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BBDEFB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4173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Round 3: 南非Braai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26480" y="182880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三步握手 + 说Sawubona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「这是___，很好吃！」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246120"/>
            <a:ext cx="8503920" cy="146304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5240">
            <a:solidFill>
              <a:srgbClr val="7B1FA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32918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1F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分层 Differentiation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36576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🟢 零基础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9776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模仿动作 + 说动物名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00400" y="36576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🔵 Level 2-3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00400" y="39776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「你好！我想看___」+ 做动作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0" y="36576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1F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🟣 Level 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43600" y="39776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完整对话 + 介绍文化礼节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🎨 Project Time!  护照非洲页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Passport 非洲页 Template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8229600" cy="566928"/>
          </a:xfrm>
          <a:prstGeom prst="roundRect">
            <a:avLst>
              <a:gd name="adj" fmla="val 2419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🌎 Where am I?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6002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非洲 (埃及/肯尼亚/南非)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66928"/>
          </a:xfrm>
          <a:prstGeom prst="roundRect">
            <a:avLst>
              <a:gd name="adj" fmla="val 2419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20299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👀 What did I see?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2860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金字塔 / Safari / 桌山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8229600" cy="566928"/>
          </a:xfrm>
          <a:prstGeom prst="roundRect">
            <a:avLst>
              <a:gd name="adj" fmla="val 2419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" y="27157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🍜 What did I eat?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29718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库莎丽 / 烤肉 / Braai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383280"/>
            <a:ext cx="8229600" cy="566928"/>
          </a:xfrm>
          <a:prstGeom prst="roundRect">
            <a:avLst>
              <a:gd name="adj" fmla="val 2419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34015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Cultural Discovery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6576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三步握手 / Jambo / Ubuntu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069080"/>
            <a:ext cx="8229600" cy="566928"/>
          </a:xfrm>
          <a:prstGeom prst="roundRect">
            <a:avLst>
              <a:gd name="adj" fmla="val 2419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40873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💬 My Sentence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3434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我想去___看___。___最有名的是...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用彩色笔画出你最喜欢的！Draw your favorite!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📊 Project 分层  Differentiated Tasks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8503920" cy="1097280"/>
          </a:xfrm>
          <a:prstGeom prst="roundRect">
            <a:avLst>
              <a:gd name="adj" fmla="val 12500"/>
            </a:avLst>
          </a:prstGeom>
          <a:solidFill>
            <a:srgbClr val="E8F5E9"/>
          </a:solidFill>
          <a:ln w="15240">
            <a:solidFill>
              <a:srgbClr val="388E3C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601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🟢 零基础 Beginners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画图 + 写词  (金字塔 / 狮子 / 大象)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2194560"/>
            <a:ext cx="8503920" cy="1097280"/>
          </a:xfrm>
          <a:prstGeom prst="roundRect">
            <a:avLst>
              <a:gd name="adj" fmla="val 12500"/>
            </a:avLst>
          </a:prstGeom>
          <a:solidFill>
            <a:srgbClr val="E8EAF6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2240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🔵 Level 2-3 Intermediate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26060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「I see ___. I eat ___. In Kenya, people say Jambo.」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3474720"/>
            <a:ext cx="8503920" cy="1280160"/>
          </a:xfrm>
          <a:prstGeom prst="roundRect">
            <a:avLst>
              <a:gd name="adj" fmla="val 10714"/>
            </a:avLst>
          </a:prstGeom>
          <a:solidFill>
            <a:srgbClr val="F3E5F5"/>
          </a:solidFill>
          <a:ln w="15240">
            <a:solidFill>
              <a:srgbClr val="7B1FA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" y="3520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1F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🟣 Level 4 Advanced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388620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「In Egypt, I saw the Pyramids. They are 4,500 years old!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Mandela was in prison for 27 years. He taught us about peace...」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📄 Project 示范  Example Page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914400" y="914400"/>
            <a:ext cx="7315200" cy="384048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100584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🌍 My Africa Page  我的非洲页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828800" y="1463040"/>
            <a:ext cx="5486400" cy="18288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1600200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🌎 I visited: 非洲 Africa — 埃及, 肯尼亚, 南非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80160" y="2075688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👀 I saw: 金字塔 Pyramids, 狮子 Lions on Safari, 桌山 Table Mountain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80160" y="2551176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I ate: 库莎丽 Koshari, 烤肉 Nyama Choma, Braai!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80160" y="3026664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 I learned: 在肯尼亚说Jambo, 在南非说Sawubona, Ubuntu精神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80160" y="3502152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My sentence: 我想去肯尼亚看狮子。南非最有名的是彩虹之国。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80160" y="3977640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[Draw your favorite animal or landmark here!]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3E2723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🗣️ 分享时间  Sharing Time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和同伴分享你的非洲页！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 your Africa page with a partner!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822960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3E2723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202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句型提示 Sentence Starters: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3774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「我去了___，看到了___。」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8346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「我最想去___，因为___。」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2918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「在___旅行，要注意___。」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「我觉得最有趣的是___。」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E2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🪪 非洲签证章  Africa Visa Stamp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0" y="1097280"/>
            <a:ext cx="3657600" cy="3200400"/>
          </a:xfrm>
          <a:prstGeom prst="ellipse">
            <a:avLst/>
          </a:prstGeom>
          <a:solidFill>
            <a:srgbClr val="3E2723"/>
          </a:solidFill>
          <a:ln w="50800">
            <a:solidFill>
              <a:srgbClr val="FF8F00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2743200" y="128016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AFRICA</a:t>
            </a:r>
            <a:endParaRPr lang="en-US" sz="34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非洲</a:t>
            </a:r>
            <a:endParaRPr lang="en-US" sz="34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 VISITED</a:t>
            </a:r>
            <a:endParaRPr lang="en-US" sz="3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6/9/2025</a:t>
            </a:r>
            <a:endParaRPr lang="en-US" sz="3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埃及 · 肯尼亚 · 南非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恭喜你完成非洲之旅！Congratulations!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E2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✈️ 明天航班</a:t>
            </a:r>
            <a:endParaRPr lang="en-US" sz="3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Tomorrow's Flight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743200" y="1554480"/>
            <a:ext cx="3657600" cy="36576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6" name="Shape 4"/>
          <p:cNvSpPr/>
          <p:nvPr/>
        </p:nvSpPr>
        <p:spPr>
          <a:xfrm>
            <a:off x="1371600" y="1828800"/>
            <a:ext cx="6400800" cy="2377440"/>
          </a:xfrm>
          <a:prstGeom prst="roundRect">
            <a:avLst>
              <a:gd name="adj" fmla="val 576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645920" y="1920240"/>
            <a:ext cx="5852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Flight 航班: GR-003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Destination 目的地: 欧洲 EUROPE</a:t>
            </a:r>
            <a:endParaRPr lang="en-US" sz="1800" dirty="0"/>
          </a:p>
          <a:p>
            <a:pPr algn="ctr" indent="0" marL="0">
              <a:buNone/>
            </a:pPr>
            <a:endParaRPr lang="en-US" sz="18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明天我们去欧洲！</a:t>
            </a:r>
            <a:endParaRPr lang="en-US" sz="18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那里有什么著名的建筑？</a:t>
            </a:r>
            <a:endParaRPr lang="en-US" sz="1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 we fly to Europe! What famous buildings are there?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 tomorrow, explorers!  明天见，小探险家们！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Explorer Camp · Day 2: 非洲 Africa</dc:title>
  <dc:subject>PptxGenJS Presentation</dc:subject>
  <dc:creator>谷雨中文 GR EDU</dc:creator>
  <cp:lastModifiedBy>谷雨中文 GR EDU</cp:lastModifiedBy>
  <cp:revision>1</cp:revision>
  <dcterms:created xsi:type="dcterms:W3CDTF">2026-03-19T21:35:37Z</dcterms:created>
  <dcterms:modified xsi:type="dcterms:W3CDTF">2026-03-19T21:35:37Z</dcterms:modified>
</cp:coreProperties>
</file>