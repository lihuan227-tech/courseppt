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82880" y="182880"/>
            <a:ext cx="457200" cy="45720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 rot="-600000">
            <a:off x="8046720" y="137160"/>
            <a:ext cx="365760" cy="36576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7498080" y="4206240"/>
            <a:ext cx="411480" cy="41148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 rot="-300000">
            <a:off x="274320" y="4114800"/>
            <a:ext cx="320040" cy="32004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 rot="1500000">
            <a:off x="4206240" y="91440"/>
            <a:ext cx="274320" cy="27432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320040"/>
            <a:ext cx="566928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720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Camp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00584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最终站：国际文化展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169164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Culture Exhibition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286000" y="2194560"/>
            <a:ext cx="384048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12" name="Shape 10"/>
          <p:cNvSpPr/>
          <p:nvPr/>
        </p:nvSpPr>
        <p:spPr>
          <a:xfrm>
            <a:off x="1828800" y="2423160"/>
            <a:ext cx="4754880" cy="1097280"/>
          </a:xfrm>
          <a:prstGeom prst="roundRect">
            <a:avLst>
              <a:gd name="adj" fmla="val 10000"/>
            </a:avLst>
          </a:prstGeom>
          <a:solidFill>
            <a:srgbClr val="6A1B9A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828800" y="23774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ARRIVED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2331720" y="2880360"/>
            <a:ext cx="502920" cy="502920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063240" y="2880360"/>
            <a:ext cx="502920" cy="502920"/>
          </a:xfrm>
          <a:prstGeom prst="ellipse">
            <a:avLst/>
          </a:prstGeom>
          <a:solidFill>
            <a:srgbClr val="FF8F00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6324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2880360"/>
            <a:ext cx="502920" cy="502920"/>
          </a:xfrm>
          <a:prstGeom prst="ellipse">
            <a:avLst/>
          </a:prstGeom>
          <a:solidFill>
            <a:srgbClr val="1565C0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26280" y="2880360"/>
            <a:ext cx="502920" cy="502920"/>
          </a:xfrm>
          <a:prstGeom prst="ellipse">
            <a:avLst/>
          </a:prstGeom>
          <a:solidFill>
            <a:srgbClr val="2E7D32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2880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749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6/12 周五 Friday  |  谷雨中文 GR EDU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371600" y="4297680"/>
            <a:ext cx="5669280" cy="45720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我们的旅程 Our Journey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1874520"/>
            <a:ext cx="6400800" cy="54864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17320"/>
            <a:ext cx="1005840" cy="1005840"/>
          </a:xfrm>
          <a:prstGeom prst="ellipse">
            <a:avLst/>
          </a:prstGeom>
          <a:solidFill>
            <a:srgbClr val="C62828"/>
          </a:solidFill>
          <a:ln w="25400">
            <a:solidFill>
              <a:srgbClr val="4A14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1732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86000" y="1417320"/>
            <a:ext cx="1005840" cy="1005840"/>
          </a:xfrm>
          <a:prstGeom prst="ellipse">
            <a:avLst/>
          </a:prstGeom>
          <a:solidFill>
            <a:srgbClr val="FF8F00"/>
          </a:solidFill>
          <a:ln w="25400">
            <a:solidFill>
              <a:srgbClr val="4A14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41732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103120" y="25603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0" y="1417320"/>
            <a:ext cx="1005840" cy="1005840"/>
          </a:xfrm>
          <a:prstGeom prst="ellipse">
            <a:avLst/>
          </a:prstGeom>
          <a:solidFill>
            <a:srgbClr val="1565C0"/>
          </a:solidFill>
          <a:ln w="25400">
            <a:solidFill>
              <a:srgbClr val="4A14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0" y="141732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657600" y="25603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94960" y="1417320"/>
            <a:ext cx="1005840" cy="1005840"/>
          </a:xfrm>
          <a:prstGeom prst="ellipse">
            <a:avLst/>
          </a:prstGeom>
          <a:solidFill>
            <a:srgbClr val="2E7D32"/>
          </a:solidFill>
          <a:ln w="25400">
            <a:solidFill>
              <a:srgbClr val="4A14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141732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🌎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212080" y="25603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49440" y="1417320"/>
            <a:ext cx="1005840" cy="1005840"/>
          </a:xfrm>
          <a:prstGeom prst="ellipse">
            <a:avLst/>
          </a:prstGeom>
          <a:solidFill>
            <a:srgbClr val="FFD54F"/>
          </a:solidFill>
          <a:ln w="25400">
            <a:solidFill>
              <a:srgbClr val="4A14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417320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🏆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766560" y="25603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371600" y="3474720"/>
            <a:ext cx="5669280" cy="640080"/>
          </a:xfrm>
          <a:prstGeom prst="roundRect">
            <a:avLst>
              <a:gd name="adj" fmla="val 17143"/>
            </a:avLst>
          </a:prstGeom>
          <a:solidFill>
            <a:srgbClr val="FFD54F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371600" y="347472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4个签证章全部集齐! All 4 visa stamps collected!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今天日程 Today's Schedule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229600" cy="365760"/>
          </a:xfrm>
          <a:prstGeom prst="roundRect">
            <a:avLst>
              <a:gd name="adj" fmla="val 30000"/>
            </a:avLst>
          </a:prstGeom>
          <a:solidFill>
            <a:srgbClr val="6A1B9A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上午 Morning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1234440"/>
            <a:ext cx="6583680" cy="347472"/>
          </a:xfrm>
          <a:prstGeom prst="roundRect">
            <a:avLst>
              <a:gd name="adj" fmla="val 31579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234440"/>
            <a:ext cx="6583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四大洲知识回顾+对比 Continent Review &amp; Compare  (15 min)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645920"/>
            <a:ext cx="6583680" cy="347472"/>
          </a:xfrm>
          <a:prstGeom prst="roundRect">
            <a:avLst>
              <a:gd name="adj" fmla="val 31579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1645920"/>
            <a:ext cx="6583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护照封面设计 Passport Cover Design  (15 min)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2057400"/>
            <a:ext cx="6583680" cy="347472"/>
          </a:xfrm>
          <a:prstGeom prst="roundRect">
            <a:avLst>
              <a:gd name="adj" fmla="val 31579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057400"/>
            <a:ext cx="6583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 展示练习 Presentation Prep  (10 min)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468880"/>
            <a:ext cx="6583680" cy="347472"/>
          </a:xfrm>
          <a:prstGeom prst="roundRect">
            <a:avLst>
              <a:gd name="adj" fmla="val 31579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468880"/>
            <a:ext cx="6583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展览规则 + Gallery Walk  (5 min)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2880360"/>
            <a:ext cx="6583680" cy="347472"/>
          </a:xfrm>
          <a:prstGeom prst="roundRect">
            <a:avLst>
              <a:gd name="adj" fmla="val 31579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2880360"/>
            <a:ext cx="6583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展览+知识大挑战 Exhibition + Quiz  (10 min)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37560"/>
            <a:ext cx="8229600" cy="365760"/>
          </a:xfrm>
          <a:prstGeom prst="roundRect">
            <a:avLst>
              <a:gd name="adj" fmla="val 30000"/>
            </a:avLst>
          </a:prstGeom>
          <a:solidFill>
            <a:srgbClr val="4A148C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3337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 Afternoon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794760"/>
            <a:ext cx="6583680" cy="256032"/>
          </a:xfrm>
          <a:prstGeom prst="roundRect">
            <a:avLst>
              <a:gd name="adj" fmla="val 42857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4400" y="37947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Final Page: 我最喜欢的国家  (15 min)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4087368"/>
            <a:ext cx="6583680" cy="256032"/>
          </a:xfrm>
          <a:prstGeom prst="roundRect">
            <a:avLst>
              <a:gd name="adj" fmla="val 42857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087368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 Show &amp; Tell 展示  (15 min)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" y="4379976"/>
            <a:ext cx="6583680" cy="256032"/>
          </a:xfrm>
          <a:prstGeom prst="roundRect">
            <a:avLst>
              <a:gd name="adj" fmla="val 42857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4379976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投票+颁奖 Voting+Awards  (10 min)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4400" y="4672584"/>
            <a:ext cx="6583680" cy="256032"/>
          </a:xfrm>
          <a:prstGeom prst="roundRect">
            <a:avLst>
              <a:gd name="adj" fmla="val 42857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4672584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结营仪式 Closing Ceremony  (10 min)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🌏 亚洲回顾 Asia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274320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C62828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🇨🇳 中国 China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握手 Handshake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🥢 筷子 Chopsticks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🥟 饺子 Dumplings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不插筷子在饭里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stick chopsticks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upright in rice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C62828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0896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🇯🇵 日本 Japan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0896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0040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🙇 鞠躬 Bow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👟 脱鞋进屋 Remove shoes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🍣 寿司 Sushi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🍜 吃面出声OK!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Slurping noodles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polite!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C62828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🇮🇳 印度 India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合十 Namaste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🤚 用右手 Right hand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🍛 咖喱 Curry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不摸别人的头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touch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someone's head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C62828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非洲回顾 Africa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274320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FF8F0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🇪🇬 埃及 Egypt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💋 亲脸颊 Cheek kiss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🤚 用右手 Right hand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🧆 鹰嘴豆泥 Hummus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金字塔 Pyramids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Ancient wonder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world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FF8F0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0896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🇰🇪 肯尼亚 Kenya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0896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0040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Jambo! Hello!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👆 不用手指指人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point at people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🍚 Ugali 乌咖力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Safari 大草原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FF8F0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🇿🇦 南非 S. Africa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三步握手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Three-step handshake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11种官方语言!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official languages!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🥩 Braai 南非烤肉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8F0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欧洲回顾 Europe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274320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🇫🇷 法国 France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💋 亲脸颊 Bisou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不催服务员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rush waiters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🥐 可颂 Croissant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🗼 埃菲尔铁塔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0896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🇮🇹 意大利 Italy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0896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0040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Ciao! + 手势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gestures = Italian!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🍕 不加菠萝在披萨上!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pineapple on pizza!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罗马 Rome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🇬🇧 英国 UK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排队! Queue up!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Please &amp; Thank you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polite culture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🐟 炸鱼薯条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and Chips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1565C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🌎 美洲回顾 Americas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274320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2E7D32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🇺🇸 美国 USA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握手 Handshake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💵 给小费 Tip 15-20%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🍔 汉堡 Hamburger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🗽 自由女神像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 of Liberty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2E7D32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0896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🇲🇽 墨西哥 Mexico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0896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0040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🤗 拥抱 Hug + Abrazo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Hola! 你好!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🌮 Taco 玉米饼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🍫 巧克力发源地!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Birthplace of chocolate!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822960"/>
            <a:ext cx="2697480" cy="411480"/>
          </a:xfrm>
          <a:prstGeom prst="roundRect">
            <a:avLst>
              <a:gd name="adj" fmla="val 26667"/>
            </a:avLst>
          </a:prstGeom>
          <a:solidFill>
            <a:srgbClr val="2E7D32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2296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🇧🇷 巴西 Brazil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0" y="12801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035040" y="1371600"/>
            <a:ext cx="2514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💋 亲两次 Two kisses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⚽ 别说足球不好!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dis soccer!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🥩 Churrasco 烤肉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狂欢节 Carnival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2E7D32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四大洲打招呼方式大对比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People Say Hello Around the World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804160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280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大洲 Continent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78480" y="960120"/>
            <a:ext cx="2804160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78480" y="960120"/>
            <a:ext cx="280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国家 Countries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82640" y="960120"/>
            <a:ext cx="2804160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CE93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82640" y="960120"/>
            <a:ext cx="280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打招呼方式 Greeting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371600"/>
            <a:ext cx="73152" cy="50292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371600"/>
            <a:ext cx="2377440" cy="502920"/>
          </a:xfrm>
          <a:prstGeom prst="rect">
            <a:avLst/>
          </a:prstGeom>
          <a:solidFill>
            <a:srgbClr val="F3E5F5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371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 亚洲 Asia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651760" y="1371600"/>
            <a:ext cx="3017520" cy="502920"/>
          </a:xfrm>
          <a:prstGeom prst="rect">
            <a:avLst/>
          </a:prstGeom>
          <a:solidFill>
            <a:srgbClr val="F3E5F5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13716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 / 日本 / 印度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1371600"/>
            <a:ext cx="3017520" cy="502920"/>
          </a:xfrm>
          <a:prstGeom prst="rect">
            <a:avLst/>
          </a:prstGeom>
          <a:solidFill>
            <a:srgbClr val="F3E5F5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13716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/ 鞠躬 / 合十Namaste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1874520"/>
            <a:ext cx="73152" cy="502920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187452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18745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非洲 Africa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51760" y="1874520"/>
            <a:ext cx="3017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0" y="18745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埃及 / 肯尼亚 / 南非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0" y="1874520"/>
            <a:ext cx="3017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0" y="18745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 / Jambo! / 三步握手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2377440"/>
            <a:ext cx="73152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6" name="Shape 24"/>
          <p:cNvSpPr/>
          <p:nvPr/>
        </p:nvSpPr>
        <p:spPr>
          <a:xfrm>
            <a:off x="274320" y="2377440"/>
            <a:ext cx="2377440" cy="502920"/>
          </a:xfrm>
          <a:prstGeom prst="rect">
            <a:avLst/>
          </a:prstGeom>
          <a:solidFill>
            <a:srgbClr val="F3E5F5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3774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欧洲 Europe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651760" y="2377440"/>
            <a:ext cx="3017520" cy="502920"/>
          </a:xfrm>
          <a:prstGeom prst="rect">
            <a:avLst/>
          </a:prstGeom>
          <a:solidFill>
            <a:srgbClr val="F3E5F5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0" y="23774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 / 意大利 / 英国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0" y="2377440"/>
            <a:ext cx="3017520" cy="502920"/>
          </a:xfrm>
          <a:prstGeom prst="rect">
            <a:avLst/>
          </a:prstGeom>
          <a:solidFill>
            <a:srgbClr val="F3E5F5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60720" y="23774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亲脸颊 / Ciao!+手势 / Hello+握手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" y="2880360"/>
            <a:ext cx="73152" cy="5029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3" name="Shape 31"/>
          <p:cNvSpPr/>
          <p:nvPr/>
        </p:nvSpPr>
        <p:spPr>
          <a:xfrm>
            <a:off x="274320" y="288036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803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 美洲 Americas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51760" y="2880360"/>
            <a:ext cx="3017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0" y="28803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 / 墨西哥 / 巴西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0" y="2880360"/>
            <a:ext cx="30175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E93D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0" y="28803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 / 拥抱Hola / 亲两次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14400" y="3520440"/>
            <a:ext cx="6766560" cy="685800"/>
          </a:xfrm>
          <a:prstGeom prst="roundRect">
            <a:avLst>
              <a:gd name="adj" fmla="val 16000"/>
            </a:avLst>
          </a:prstGeom>
          <a:solidFill>
            <a:srgbClr val="FFD54F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14400" y="3520440"/>
            <a:ext cx="6766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全世界的人都在说「你好」，只是方式不同!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says hello — just in different ways!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097280" y="4343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🤝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2468880" y="4343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🙇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3840480" y="4343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🙏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5212080" y="4343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💋</a:t>
            </a:r>
            <a:endParaRPr lang="en-US" sz="2800" dirty="0"/>
          </a:p>
        </p:txBody>
      </p:sp>
      <p:sp>
        <p:nvSpPr>
          <p:cNvPr id="45" name="Text 43"/>
          <p:cNvSpPr/>
          <p:nvPr/>
        </p:nvSpPr>
        <p:spPr>
          <a:xfrm>
            <a:off x="6583680" y="4343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🤗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🍽️ 四大洲饮食文化对比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Eating Cultures Around the World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3E5F5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🥢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14173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用筷子 Chopsticks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82880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中国、日本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China, Japan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91440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3E5F5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08960" y="9601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🤚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108960" y="14173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用手 By Hand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182880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印度、肯尼亚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埃及 (右手!)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91440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3E5F5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9601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🍴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943600" y="14173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用刀叉 Fork &amp; Knife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35040" y="182880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法国、意大利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英国、美国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2926080"/>
            <a:ext cx="84124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4320" y="29260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🔥 每个地方都有BBQ/烤肉!  Everyone loves BBQ!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29184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🇨🇳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中国烧烤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BBQ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03120" y="329184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🇰🇪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Nyama Choma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肯尼亚烤肉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749040" y="329184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🇿🇦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Braai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南非烤肉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94960" y="329184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🇺🇸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BBQ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美式烤肉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040880" y="329184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🇧🇷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Churrasco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巴西烤肉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371600" y="4023360"/>
            <a:ext cx="5852160" cy="502920"/>
          </a:xfrm>
          <a:prstGeom prst="roundRect">
            <a:avLst>
              <a:gd name="adj" fmla="val 21818"/>
            </a:avLst>
          </a:prstGeom>
          <a:solidFill>
            <a:srgbClr val="FFD54F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371600" y="402336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全世界的人都爱烤肉!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around the world loves grilled meat!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护照封面设计 Passport Cover Design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132320" y="1371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22960"/>
            <a:ext cx="3474720" cy="3840480"/>
          </a:xfrm>
          <a:prstGeom prst="roundRect">
            <a:avLst>
              <a:gd name="adj" fmla="val 3158"/>
            </a:avLst>
          </a:prstGeom>
          <a:solidFill>
            <a:srgbClr val="4A148C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9601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PASSPORT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护 照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463040" y="1828800"/>
            <a:ext cx="1463040" cy="1463040"/>
          </a:xfrm>
          <a:prstGeom prst="ellipse">
            <a:avLst/>
          </a:prstGeom>
          <a:solidFill>
            <a:srgbClr val="6A1B9A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182880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🌍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Travel Passport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" y="3840480"/>
            <a:ext cx="457200" cy="457200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54480" y="3840480"/>
            <a:ext cx="457200" cy="457200"/>
          </a:xfrm>
          <a:prstGeom prst="ellipse">
            <a:avLst/>
          </a:prstGeom>
          <a:solidFill>
            <a:srgbClr val="FF8F00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544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40280" y="3840480"/>
            <a:ext cx="457200" cy="457200"/>
          </a:xfrm>
          <a:prstGeom prst="ellipse">
            <a:avLst/>
          </a:prstGeom>
          <a:solidFill>
            <a:srgbClr val="1565C0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402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26080" y="3840480"/>
            <a:ext cx="457200" cy="457200"/>
          </a:xfrm>
          <a:prstGeom prst="ellipse">
            <a:avLst/>
          </a:prstGeom>
          <a:solidFill>
            <a:srgbClr val="2E7D32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389120" y="822960"/>
            <a:ext cx="42062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89120" y="868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封面设计要素 Cover Elements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0" y="128016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写上你的名字（中文 + 英文）</a:t>
            </a:r>
            <a:endParaRPr lang="en-US" sz="12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Write your name in Chinese &amp; English</a:t>
            </a:r>
            <a:endParaRPr lang="en-US" sz="12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写「My Travel Passport」</a:t>
            </a:r>
            <a:endParaRPr lang="en-US" sz="12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画4个签证章（亚/非/欧/美）</a:t>
            </a:r>
            <a:endParaRPr lang="en-US" sz="12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Draw 4 visa stamps</a:t>
            </a:r>
            <a:endParaRPr lang="en-US" sz="12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装饰封面（画画/贴纸/颜色）</a:t>
            </a:r>
            <a:endParaRPr lang="en-US" sz="12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Decorate your cover</a:t>
            </a:r>
            <a:endParaRPr lang="en-US" sz="12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可以加国旗或地标!</a:t>
            </a:r>
            <a:endParaRPr lang="en-US" sz="12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Add flags or landmarks!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🎤 展示练习 Presentation Practice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4CAF5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777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零基础 Beginner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2697480" cy="3200400"/>
          </a:xfrm>
          <a:prstGeom prst="roundRect">
            <a:avLst>
              <a:gd name="adj" fmla="val 4068"/>
            </a:avLst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417320"/>
            <a:ext cx="2423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「我喜欢___」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(point to pictures)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指着图片说一个词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画你最喜欢的食物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08960" y="777240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1976D2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08960" y="777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Level 2-3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108960" y="1280160"/>
            <a:ext cx="2697480" cy="3200400"/>
          </a:xfrm>
          <a:prstGeom prst="roundRect">
            <a:avLst>
              <a:gd name="adj" fmla="val 4068"/>
            </a:avLst>
          </a:prstGeom>
          <a:solidFill>
            <a:srgbClr val="E3F2FD"/>
          </a:solidFill>
          <a:ln w="25400">
            <a:solidFill>
              <a:srgbClr val="1976D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1417320"/>
            <a:ext cx="2423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「我最喜欢___」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「他们用___打招呼」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「我想吃___」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说3个句子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777240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6A1B9A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0" y="7772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Level 4+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1280160"/>
            <a:ext cx="2697480" cy="3200400"/>
          </a:xfrm>
          <a:prstGeom prst="roundRect">
            <a:avLst>
              <a:gd name="adj" fmla="val 4068"/>
            </a:avLst>
          </a:prstGeom>
          <a:solidFill>
            <a:srgbClr val="F3E5F5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80760" y="1417320"/>
            <a:ext cx="2423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2分钟展示 2-min talk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比较两个大洲的礼节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greeting styles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讲饮食文化差异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练习1-2遍，然后向同学展示! Practice 1-2 times, then present!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展览规则 + Gallery Walk 指南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22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展览规则 Exhibition Rules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用中文/英文说!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 认真听同学展示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 问一个问题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👏  鼓掌表示赞赏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26280" y="77724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822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Gallery Walk 步骤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54880" y="1399032"/>
            <a:ext cx="457200" cy="45720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399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349240" y="13258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参观3个同学的展位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2130552"/>
            <a:ext cx="457200" cy="457200"/>
          </a:xfrm>
          <a:prstGeom prst="ellipse">
            <a:avLst/>
          </a:prstGeom>
          <a:solidFill>
            <a:srgbClr val="FF8F00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2130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349240" y="20574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问一个问题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2862072"/>
            <a:ext cx="457200" cy="457200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862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349240" y="27889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写一个优点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35935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5935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4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49240" y="352044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回到你的展位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457200" y="457200"/>
            <a:ext cx="548640" cy="54864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 rot="-900000">
            <a:off x="7772400" y="365760"/>
            <a:ext cx="457200" cy="45720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274320" y="3840480"/>
            <a:ext cx="411480" cy="41148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 rot="-480000">
            <a:off x="7863840" y="3931920"/>
            <a:ext cx="502920" cy="50292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1828800" y="4114800"/>
            <a:ext cx="274320" cy="27432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7" name="Shape 5"/>
          <p:cNvSpPr/>
          <p:nvPr/>
        </p:nvSpPr>
        <p:spPr>
          <a:xfrm rot="-1200000">
            <a:off x="6400800" y="4206240"/>
            <a:ext cx="320040" cy="32004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0" y="731520"/>
            <a:ext cx="3200400" cy="3200400"/>
          </a:xfrm>
          <a:prstGeom prst="ellipse">
            <a:avLst/>
          </a:prstGeom>
          <a:solidFill>
            <a:srgbClr val="FFD54F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731520"/>
            <a:ext cx="3200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GO!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57200" y="40233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展览时间开始! Exhibition Time!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🏆 世界知识大挑战 World Knowledge Quiz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Questions  每洲3题  礼节+食物+地理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4114800" cy="3474720"/>
          </a:xfrm>
          <a:prstGeom prst="roundRect">
            <a:avLst>
              <a:gd name="adj" fmla="val 3158"/>
            </a:avLst>
          </a:prstGeom>
          <a:solidFill>
            <a:srgbClr val="F3E5F5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A1B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亚洲 + 非洲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37490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在日本，见面时应该? → 鞠躬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筷子不能插在哪里? → 饭里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印度人用什么手吃饭? → 右手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肯尼亚人说什么打招呼? → Jambo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金字塔在哪个国家? → 埃及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南非有多少官方语言? → 11种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914400"/>
            <a:ext cx="4114800" cy="3474720"/>
          </a:xfrm>
          <a:prstGeom prst="roundRect">
            <a:avLst>
              <a:gd name="adj" fmla="val 3158"/>
            </a:avLst>
          </a:prstGeom>
          <a:solidFill>
            <a:srgbClr val="F3E5F5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A1B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欧洲 + 美洲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1234440"/>
            <a:ext cx="37490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意大利人不在披萨上放? → 菠萝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英国人最重要的礼节? → 排队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法国的经典面包是? → 可颂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在美国要给服务员? → 小费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巧克力发源于哪国? → 墨西哥</a:t>
            </a:r>
            <a:endParaRPr lang="en-US" sz="11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巴西人见面亲几次? → 两次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526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抢答! Fastest correct answer wins!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答案揭晓 Answer Reveal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777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日本见面 → 鞠躬 Bow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435608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43560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筷子不插 → 饭里 Rice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093976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093976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印度吃饭 → 右手 Right hand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752344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2752344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肯尼亚 → Jambo!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410712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11480" y="3410712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金字塔 → 埃及 Egypt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4069080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4069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南非语言 → 11种!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777240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00600" y="777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披萨不放 → 菠萝 Pineapple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1435608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00600" y="143560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英国礼节 → 排队 Queue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093976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00600" y="2093976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法国面包 → 可颂 Croissant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2752344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00600" y="2752344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美国 → 小费 Tip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63440" y="3410712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00600" y="3410712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巧克力 → 墨西哥 Mexico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63440" y="4069080"/>
            <a:ext cx="4023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00600" y="4069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巴西亲 → 两次 Twice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46177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你答对了几题? How many did you get right?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097280"/>
            <a:ext cx="566928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926080"/>
            <a:ext cx="566928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 rot="720000">
            <a:off x="274320" y="274320"/>
            <a:ext cx="411480" cy="41148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 rot="-900000">
            <a:off x="7772400" y="228600"/>
            <a:ext cx="365760" cy="36576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 rot="1200000">
            <a:off x="228600" y="4114800"/>
            <a:ext cx="320040" cy="32004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7" name="Shape 5"/>
          <p:cNvSpPr/>
          <p:nvPr/>
        </p:nvSpPr>
        <p:spPr>
          <a:xfrm rot="-480000">
            <a:off x="7863840" y="4023360"/>
            <a:ext cx="365760" cy="36576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280160"/>
            <a:ext cx="7040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下午开始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85800" y="2011680"/>
            <a:ext cx="7040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Session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E9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Page + Show &amp; Tell + Ceremony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Final Page: 我最喜欢的国家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选择你这周学的12个国家中最喜欢的一个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78638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005840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005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  Which country?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0" y="10058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我最喜欢哪个国家?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EDE7F6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🏴  Draw the flag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23360" y="15544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画国旗 Draw it!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103120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21031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 How do they say hello?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21031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他们怎么打招呼?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651760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EDE7F6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26517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🍽️  What would I eat?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23360" y="26517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我会吃什么食物?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200400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F3E5F5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One thing to remember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0" y="3200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去那里要注意什么礼节?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315200" cy="457200"/>
          </a:xfrm>
          <a:prstGeom prst="roundRect">
            <a:avLst>
              <a:gd name="adj" fmla="val 24000"/>
            </a:avLst>
          </a:prstGeom>
          <a:solidFill>
            <a:srgbClr val="EDE7F6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" y="3749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Write a sentence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23360" y="37490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「My favorite country is ___ because ___」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Page 分层 Differentiated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697480" cy="502920"/>
          </a:xfrm>
          <a:prstGeom prst="roundRect">
            <a:avLst>
              <a:gd name="adj" fmla="val 21818"/>
            </a:avLst>
          </a:prstGeom>
          <a:solidFill>
            <a:srgbClr val="4CAF5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77724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🟢 画 + 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+ Words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697480" cy="3291840"/>
          </a:xfrm>
          <a:prstGeom prst="roundRect">
            <a:avLst>
              <a:gd name="adj" fmla="val 4068"/>
            </a:avLst>
          </a:prstGeom>
          <a:solidFill>
            <a:srgbClr val="E8F5E9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4630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画你最喜欢的国家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your favorite country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写2-3个词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2-3 words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日本 寿司 鞠躬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777240"/>
            <a:ext cx="2697480" cy="502920"/>
          </a:xfrm>
          <a:prstGeom prst="roundRect">
            <a:avLst>
              <a:gd name="adj" fmla="val 21818"/>
            </a:avLst>
          </a:prstGeom>
          <a:solidFill>
            <a:srgbClr val="1976D2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08960" y="77724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🔵 Sentences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0" y="1325880"/>
            <a:ext cx="2697480" cy="3291840"/>
          </a:xfrm>
          <a:prstGeom prst="roundRect">
            <a:avLst>
              <a:gd name="adj" fmla="val 4068"/>
            </a:avLst>
          </a:prstGeom>
          <a:solidFill>
            <a:srgbClr val="E3F2FD"/>
          </a:solidFill>
          <a:ln w="25400">
            <a:solidFill>
              <a:srgbClr val="1976D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14630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写2-3个句子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「我最喜欢___」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「他们用___打招呼」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「我想吃___」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「去那里要___」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0" y="777240"/>
            <a:ext cx="2697480" cy="502920"/>
          </a:xfrm>
          <a:prstGeom prst="roundRect">
            <a:avLst>
              <a:gd name="adj" fmla="val 21818"/>
            </a:avLst>
          </a:prstGeom>
          <a:solidFill>
            <a:srgbClr val="6A1B9A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0" y="77724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🟣 Paragraph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段落 + 礼节细节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325880"/>
            <a:ext cx="2697480" cy="3291840"/>
          </a:xfrm>
          <a:prstGeom prst="roundRect">
            <a:avLst>
              <a:gd name="adj" fmla="val 4068"/>
            </a:avLst>
          </a:prstGeom>
          <a:solidFill>
            <a:srgbClr val="F3E5F5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80760" y="14630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写一段话 Write a paragraph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包含: 国家/打招呼方式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食物/要注意的礼节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etiquette details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比较和你文化的不同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🎤 Show and Tell 展示时间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78638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868680"/>
            <a:ext cx="7498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每位同学展示你的护照 (1-2 min)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student presents their passport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5943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举起护照给大家看 Hold up your passport</a:t>
            </a:r>
            <a:endParaRPr lang="en-US" sz="13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说你最喜欢的国家 Share your favorite country</a:t>
            </a:r>
            <a:endParaRPr lang="en-US" sz="13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说那里的打招呼方式和食物 Greeting &amp; food</a:t>
            </a:r>
            <a:endParaRPr lang="en-US" sz="130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说为什么喜欢 Tell us why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78638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7432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1B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观众 Audience — 问一个问题!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3200400"/>
            <a:ext cx="6583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「你最喜欢什么食物?」What food did you like best?</a:t>
            </a:r>
            <a:endParaRPr lang="en-US" sz="13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「他们怎么打招呼?」How do they say hello?</a:t>
            </a:r>
            <a:endParaRPr lang="en-US" sz="13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「去那里要注意什么?」What etiquette to remember?</a:t>
            </a:r>
            <a:endParaRPr lang="en-US" sz="13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「我也喜欢___!」I also like ___!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参观提示卡 Visitor Prompt Cards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3931920" cy="3840480"/>
          </a:xfrm>
          <a:prstGeom prst="roundRect">
            <a:avLst>
              <a:gd name="adj" fmla="val 2857"/>
            </a:avLst>
          </a:prstGeom>
          <a:solidFill>
            <a:srgbClr val="F3E5F5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可以问的问题 Questions to Ask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35661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「你最喜欢哪个国家?」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country is your favorite?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「他们怎么打招呼?」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they greet each other?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「那里的人吃什么?」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people eat there?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「去那里要注意什么礼节?」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etiquette to remember?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777240"/>
            <a:ext cx="3931920" cy="3840480"/>
          </a:xfrm>
          <a:prstGeom prst="roundRect">
            <a:avLst>
              <a:gd name="adj" fmla="val 2857"/>
            </a:avLst>
          </a:prstGeom>
          <a:solidFill>
            <a:srgbClr val="F3E5F5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8229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反馈句型 Feedback Starters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35661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「你的护照很漂亮!」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passport is beautiful!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「我喜欢你画的___」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 your drawing of ___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「你说得很好!」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spoke really well!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「我也想去___!」</a:t>
            </a:r>
            <a:endParaRPr lang="en-US" sz="12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 to visit ___ too!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🗳️ 投票时间 Voting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1920240" cy="2743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05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🎨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645920" cy="457200"/>
          </a:xfrm>
          <a:prstGeom prst="roundRect">
            <a:avLst>
              <a:gd name="adj" fmla="val 24000"/>
            </a:avLst>
          </a:prstGeom>
          <a:solidFill>
            <a:srgbClr val="C62828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7830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Design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最佳设计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37744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投票给: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868680"/>
            <a:ext cx="1920240" cy="2743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05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🗣️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2606040" y="1783080"/>
            <a:ext cx="1645920" cy="457200"/>
          </a:xfrm>
          <a:prstGeom prst="roundRect">
            <a:avLst>
              <a:gd name="adj" fmla="val 24000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06040" y="17830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Expression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最佳表达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06040" y="237744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投票给: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868680"/>
            <a:ext cx="1920240" cy="2743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0" y="1005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💡</a:t>
            </a:r>
            <a:endParaRPr lang="en-US" sz="4000" dirty="0"/>
          </a:p>
        </p:txBody>
      </p:sp>
      <p:sp>
        <p:nvSpPr>
          <p:cNvPr id="16" name="Shape 14"/>
          <p:cNvSpPr/>
          <p:nvPr/>
        </p:nvSpPr>
        <p:spPr>
          <a:xfrm>
            <a:off x="4709160" y="1783080"/>
            <a:ext cx="1645920" cy="457200"/>
          </a:xfrm>
          <a:prstGeom prst="roundRect">
            <a:avLst>
              <a:gd name="adj" fmla="val 24000"/>
            </a:avLst>
          </a:prstGeom>
          <a:solidFill>
            <a:srgbClr val="2E7D32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09160" y="17830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Creative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最有创意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09160" y="237744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投票给: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75120" y="868680"/>
            <a:ext cx="1920240" cy="2743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75120" y="1005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🧠</a:t>
            </a:r>
            <a:endParaRPr lang="en-US" sz="4000" dirty="0"/>
          </a:p>
        </p:txBody>
      </p:sp>
      <p:sp>
        <p:nvSpPr>
          <p:cNvPr id="21" name="Shape 19"/>
          <p:cNvSpPr/>
          <p:nvPr/>
        </p:nvSpPr>
        <p:spPr>
          <a:xfrm>
            <a:off x="6812280" y="1783080"/>
            <a:ext cx="1645920" cy="457200"/>
          </a:xfrm>
          <a:prstGeom prst="roundRect">
            <a:avLst>
              <a:gd name="adj" fmla="val 24000"/>
            </a:avLst>
          </a:prstGeom>
          <a:solidFill>
            <a:srgbClr val="FF8F0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17830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Knowledge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最佳知识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12280" y="237744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投票给: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840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每个同学投4票，每类选一位! Each student votes once per category!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274320" y="274320"/>
            <a:ext cx="457200" cy="45720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 rot="-720000">
            <a:off x="7955280" y="182880"/>
            <a:ext cx="411480" cy="41148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182880" y="4114800"/>
            <a:ext cx="365760" cy="36576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 rot="-1080000">
            <a:off x="8046720" y="4206240"/>
            <a:ext cx="320040" cy="32004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🏆 颁奖典礼 Awards Ceremony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1371600" y="960120"/>
            <a:ext cx="5669280" cy="502920"/>
          </a:xfrm>
          <a:prstGeom prst="roundRect">
            <a:avLst>
              <a:gd name="adj" fmla="val 21818"/>
            </a:avLst>
          </a:prstGeom>
          <a:solidFill>
            <a:srgbClr val="6A1B9A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0" y="96012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Best Design 最佳设计  →  ___________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1554480"/>
            <a:ext cx="5669280" cy="502920"/>
          </a:xfrm>
          <a:prstGeom prst="roundRect">
            <a:avLst>
              <a:gd name="adj" fmla="val 21818"/>
            </a:avLst>
          </a:prstGeom>
          <a:solidFill>
            <a:srgbClr val="6A1B9A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71600" y="155448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Best Expression 最佳表达  →  ___________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371600" y="2148840"/>
            <a:ext cx="5669280" cy="502920"/>
          </a:xfrm>
          <a:prstGeom prst="roundRect">
            <a:avLst>
              <a:gd name="adj" fmla="val 21818"/>
            </a:avLst>
          </a:prstGeom>
          <a:solidFill>
            <a:srgbClr val="6A1B9A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71600" y="214884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Most Creative 最有创意  →  ___________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371600" y="2743200"/>
            <a:ext cx="5669280" cy="502920"/>
          </a:xfrm>
          <a:prstGeom prst="roundRect">
            <a:avLst>
              <a:gd name="adj" fmla="val 21818"/>
            </a:avLst>
          </a:prstGeom>
          <a:solidFill>
            <a:srgbClr val="6A1B9A"/>
          </a:solidFill>
          <a:ln w="25400">
            <a:solidFill>
              <a:srgbClr val="FFD54F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371600" y="274320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Best Knowledge 最佳知识  →  ___________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347472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FFD54F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47472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环球探索者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STUDENTS! 每一位同学!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4434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恭喜大家! Congratulations to everyone!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本周回顾 Week in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1554480" cy="2011680"/>
          </a:xfrm>
          <a:prstGeom prst="roundRect">
            <a:avLst>
              <a:gd name="adj" fmla="val 7059"/>
            </a:avLst>
          </a:prstGeom>
          <a:solidFill>
            <a:srgbClr val="F3E5F5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229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🌍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A1B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大洲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65960" y="777240"/>
            <a:ext cx="1554480" cy="2011680"/>
          </a:xfrm>
          <a:prstGeom prst="roundRect">
            <a:avLst>
              <a:gd name="adj" fmla="val 7059"/>
            </a:avLst>
          </a:prstGeom>
          <a:solidFill>
            <a:srgbClr val="F3E5F5"/>
          </a:solidFill>
          <a:ln w="25400">
            <a:solidFill>
              <a:srgbClr val="9C27B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965960" y="8229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🏳️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96596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C27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965960" y="1783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国家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0" y="777240"/>
            <a:ext cx="1554480" cy="2011680"/>
          </a:xfrm>
          <a:prstGeom prst="roundRect">
            <a:avLst>
              <a:gd name="adj" fmla="val 7059"/>
            </a:avLst>
          </a:prstGeom>
          <a:solidFill>
            <a:srgbClr val="F3E5F5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57600" y="8229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👋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65760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657600" y="1783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种打招呼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49240" y="777240"/>
            <a:ext cx="1554480" cy="2011680"/>
          </a:xfrm>
          <a:prstGeom prst="roundRect">
            <a:avLst>
              <a:gd name="adj" fmla="val 7059"/>
            </a:avLst>
          </a:prstGeom>
          <a:solidFill>
            <a:srgbClr val="F3E5F5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349240" y="8229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34924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565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30+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5349240" y="1783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词汇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0" y="777240"/>
            <a:ext cx="1554480" cy="2011680"/>
          </a:xfrm>
          <a:prstGeom prst="roundRect">
            <a:avLst>
              <a:gd name="adj" fmla="val 7059"/>
            </a:avLst>
          </a:prstGeom>
          <a:solidFill>
            <a:srgbClr val="F3E5F5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0" y="8229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🎭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040880" y="123444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8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040880" y="1783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文化礼节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017520"/>
            <a:ext cx="1508760" cy="594360"/>
          </a:xfrm>
          <a:prstGeom prst="roundRect">
            <a:avLst>
              <a:gd name="adj" fmla="val 18462"/>
            </a:avLst>
          </a:prstGeom>
          <a:solidFill>
            <a:srgbClr val="C62828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5760" y="301752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 Asia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11680" y="3017520"/>
            <a:ext cx="1508760" cy="594360"/>
          </a:xfrm>
          <a:prstGeom prst="roundRect">
            <a:avLst>
              <a:gd name="adj" fmla="val 18462"/>
            </a:avLst>
          </a:prstGeom>
          <a:solidFill>
            <a:srgbClr val="FF8F0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011680" y="301752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 Africa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0" y="3017520"/>
            <a:ext cx="1508760" cy="594360"/>
          </a:xfrm>
          <a:prstGeom prst="roundRect">
            <a:avLst>
              <a:gd name="adj" fmla="val 18462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657600" y="301752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 Europe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03520" y="3017520"/>
            <a:ext cx="1508760" cy="594360"/>
          </a:xfrm>
          <a:prstGeom prst="roundRect">
            <a:avLst>
              <a:gd name="adj" fmla="val 18462"/>
            </a:avLst>
          </a:prstGeom>
          <a:solidFill>
            <a:srgbClr val="2E7D32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303520" y="301752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 Americas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49440" y="3017520"/>
            <a:ext cx="1508760" cy="594360"/>
          </a:xfrm>
          <a:prstGeom prst="roundRect">
            <a:avLst>
              <a:gd name="adj" fmla="val 18462"/>
            </a:avLst>
          </a:prstGeom>
          <a:solidFill>
            <a:srgbClr val="6A1B9A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949440" y="301752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文化展 Exhibition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3840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了不起的一周! What an amazing week!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句型回顾 Sentence Patterns Review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2011680" cy="777240"/>
          </a:xfrm>
          <a:prstGeom prst="roundRect">
            <a:avLst>
              <a:gd name="adj" fmla="val 14118"/>
            </a:avLst>
          </a:prstGeom>
          <a:solidFill>
            <a:srgbClr val="C62828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8229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亚洲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651760" y="822960"/>
            <a:ext cx="57607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834640" y="82296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「我喜欢吃___」I like to eat ___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「在___人们用___打招呼」In ___ people greet by ___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011680" cy="777240"/>
          </a:xfrm>
          <a:prstGeom prst="roundRect">
            <a:avLst>
              <a:gd name="adj" fmla="val 14118"/>
            </a:avLst>
          </a:prstGeom>
          <a:solidFill>
            <a:srgbClr val="FF8F0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82880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非洲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51760" y="1828800"/>
            <a:ext cx="57607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34640" y="182880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「这是___，它来自___」This is ___, it comes from ___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2011680" cy="777240"/>
          </a:xfrm>
          <a:prstGeom prst="roundRect">
            <a:avLst>
              <a:gd name="adj" fmla="val 14118"/>
            </a:avLst>
          </a:prstGeom>
          <a:solidFill>
            <a:srgbClr val="1565C0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" y="283464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欧洲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651760" y="2834640"/>
            <a:ext cx="57607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834640" y="283464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「我想去___看___」I want to go to ___ to see ___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2011680" cy="777240"/>
          </a:xfrm>
          <a:prstGeom prst="roundRect">
            <a:avLst>
              <a:gd name="adj" fmla="val 14118"/>
            </a:avLst>
          </a:prstGeom>
          <a:solidFill>
            <a:srgbClr val="2E7D32"/>
          </a:solidFill>
          <a:ln/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384048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美洲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51760" y="3840480"/>
            <a:ext cx="57607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834640" y="384048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「如果没有___就没有___」Without ___, there would be no ___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8229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0">
            <a:solidFill>
              <a:srgbClr val="FFD5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65760"/>
            <a:ext cx="7863840" cy="420624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9050">
            <a:solidFill>
              <a:srgbClr val="4A148C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 rot="600000">
            <a:off x="457200" y="365760"/>
            <a:ext cx="365760" cy="36576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 rot="-600000">
            <a:off x="7955280" y="365760"/>
            <a:ext cx="365760" cy="36576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 rot="900000">
            <a:off x="457200" y="4206240"/>
            <a:ext cx="365760" cy="36576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7" name="Shape 5"/>
          <p:cNvSpPr/>
          <p:nvPr/>
        </p:nvSpPr>
        <p:spPr>
          <a:xfrm rot="-900000">
            <a:off x="7955280" y="4206240"/>
            <a:ext cx="365760" cy="36576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0" y="457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🎓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14400" y="100584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环球探索者证书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14400" y="146304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A1B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Explorer Certificate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286000" y="1874520"/>
            <a:ext cx="402336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20116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___________________________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28800" y="24231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 学生姓名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697480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explored 4 continents, 12 countries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greetings, food, and cultural etiquette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成功探索了4个大洲12个国家，学会了打招呼、美食和文化礼节!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94560" y="3520440"/>
            <a:ext cx="640080" cy="640080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4560" y="34290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057400" y="4160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83280" y="3520440"/>
            <a:ext cx="640080" cy="640080"/>
          </a:xfrm>
          <a:prstGeom prst="ellipse">
            <a:avLst/>
          </a:prstGeom>
          <a:solidFill>
            <a:srgbClr val="FF8F00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34290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246120" y="4160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0" y="3520440"/>
            <a:ext cx="640080" cy="640080"/>
          </a:xfrm>
          <a:prstGeom prst="ellipse">
            <a:avLst/>
          </a:prstGeom>
          <a:solidFill>
            <a:srgbClr val="1565C0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34290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434840" y="4160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60720" y="3520440"/>
            <a:ext cx="640080" cy="640080"/>
          </a:xfrm>
          <a:prstGeom prst="ellipse">
            <a:avLst/>
          </a:prstGeom>
          <a:solidFill>
            <a:srgbClr val="2E7D32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34290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623560" y="4160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4400" y="4389120"/>
            <a:ext cx="6766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·  6/12/2025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📸 回忆墙 Memory Wall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FFFFFF">
              <a:alpha val="10000"/>
            </a:srgbClr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237744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984248"/>
            <a:ext cx="23774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亚洲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108960" y="91440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FFFFFF">
              <a:alpha val="10000"/>
            </a:srgbClr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0" y="914400"/>
            <a:ext cx="237744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108960" y="1984248"/>
            <a:ext cx="23774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非洲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91440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FFFFFF">
              <a:alpha val="10000"/>
            </a:srgbClr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0" y="914400"/>
            <a:ext cx="237744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760720" y="1984248"/>
            <a:ext cx="23774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欧洲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45920" y="274320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FFFFFF">
              <a:alpha val="10000"/>
            </a:srgbClr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45920" y="2743200"/>
            <a:ext cx="237744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645920" y="3813048"/>
            <a:ext cx="23774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美洲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0" y="2743200"/>
            <a:ext cx="2377440" cy="1645920"/>
          </a:xfrm>
          <a:prstGeom prst="roundRect">
            <a:avLst>
              <a:gd name="adj" fmla="val 5556"/>
            </a:avLst>
          </a:prstGeom>
          <a:solidFill>
            <a:srgbClr val="FFFFFF">
              <a:alpha val="10000"/>
            </a:srgbClr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0" y="2743200"/>
            <a:ext cx="237744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389120" y="3813048"/>
            <a:ext cx="2377440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文化展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Explorer Camp 2025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E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14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🧳 暑假旅行挑战 Summer Travel Challenge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用这周学的知识，和爸妈旅行时注意这些礼节!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78638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960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👋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80160" y="9601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学一种新的打招呼方式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0" y="96012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new greeting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78638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25400">
            <a:solidFill>
              <a:srgbClr val="FF8F0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🍳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做一道外国菜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69164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a foreign dish (sushi/taco/pizza)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423160"/>
            <a:ext cx="78638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25400">
            <a:solidFill>
              <a:srgbClr val="1565C0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2423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📖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80160" y="2423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读一本关于其他国家的书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4231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about another country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78638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80160" y="31546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旅行时观察当地礼节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0" y="31546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local etiquette when traveling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78638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25400">
            <a:solidFill>
              <a:srgbClr val="6A1B9A"/>
            </a:solidFill>
            <a:prstDash val="solid"/>
          </a:ln>
          <a:effectLst>
            <a:outerShdw sx="100000" sy="100000" kx="0" ky="0" algn="bl" rotWithShape="0" blurRad="50800" dist="25400" dir="16200000">
              <a:srgbClr val="999999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" y="3886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👨‍👩‍👧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80160" y="3886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A1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教爸妈说一种外语「你好」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0" y="388620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your parents hello in another language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6177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你好 / Bonjour / Hola / Jambo / Namaste / Ciao / Oi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965192"/>
            <a:ext cx="8961120" cy="64008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274320" y="274320"/>
            <a:ext cx="457200" cy="45720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3" name="Shape 1"/>
          <p:cNvSpPr/>
          <p:nvPr/>
        </p:nvSpPr>
        <p:spPr>
          <a:xfrm rot="-600000">
            <a:off x="7955280" y="182880"/>
            <a:ext cx="411480" cy="41148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4" name="Shape 2"/>
          <p:cNvSpPr/>
          <p:nvPr/>
        </p:nvSpPr>
        <p:spPr>
          <a:xfrm rot="1080000">
            <a:off x="182880" y="4114800"/>
            <a:ext cx="365760" cy="36576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5" name="Shape 3"/>
          <p:cNvSpPr/>
          <p:nvPr/>
        </p:nvSpPr>
        <p:spPr>
          <a:xfrm rot="-900000">
            <a:off x="8046720" y="4023360"/>
            <a:ext cx="457200" cy="45720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6" name="Shape 4"/>
          <p:cNvSpPr/>
          <p:nvPr/>
        </p:nvSpPr>
        <p:spPr>
          <a:xfrm rot="1500000">
            <a:off x="4114800" y="91440"/>
            <a:ext cx="320040" cy="320040"/>
          </a:xfrm>
          <a:prstGeom prst="star5">
            <a:avLst/>
          </a:prstGeom>
          <a:solidFill>
            <a:srgbClr val="FFD54F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36576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0000"/>
                </a:solidFill>
              </a:rPr>
              <a:t>✈️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097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D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旅程结束，探索不止!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7432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 ends, but exploration never stops!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828800" y="2286000"/>
            <a:ext cx="4754880" cy="45720"/>
          </a:xfrm>
          <a:prstGeom prst="rect">
            <a:avLst/>
          </a:prstGeom>
          <a:solidFill>
            <a:srgbClr val="FFD54F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2560320"/>
            <a:ext cx="1371600" cy="1371600"/>
          </a:xfrm>
          <a:prstGeom prst="ellipse">
            <a:avLst/>
          </a:prstGeom>
          <a:solidFill>
            <a:srgbClr val="C62828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5603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亚洲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再见!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0" y="2560320"/>
            <a:ext cx="1371600" cy="1371600"/>
          </a:xfrm>
          <a:prstGeom prst="ellipse">
            <a:avLst/>
          </a:prstGeom>
          <a:solidFill>
            <a:srgbClr val="FF8F00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0" y="25603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Kwaheri!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2560320"/>
            <a:ext cx="1371600" cy="1371600"/>
          </a:xfrm>
          <a:prstGeom prst="ellipse">
            <a:avLst/>
          </a:prstGeom>
          <a:solidFill>
            <a:srgbClr val="1565C0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5603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revoir!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0" y="2560320"/>
            <a:ext cx="1371600" cy="1371600"/>
          </a:xfrm>
          <a:prstGeom prst="ellipse">
            <a:avLst/>
          </a:prstGeom>
          <a:solidFill>
            <a:srgbClr val="2E7D32"/>
          </a:solidFill>
          <a:ln w="25400">
            <a:solidFill>
              <a:srgbClr val="FFD5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5603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Adios!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谷雨中文 GR EDU  ·  Global Explorer Camp 2025  ·  See you!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828800" y="4663440"/>
            <a:ext cx="4754880" cy="45720"/>
          </a:xfrm>
          <a:prstGeom prst="rect">
            <a:avLst/>
          </a:prstGeom>
          <a:solidFill>
            <a:srgbClr val="FFD54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Explorer Camp · Day 5: 国际文化展</dc:title>
  <dc:subject>PptxGenJS Presentation</dc:subject>
  <dc:creator>谷雨中文 GR EDU</dc:creator>
  <cp:lastModifiedBy>谷雨中文 GR EDU</cp:lastModifiedBy>
  <cp:revision>1</cp:revision>
  <dcterms:created xsi:type="dcterms:W3CDTF">2026-03-19T18:13:49Z</dcterms:created>
  <dcterms:modified xsi:type="dcterms:W3CDTF">2026-03-19T18:13:49Z</dcterms:modified>
</cp:coreProperties>
</file>